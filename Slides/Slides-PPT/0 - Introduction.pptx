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37"/>
  </p:notesMasterIdLst>
  <p:sldIdLst>
    <p:sldId id="268" r:id="rId2"/>
    <p:sldId id="276" r:id="rId3"/>
    <p:sldId id="394" r:id="rId4"/>
    <p:sldId id="347" r:id="rId5"/>
    <p:sldId id="359" r:id="rId6"/>
    <p:sldId id="378" r:id="rId7"/>
    <p:sldId id="358" r:id="rId8"/>
    <p:sldId id="365" r:id="rId9"/>
    <p:sldId id="364" r:id="rId10"/>
    <p:sldId id="350" r:id="rId11"/>
    <p:sldId id="389" r:id="rId12"/>
    <p:sldId id="353" r:id="rId13"/>
    <p:sldId id="370" r:id="rId14"/>
    <p:sldId id="371" r:id="rId15"/>
    <p:sldId id="380" r:id="rId16"/>
    <p:sldId id="372" r:id="rId17"/>
    <p:sldId id="354" r:id="rId18"/>
    <p:sldId id="355" r:id="rId19"/>
    <p:sldId id="367" r:id="rId20"/>
    <p:sldId id="395" r:id="rId21"/>
    <p:sldId id="387" r:id="rId22"/>
    <p:sldId id="356" r:id="rId23"/>
    <p:sldId id="374" r:id="rId24"/>
    <p:sldId id="368" r:id="rId25"/>
    <p:sldId id="373" r:id="rId26"/>
    <p:sldId id="388" r:id="rId27"/>
    <p:sldId id="385" r:id="rId28"/>
    <p:sldId id="386" r:id="rId29"/>
    <p:sldId id="384" r:id="rId30"/>
    <p:sldId id="392" r:id="rId31"/>
    <p:sldId id="366" r:id="rId32"/>
    <p:sldId id="375" r:id="rId33"/>
    <p:sldId id="351" r:id="rId34"/>
    <p:sldId id="357" r:id="rId35"/>
    <p:sldId id="352" r:id="rId3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Kapoor,Amanpreet" initials="K" lastIdx="1" clrIdx="0">
    <p:extLst>
      <p:ext uri="{19B8F6BF-5375-455C-9EA6-DF929625EA0E}">
        <p15:presenceInfo xmlns:p15="http://schemas.microsoft.com/office/powerpoint/2012/main" userId="Kapoor,Amanpreet"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1D9EFF"/>
    <a:srgbClr val="EB6E19"/>
    <a:srgbClr val="00B050"/>
    <a:srgbClr val="008080"/>
    <a:srgbClr val="FF99FF"/>
    <a:srgbClr val="1988DC"/>
    <a:srgbClr val="F16000"/>
    <a:srgbClr val="006666"/>
    <a:srgbClr val="000000"/>
    <a:srgbClr val="FF939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89434" autoAdjust="0"/>
  </p:normalViewPr>
  <p:slideViewPr>
    <p:cSldViewPr snapToGrid="0">
      <p:cViewPr varScale="1">
        <p:scale>
          <a:sx n="99" d="100"/>
          <a:sy n="99" d="100"/>
        </p:scale>
        <p:origin x="1032"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commentAuthors" Target="commentAuthor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DC33719-7A6F-4214-9C0D-013FD705666A}" type="doc">
      <dgm:prSet loTypeId="urn:microsoft.com/office/officeart/2008/layout/RadialCluster" loCatId="relationship" qsTypeId="urn:microsoft.com/office/officeart/2005/8/quickstyle/simple1" qsCatId="simple" csTypeId="urn:microsoft.com/office/officeart/2005/8/colors/accent1_2" csCatId="accent1" phldr="1"/>
      <dgm:spPr/>
      <dgm:t>
        <a:bodyPr/>
        <a:lstStyle/>
        <a:p>
          <a:endParaRPr lang="en-US"/>
        </a:p>
      </dgm:t>
    </dgm:pt>
    <dgm:pt modelId="{9AE6E187-A671-4FEC-B3B3-861BB3DA7B57}">
      <dgm:prSet phldrT="[Text]" custT="1"/>
      <dgm:spPr>
        <a:noFill/>
        <a:ln w="19050">
          <a:solidFill>
            <a:srgbClr val="F16000"/>
          </a:solidFill>
        </a:ln>
      </dgm:spPr>
      <dgm:t>
        <a:bodyPr/>
        <a:lstStyle/>
        <a:p>
          <a:r>
            <a:rPr lang="en-US" sz="2400" dirty="0">
              <a:solidFill>
                <a:srgbClr val="F16000"/>
              </a:solidFill>
              <a:latin typeface="Gotham Bold" pitchFamily="50" charset="0"/>
            </a:rPr>
            <a:t>Data Structures &amp; Algorithms</a:t>
          </a:r>
        </a:p>
      </dgm:t>
      <dgm:extLst>
        <a:ext uri="{E40237B7-FDA0-4F09-8148-C483321AD2D9}">
          <dgm14:cNvPr xmlns:dgm14="http://schemas.microsoft.com/office/drawing/2010/diagram" id="0" name="" descr="This course will cover conceptual understanding, implementation and critical thinking while problem solving and applying various data structures and algorithms"/>
        </a:ext>
      </dgm:extLst>
    </dgm:pt>
    <dgm:pt modelId="{420DE6C3-8E95-496F-8641-0F6F3B4E48F1}" type="parTrans" cxnId="{13F72C14-2D3A-47B3-909A-BEE1A0F7FE16}">
      <dgm:prSet/>
      <dgm:spPr/>
      <dgm:t>
        <a:bodyPr/>
        <a:lstStyle/>
        <a:p>
          <a:endParaRPr lang="en-US" sz="2800">
            <a:latin typeface="Gotham Bold" pitchFamily="50" charset="0"/>
          </a:endParaRPr>
        </a:p>
      </dgm:t>
    </dgm:pt>
    <dgm:pt modelId="{27D41622-7BF3-424F-A90A-2A327C162E47}" type="sibTrans" cxnId="{13F72C14-2D3A-47B3-909A-BEE1A0F7FE16}">
      <dgm:prSet/>
      <dgm:spPr/>
      <dgm:t>
        <a:bodyPr/>
        <a:lstStyle/>
        <a:p>
          <a:endParaRPr lang="en-US" sz="2800">
            <a:latin typeface="Gotham Bold" pitchFamily="50" charset="0"/>
          </a:endParaRPr>
        </a:p>
      </dgm:t>
    </dgm:pt>
    <dgm:pt modelId="{0E6F50A2-2E78-411D-B955-C070A9F4B9F8}">
      <dgm:prSet phldrT="[Text]" custT="1"/>
      <dgm:spPr>
        <a:noFill/>
        <a:ln w="19050">
          <a:solidFill>
            <a:srgbClr val="1D9EFF"/>
          </a:solidFill>
        </a:ln>
      </dgm:spPr>
      <dgm:t>
        <a:bodyPr/>
        <a:lstStyle/>
        <a:p>
          <a:pPr>
            <a:buFont typeface="Wingdings" panose="05000000000000000000" pitchFamily="2" charset="2"/>
            <a:buChar char="§"/>
          </a:pPr>
          <a:r>
            <a:rPr lang="en-US" sz="1800" dirty="0">
              <a:solidFill>
                <a:srgbClr val="1D9EFF"/>
              </a:solidFill>
              <a:latin typeface="Gotham Bold" pitchFamily="50" charset="0"/>
            </a:rPr>
            <a:t>Conceptual Understanding</a:t>
          </a:r>
        </a:p>
      </dgm:t>
      <dgm:extLst>
        <a:ext uri="{E40237B7-FDA0-4F09-8148-C483321AD2D9}">
          <dgm14:cNvPr xmlns:dgm14="http://schemas.microsoft.com/office/drawing/2010/diagram" id="0" name="" descr=" conceptual understanding, "/>
        </a:ext>
      </dgm:extLst>
    </dgm:pt>
    <dgm:pt modelId="{C4DD3BA3-7754-4345-95D6-C158D4DD997C}" type="parTrans" cxnId="{E1B161CA-D68D-4111-BF40-1727DDF0B4F9}">
      <dgm:prSet/>
      <dgm:spPr/>
      <dgm:t>
        <a:bodyPr/>
        <a:lstStyle/>
        <a:p>
          <a:endParaRPr lang="en-US" sz="2800">
            <a:latin typeface="Gotham Bold" pitchFamily="50" charset="0"/>
          </a:endParaRPr>
        </a:p>
      </dgm:t>
    </dgm:pt>
    <dgm:pt modelId="{759D4F75-5513-4916-8D4C-162D426C7A18}" type="sibTrans" cxnId="{E1B161CA-D68D-4111-BF40-1727DDF0B4F9}">
      <dgm:prSet/>
      <dgm:spPr/>
      <dgm:t>
        <a:bodyPr/>
        <a:lstStyle/>
        <a:p>
          <a:endParaRPr lang="en-US" sz="2800">
            <a:latin typeface="Gotham Bold" pitchFamily="50" charset="0"/>
          </a:endParaRPr>
        </a:p>
      </dgm:t>
    </dgm:pt>
    <dgm:pt modelId="{291C933C-91AD-4882-8E6B-A739E39A6102}">
      <dgm:prSet phldrT="[Text]" custT="1"/>
      <dgm:spPr>
        <a:noFill/>
        <a:ln w="19050">
          <a:solidFill>
            <a:srgbClr val="1D9EFF"/>
          </a:solidFill>
        </a:ln>
      </dgm:spPr>
      <dgm:t>
        <a:bodyPr/>
        <a:lstStyle/>
        <a:p>
          <a:r>
            <a:rPr lang="en-US" sz="1800" dirty="0">
              <a:solidFill>
                <a:srgbClr val="1D9EFF"/>
              </a:solidFill>
              <a:latin typeface="Gotham Bold" pitchFamily="50" charset="0"/>
            </a:rPr>
            <a:t>Critical Thinking or Problem Solving</a:t>
          </a:r>
        </a:p>
      </dgm:t>
      <dgm:extLst>
        <a:ext uri="{E40237B7-FDA0-4F09-8148-C483321AD2D9}">
          <dgm14:cNvPr xmlns:dgm14="http://schemas.microsoft.com/office/drawing/2010/diagram" id="0" name="" descr="Critical thinking while problem solving"/>
        </a:ext>
      </dgm:extLst>
    </dgm:pt>
    <dgm:pt modelId="{1B544E79-F7C8-4AEF-8835-674D0A8009BC}" type="parTrans" cxnId="{C5CB7EA3-D67F-4D39-954D-D03AFFE50F94}">
      <dgm:prSet/>
      <dgm:spPr/>
      <dgm:t>
        <a:bodyPr/>
        <a:lstStyle/>
        <a:p>
          <a:endParaRPr lang="en-US" sz="2800">
            <a:latin typeface="Gotham Bold" pitchFamily="50" charset="0"/>
          </a:endParaRPr>
        </a:p>
      </dgm:t>
    </dgm:pt>
    <dgm:pt modelId="{8875006C-29AF-40B6-8CF2-D3BAD15984D5}" type="sibTrans" cxnId="{C5CB7EA3-D67F-4D39-954D-D03AFFE50F94}">
      <dgm:prSet/>
      <dgm:spPr/>
      <dgm:t>
        <a:bodyPr/>
        <a:lstStyle/>
        <a:p>
          <a:endParaRPr lang="en-US" sz="2800">
            <a:latin typeface="Gotham Bold" pitchFamily="50" charset="0"/>
          </a:endParaRPr>
        </a:p>
      </dgm:t>
    </dgm:pt>
    <dgm:pt modelId="{A8D91E3C-C0E0-49DA-A08F-3849BDFC9950}">
      <dgm:prSet phldrT="[Text]" phldr="1"/>
      <dgm:spPr/>
      <dgm:t>
        <a:bodyPr/>
        <a:lstStyle/>
        <a:p>
          <a:endParaRPr lang="en-US" sz="2800" dirty="0">
            <a:latin typeface="Gotham Bold" pitchFamily="50" charset="0"/>
          </a:endParaRPr>
        </a:p>
      </dgm:t>
    </dgm:pt>
    <dgm:pt modelId="{DC3536E7-4DEF-45ED-AEFA-F890867E8F78}" type="parTrans" cxnId="{85586D2C-4413-4657-9DAE-0DF606442A91}">
      <dgm:prSet/>
      <dgm:spPr/>
      <dgm:t>
        <a:bodyPr/>
        <a:lstStyle/>
        <a:p>
          <a:endParaRPr lang="en-US" sz="2800">
            <a:latin typeface="Gotham Bold" pitchFamily="50" charset="0"/>
          </a:endParaRPr>
        </a:p>
      </dgm:t>
    </dgm:pt>
    <dgm:pt modelId="{B6CC9658-2BA4-4408-B433-F821498FE5BC}" type="sibTrans" cxnId="{85586D2C-4413-4657-9DAE-0DF606442A91}">
      <dgm:prSet/>
      <dgm:spPr/>
      <dgm:t>
        <a:bodyPr/>
        <a:lstStyle/>
        <a:p>
          <a:endParaRPr lang="en-US" sz="2800">
            <a:latin typeface="Gotham Bold" pitchFamily="50" charset="0"/>
          </a:endParaRPr>
        </a:p>
      </dgm:t>
    </dgm:pt>
    <dgm:pt modelId="{BC814E58-DAA4-4227-B6C0-E804A99B2259}">
      <dgm:prSet phldrT="[Text]" phldr="1"/>
      <dgm:spPr/>
      <dgm:t>
        <a:bodyPr/>
        <a:lstStyle/>
        <a:p>
          <a:endParaRPr lang="en-US" sz="2800">
            <a:latin typeface="Gotham Bold" pitchFamily="50" charset="0"/>
          </a:endParaRPr>
        </a:p>
      </dgm:t>
    </dgm:pt>
    <dgm:pt modelId="{79CAD13A-32F9-446E-8581-F93D503EC1BC}" type="parTrans" cxnId="{EE102EE0-0803-4EA8-BDD5-DE8335D3F425}">
      <dgm:prSet/>
      <dgm:spPr/>
      <dgm:t>
        <a:bodyPr/>
        <a:lstStyle/>
        <a:p>
          <a:endParaRPr lang="en-US" sz="2800">
            <a:latin typeface="Gotham Bold" pitchFamily="50" charset="0"/>
          </a:endParaRPr>
        </a:p>
      </dgm:t>
    </dgm:pt>
    <dgm:pt modelId="{FEBE5F87-6D6D-41C1-8E0E-5E394A5F9D30}" type="sibTrans" cxnId="{EE102EE0-0803-4EA8-BDD5-DE8335D3F425}">
      <dgm:prSet/>
      <dgm:spPr/>
      <dgm:t>
        <a:bodyPr/>
        <a:lstStyle/>
        <a:p>
          <a:endParaRPr lang="en-US" sz="2800">
            <a:latin typeface="Gotham Bold" pitchFamily="50" charset="0"/>
          </a:endParaRPr>
        </a:p>
      </dgm:t>
    </dgm:pt>
    <dgm:pt modelId="{52F28BC5-DA47-4103-821A-91EE36A1A493}">
      <dgm:prSet phldrT="[Text]" phldr="1"/>
      <dgm:spPr/>
      <dgm:t>
        <a:bodyPr/>
        <a:lstStyle/>
        <a:p>
          <a:endParaRPr lang="en-US" sz="2800">
            <a:latin typeface="Gotham Bold" pitchFamily="50" charset="0"/>
          </a:endParaRPr>
        </a:p>
      </dgm:t>
    </dgm:pt>
    <dgm:pt modelId="{D4A05384-64B8-4B12-A82C-A48408B99E6E}" type="parTrans" cxnId="{27325173-C5D9-4970-B5BC-7BEC7074A4A6}">
      <dgm:prSet/>
      <dgm:spPr/>
      <dgm:t>
        <a:bodyPr/>
        <a:lstStyle/>
        <a:p>
          <a:endParaRPr lang="en-US" sz="2800">
            <a:latin typeface="Gotham Bold" pitchFamily="50" charset="0"/>
          </a:endParaRPr>
        </a:p>
      </dgm:t>
    </dgm:pt>
    <dgm:pt modelId="{22E4F192-5F06-4279-820A-278E22912798}" type="sibTrans" cxnId="{27325173-C5D9-4970-B5BC-7BEC7074A4A6}">
      <dgm:prSet/>
      <dgm:spPr/>
      <dgm:t>
        <a:bodyPr/>
        <a:lstStyle/>
        <a:p>
          <a:endParaRPr lang="en-US" sz="2800">
            <a:latin typeface="Gotham Bold" pitchFamily="50" charset="0"/>
          </a:endParaRPr>
        </a:p>
      </dgm:t>
    </dgm:pt>
    <dgm:pt modelId="{128C838D-643F-4B8B-93FD-375F25D7AF9F}">
      <dgm:prSet phldrT="[Text]" phldr="1"/>
      <dgm:spPr/>
      <dgm:t>
        <a:bodyPr/>
        <a:lstStyle/>
        <a:p>
          <a:endParaRPr lang="en-US" sz="2800">
            <a:latin typeface="Gotham Bold" pitchFamily="50" charset="0"/>
          </a:endParaRPr>
        </a:p>
      </dgm:t>
    </dgm:pt>
    <dgm:pt modelId="{7C92BD7C-DCCE-40C0-AE21-8CF159139C1B}" type="parTrans" cxnId="{470898D3-DC94-4D30-A52E-685C42C0705A}">
      <dgm:prSet/>
      <dgm:spPr/>
      <dgm:t>
        <a:bodyPr/>
        <a:lstStyle/>
        <a:p>
          <a:endParaRPr lang="en-US" sz="2800">
            <a:latin typeface="Gotham Bold" pitchFamily="50" charset="0"/>
          </a:endParaRPr>
        </a:p>
      </dgm:t>
    </dgm:pt>
    <dgm:pt modelId="{104BC77B-B2FA-441B-A6C0-B1891A74ED43}" type="sibTrans" cxnId="{470898D3-DC94-4D30-A52E-685C42C0705A}">
      <dgm:prSet/>
      <dgm:spPr/>
      <dgm:t>
        <a:bodyPr/>
        <a:lstStyle/>
        <a:p>
          <a:endParaRPr lang="en-US" sz="2800">
            <a:latin typeface="Gotham Bold" pitchFamily="50" charset="0"/>
          </a:endParaRPr>
        </a:p>
      </dgm:t>
    </dgm:pt>
    <dgm:pt modelId="{CC20A6D1-0E8B-4ABC-9D12-82F654FFA1D9}">
      <dgm:prSet phldrT="[Text]" phldr="1"/>
      <dgm:spPr/>
      <dgm:t>
        <a:bodyPr/>
        <a:lstStyle/>
        <a:p>
          <a:endParaRPr lang="en-US" sz="2800" dirty="0">
            <a:latin typeface="Gotham Bold" pitchFamily="50" charset="0"/>
          </a:endParaRPr>
        </a:p>
      </dgm:t>
    </dgm:pt>
    <dgm:pt modelId="{C26C0ECB-C4D6-4841-AD77-853DC6287CD3}" type="parTrans" cxnId="{329AAF3C-E80A-4591-931D-A75FB88A05E7}">
      <dgm:prSet/>
      <dgm:spPr/>
      <dgm:t>
        <a:bodyPr/>
        <a:lstStyle/>
        <a:p>
          <a:endParaRPr lang="en-US" sz="2800">
            <a:latin typeface="Gotham Bold" pitchFamily="50" charset="0"/>
          </a:endParaRPr>
        </a:p>
      </dgm:t>
    </dgm:pt>
    <dgm:pt modelId="{FAB53CA2-B847-4639-AAE6-4A30B98234CA}" type="sibTrans" cxnId="{329AAF3C-E80A-4591-931D-A75FB88A05E7}">
      <dgm:prSet/>
      <dgm:spPr/>
      <dgm:t>
        <a:bodyPr/>
        <a:lstStyle/>
        <a:p>
          <a:endParaRPr lang="en-US" sz="2800">
            <a:latin typeface="Gotham Bold" pitchFamily="50" charset="0"/>
          </a:endParaRPr>
        </a:p>
      </dgm:t>
    </dgm:pt>
    <dgm:pt modelId="{F01462A8-07C4-4291-8A36-AF662AE57D89}">
      <dgm:prSet phldrT="[Text]" custT="1"/>
      <dgm:spPr>
        <a:noFill/>
        <a:ln w="19050">
          <a:solidFill>
            <a:srgbClr val="1D9EFF"/>
          </a:solidFill>
        </a:ln>
      </dgm:spPr>
      <dgm:t>
        <a:bodyPr/>
        <a:lstStyle/>
        <a:p>
          <a:r>
            <a:rPr lang="en-US" sz="1800" dirty="0">
              <a:solidFill>
                <a:srgbClr val="1D9EFF"/>
              </a:solidFill>
              <a:latin typeface="Gotham Bold" pitchFamily="50" charset="0"/>
            </a:rPr>
            <a:t>Implementation</a:t>
          </a:r>
        </a:p>
      </dgm:t>
      <dgm:extLst>
        <a:ext uri="{E40237B7-FDA0-4F09-8148-C483321AD2D9}">
          <dgm14:cNvPr xmlns:dgm14="http://schemas.microsoft.com/office/drawing/2010/diagram" id="0" name="" descr="implementation"/>
        </a:ext>
      </dgm:extLst>
    </dgm:pt>
    <dgm:pt modelId="{96B5FECB-540C-4337-B516-2FCD6400ED37}" type="parTrans" cxnId="{84450B19-2A5C-482F-BA68-7BC10F87C39A}">
      <dgm:prSet/>
      <dgm:spPr/>
      <dgm:t>
        <a:bodyPr/>
        <a:lstStyle/>
        <a:p>
          <a:endParaRPr lang="en-US"/>
        </a:p>
      </dgm:t>
    </dgm:pt>
    <dgm:pt modelId="{86C608BD-D64B-4017-9506-98B2CC3A078F}" type="sibTrans" cxnId="{84450B19-2A5C-482F-BA68-7BC10F87C39A}">
      <dgm:prSet/>
      <dgm:spPr/>
      <dgm:t>
        <a:bodyPr/>
        <a:lstStyle/>
        <a:p>
          <a:endParaRPr lang="en-US"/>
        </a:p>
      </dgm:t>
    </dgm:pt>
    <dgm:pt modelId="{C7B63947-DEEF-46FF-AFEC-0519A852EF3A}" type="pres">
      <dgm:prSet presAssocID="{8DC33719-7A6F-4214-9C0D-013FD705666A}" presName="Name0" presStyleCnt="0">
        <dgm:presLayoutVars>
          <dgm:chMax val="1"/>
          <dgm:chPref val="1"/>
          <dgm:dir/>
          <dgm:animOne val="branch"/>
          <dgm:animLvl val="lvl"/>
        </dgm:presLayoutVars>
      </dgm:prSet>
      <dgm:spPr/>
    </dgm:pt>
    <dgm:pt modelId="{8C5F2717-6365-4ACE-B876-95EF07335337}" type="pres">
      <dgm:prSet presAssocID="{9AE6E187-A671-4FEC-B3B3-861BB3DA7B57}" presName="singleCycle" presStyleCnt="0"/>
      <dgm:spPr/>
    </dgm:pt>
    <dgm:pt modelId="{80561381-6CA4-419C-A16D-B5A76FEA5215}" type="pres">
      <dgm:prSet presAssocID="{9AE6E187-A671-4FEC-B3B3-861BB3DA7B57}" presName="singleCenter" presStyleLbl="node1" presStyleIdx="0" presStyleCnt="4" custScaleX="213498" custScaleY="76218" custLinFactNeighborX="17034" custLinFactNeighborY="-12776">
        <dgm:presLayoutVars>
          <dgm:chMax val="7"/>
          <dgm:chPref val="7"/>
        </dgm:presLayoutVars>
      </dgm:prSet>
      <dgm:spPr/>
    </dgm:pt>
    <dgm:pt modelId="{68452DFE-84CE-4323-805F-49715B25DF2A}" type="pres">
      <dgm:prSet presAssocID="{C4DD3BA3-7754-4345-95D6-C158D4DD997C}" presName="Name56" presStyleLbl="parChTrans1D2" presStyleIdx="0" presStyleCnt="3"/>
      <dgm:spPr/>
    </dgm:pt>
    <dgm:pt modelId="{5D650C01-FAC9-4563-93F7-E60F8F3D1BB0}" type="pres">
      <dgm:prSet presAssocID="{0E6F50A2-2E78-411D-B955-C070A9F4B9F8}" presName="text0" presStyleLbl="node1" presStyleIdx="1" presStyleCnt="4" custScaleX="283349" custScaleY="94733" custRadScaleRad="108565" custRadScaleInc="30295">
        <dgm:presLayoutVars>
          <dgm:bulletEnabled val="1"/>
        </dgm:presLayoutVars>
      </dgm:prSet>
      <dgm:spPr/>
    </dgm:pt>
    <dgm:pt modelId="{CA4BFDF4-1CEF-4493-AB0C-F0AB026FD224}" type="pres">
      <dgm:prSet presAssocID="{1B544E79-F7C8-4AEF-8835-674D0A8009BC}" presName="Name56" presStyleLbl="parChTrans1D2" presStyleIdx="1" presStyleCnt="3"/>
      <dgm:spPr/>
    </dgm:pt>
    <dgm:pt modelId="{75AFE9F6-ACD3-4CF1-8850-04EC82CEFC57}" type="pres">
      <dgm:prSet presAssocID="{291C933C-91AD-4882-8E6B-A739E39A6102}" presName="text0" presStyleLbl="node1" presStyleIdx="2" presStyleCnt="4" custScaleX="251756" custScaleY="94733" custRadScaleRad="162957" custRadScaleInc="-22719">
        <dgm:presLayoutVars>
          <dgm:bulletEnabled val="1"/>
        </dgm:presLayoutVars>
      </dgm:prSet>
      <dgm:spPr/>
    </dgm:pt>
    <dgm:pt modelId="{BD2F718F-F501-40DC-92E0-CA63629BF8DF}" type="pres">
      <dgm:prSet presAssocID="{96B5FECB-540C-4337-B516-2FCD6400ED37}" presName="Name56" presStyleLbl="parChTrans1D2" presStyleIdx="2" presStyleCnt="3"/>
      <dgm:spPr/>
    </dgm:pt>
    <dgm:pt modelId="{4BFB453D-3590-494D-B902-EC59B4254293}" type="pres">
      <dgm:prSet presAssocID="{F01462A8-07C4-4291-8A36-AF662AE57D89}" presName="text0" presStyleLbl="node1" presStyleIdx="3" presStyleCnt="4" custScaleX="272010" custScaleY="94733">
        <dgm:presLayoutVars>
          <dgm:bulletEnabled val="1"/>
        </dgm:presLayoutVars>
      </dgm:prSet>
      <dgm:spPr/>
    </dgm:pt>
  </dgm:ptLst>
  <dgm:cxnLst>
    <dgm:cxn modelId="{C3286302-8140-4664-A785-24FE742D5D07}" type="presOf" srcId="{96B5FECB-540C-4337-B516-2FCD6400ED37}" destId="{BD2F718F-F501-40DC-92E0-CA63629BF8DF}" srcOrd="0" destOrd="0" presId="urn:microsoft.com/office/officeart/2008/layout/RadialCluster"/>
    <dgm:cxn modelId="{13F72C14-2D3A-47B3-909A-BEE1A0F7FE16}" srcId="{8DC33719-7A6F-4214-9C0D-013FD705666A}" destId="{9AE6E187-A671-4FEC-B3B3-861BB3DA7B57}" srcOrd="0" destOrd="0" parTransId="{420DE6C3-8E95-496F-8641-0F6F3B4E48F1}" sibTransId="{27D41622-7BF3-424F-A90A-2A327C162E47}"/>
    <dgm:cxn modelId="{84450B19-2A5C-482F-BA68-7BC10F87C39A}" srcId="{9AE6E187-A671-4FEC-B3B3-861BB3DA7B57}" destId="{F01462A8-07C4-4291-8A36-AF662AE57D89}" srcOrd="2" destOrd="0" parTransId="{96B5FECB-540C-4337-B516-2FCD6400ED37}" sibTransId="{86C608BD-D64B-4017-9506-98B2CC3A078F}"/>
    <dgm:cxn modelId="{F6B08226-0A21-4173-9906-3B075CA4C6F5}" type="presOf" srcId="{C4DD3BA3-7754-4345-95D6-C158D4DD997C}" destId="{68452DFE-84CE-4323-805F-49715B25DF2A}" srcOrd="0" destOrd="0" presId="urn:microsoft.com/office/officeart/2008/layout/RadialCluster"/>
    <dgm:cxn modelId="{85586D2C-4413-4657-9DAE-0DF606442A91}" srcId="{8DC33719-7A6F-4214-9C0D-013FD705666A}" destId="{A8D91E3C-C0E0-49DA-A08F-3849BDFC9950}" srcOrd="1" destOrd="0" parTransId="{DC3536E7-4DEF-45ED-AEFA-F890867E8F78}" sibTransId="{B6CC9658-2BA4-4408-B433-F821498FE5BC}"/>
    <dgm:cxn modelId="{329AAF3C-E80A-4591-931D-A75FB88A05E7}" srcId="{52F28BC5-DA47-4103-821A-91EE36A1A493}" destId="{CC20A6D1-0E8B-4ABC-9D12-82F654FFA1D9}" srcOrd="1" destOrd="0" parTransId="{C26C0ECB-C4D6-4841-AD77-853DC6287CD3}" sibTransId="{FAB53CA2-B847-4639-AAE6-4A30B98234CA}"/>
    <dgm:cxn modelId="{C207413E-D4EE-4AF9-B33A-34418FDD5272}" type="presOf" srcId="{0E6F50A2-2E78-411D-B955-C070A9F4B9F8}" destId="{5D650C01-FAC9-4563-93F7-E60F8F3D1BB0}" srcOrd="0" destOrd="0" presId="urn:microsoft.com/office/officeart/2008/layout/RadialCluster"/>
    <dgm:cxn modelId="{DFCC074E-89D8-41DE-B6FB-6782FBBC933B}" type="presOf" srcId="{1B544E79-F7C8-4AEF-8835-674D0A8009BC}" destId="{CA4BFDF4-1CEF-4493-AB0C-F0AB026FD224}" srcOrd="0" destOrd="0" presId="urn:microsoft.com/office/officeart/2008/layout/RadialCluster"/>
    <dgm:cxn modelId="{27325173-C5D9-4970-B5BC-7BEC7074A4A6}" srcId="{8DC33719-7A6F-4214-9C0D-013FD705666A}" destId="{52F28BC5-DA47-4103-821A-91EE36A1A493}" srcOrd="2" destOrd="0" parTransId="{D4A05384-64B8-4B12-A82C-A48408B99E6E}" sibTransId="{22E4F192-5F06-4279-820A-278E22912798}"/>
    <dgm:cxn modelId="{F096699B-0DE9-4D67-93B0-EF973CC20FCA}" type="presOf" srcId="{9AE6E187-A671-4FEC-B3B3-861BB3DA7B57}" destId="{80561381-6CA4-419C-A16D-B5A76FEA5215}" srcOrd="0" destOrd="0" presId="urn:microsoft.com/office/officeart/2008/layout/RadialCluster"/>
    <dgm:cxn modelId="{C5CB7EA3-D67F-4D39-954D-D03AFFE50F94}" srcId="{9AE6E187-A671-4FEC-B3B3-861BB3DA7B57}" destId="{291C933C-91AD-4882-8E6B-A739E39A6102}" srcOrd="1" destOrd="0" parTransId="{1B544E79-F7C8-4AEF-8835-674D0A8009BC}" sibTransId="{8875006C-29AF-40B6-8CF2-D3BAD15984D5}"/>
    <dgm:cxn modelId="{E1B161CA-D68D-4111-BF40-1727DDF0B4F9}" srcId="{9AE6E187-A671-4FEC-B3B3-861BB3DA7B57}" destId="{0E6F50A2-2E78-411D-B955-C070A9F4B9F8}" srcOrd="0" destOrd="0" parTransId="{C4DD3BA3-7754-4345-95D6-C158D4DD997C}" sibTransId="{759D4F75-5513-4916-8D4C-162D426C7A18}"/>
    <dgm:cxn modelId="{470898D3-DC94-4D30-A52E-685C42C0705A}" srcId="{52F28BC5-DA47-4103-821A-91EE36A1A493}" destId="{128C838D-643F-4B8B-93FD-375F25D7AF9F}" srcOrd="0" destOrd="0" parTransId="{7C92BD7C-DCCE-40C0-AE21-8CF159139C1B}" sibTransId="{104BC77B-B2FA-441B-A6C0-B1891A74ED43}"/>
    <dgm:cxn modelId="{232189DE-4C40-451D-9A6A-22FA37E23C1F}" type="presOf" srcId="{291C933C-91AD-4882-8E6B-A739E39A6102}" destId="{75AFE9F6-ACD3-4CF1-8850-04EC82CEFC57}" srcOrd="0" destOrd="0" presId="urn:microsoft.com/office/officeart/2008/layout/RadialCluster"/>
    <dgm:cxn modelId="{EE102EE0-0803-4EA8-BDD5-DE8335D3F425}" srcId="{A8D91E3C-C0E0-49DA-A08F-3849BDFC9950}" destId="{BC814E58-DAA4-4227-B6C0-E804A99B2259}" srcOrd="0" destOrd="0" parTransId="{79CAD13A-32F9-446E-8581-F93D503EC1BC}" sibTransId="{FEBE5F87-6D6D-41C1-8E0E-5E394A5F9D30}"/>
    <dgm:cxn modelId="{ACE4B7E0-35A0-40CE-AB6A-3633B2A5AA0C}" type="presOf" srcId="{8DC33719-7A6F-4214-9C0D-013FD705666A}" destId="{C7B63947-DEEF-46FF-AFEC-0519A852EF3A}" srcOrd="0" destOrd="0" presId="urn:microsoft.com/office/officeart/2008/layout/RadialCluster"/>
    <dgm:cxn modelId="{3688B8F0-1F3D-4D03-9D9E-8F3B79F2736B}" type="presOf" srcId="{F01462A8-07C4-4291-8A36-AF662AE57D89}" destId="{4BFB453D-3590-494D-B902-EC59B4254293}" srcOrd="0" destOrd="0" presId="urn:microsoft.com/office/officeart/2008/layout/RadialCluster"/>
    <dgm:cxn modelId="{9E29CCFD-6E73-4432-8188-196E1D805F2C}" type="presParOf" srcId="{C7B63947-DEEF-46FF-AFEC-0519A852EF3A}" destId="{8C5F2717-6365-4ACE-B876-95EF07335337}" srcOrd="0" destOrd="0" presId="urn:microsoft.com/office/officeart/2008/layout/RadialCluster"/>
    <dgm:cxn modelId="{1DE9B7B8-79E7-414F-A34F-01E65F11C7CB}" type="presParOf" srcId="{8C5F2717-6365-4ACE-B876-95EF07335337}" destId="{80561381-6CA4-419C-A16D-B5A76FEA5215}" srcOrd="0" destOrd="0" presId="urn:microsoft.com/office/officeart/2008/layout/RadialCluster"/>
    <dgm:cxn modelId="{00228588-2322-4339-A244-EEAF62249163}" type="presParOf" srcId="{8C5F2717-6365-4ACE-B876-95EF07335337}" destId="{68452DFE-84CE-4323-805F-49715B25DF2A}" srcOrd="1" destOrd="0" presId="urn:microsoft.com/office/officeart/2008/layout/RadialCluster"/>
    <dgm:cxn modelId="{1AD0706A-8D2D-4AFF-AD35-CDA64F395C37}" type="presParOf" srcId="{8C5F2717-6365-4ACE-B876-95EF07335337}" destId="{5D650C01-FAC9-4563-93F7-E60F8F3D1BB0}" srcOrd="2" destOrd="0" presId="urn:microsoft.com/office/officeart/2008/layout/RadialCluster"/>
    <dgm:cxn modelId="{7ABD4FBE-FA38-47B9-A250-69A84DD2912C}" type="presParOf" srcId="{8C5F2717-6365-4ACE-B876-95EF07335337}" destId="{CA4BFDF4-1CEF-4493-AB0C-F0AB026FD224}" srcOrd="3" destOrd="0" presId="urn:microsoft.com/office/officeart/2008/layout/RadialCluster"/>
    <dgm:cxn modelId="{E57B2A9C-197E-41A6-A21E-150C3D18A23B}" type="presParOf" srcId="{8C5F2717-6365-4ACE-B876-95EF07335337}" destId="{75AFE9F6-ACD3-4CF1-8850-04EC82CEFC57}" srcOrd="4" destOrd="0" presId="urn:microsoft.com/office/officeart/2008/layout/RadialCluster"/>
    <dgm:cxn modelId="{E398EA7C-5470-49FA-ABA6-7CC6D1327FFB}" type="presParOf" srcId="{8C5F2717-6365-4ACE-B876-95EF07335337}" destId="{BD2F718F-F501-40DC-92E0-CA63629BF8DF}" srcOrd="5" destOrd="0" presId="urn:microsoft.com/office/officeart/2008/layout/RadialCluster"/>
    <dgm:cxn modelId="{82657291-DA5D-4C4B-A2F4-9A568373BEB7}" type="presParOf" srcId="{8C5F2717-6365-4ACE-B876-95EF07335337}" destId="{4BFB453D-3590-494D-B902-EC59B4254293}" srcOrd="6" destOrd="0" presId="urn:microsoft.com/office/officeart/2008/layout/RadialCluster"/>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0561381-6CA4-419C-A16D-B5A76FEA5215}">
      <dsp:nvSpPr>
        <dsp:cNvPr id="0" name=""/>
        <dsp:cNvSpPr/>
      </dsp:nvSpPr>
      <dsp:spPr>
        <a:xfrm>
          <a:off x="4077862" y="1839855"/>
          <a:ext cx="3075771" cy="1098039"/>
        </a:xfrm>
        <a:prstGeom prst="roundRect">
          <a:avLst/>
        </a:prstGeom>
        <a:noFill/>
        <a:ln w="19050" cap="flat" cmpd="sng" algn="ctr">
          <a:solidFill>
            <a:srgbClr val="F16000"/>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1066800">
            <a:lnSpc>
              <a:spcPct val="90000"/>
            </a:lnSpc>
            <a:spcBef>
              <a:spcPct val="0"/>
            </a:spcBef>
            <a:spcAft>
              <a:spcPct val="35000"/>
            </a:spcAft>
            <a:buNone/>
          </a:pPr>
          <a:r>
            <a:rPr lang="en-US" sz="2400" kern="1200" dirty="0">
              <a:solidFill>
                <a:srgbClr val="F16000"/>
              </a:solidFill>
              <a:latin typeface="Gotham Bold" pitchFamily="50" charset="0"/>
            </a:rPr>
            <a:t>Data Structures &amp; Algorithms</a:t>
          </a:r>
        </a:p>
      </dsp:txBody>
      <dsp:txXfrm>
        <a:off x="4131464" y="1893457"/>
        <a:ext cx="2968567" cy="990835"/>
      </dsp:txXfrm>
    </dsp:sp>
    <dsp:sp modelId="{68452DFE-84CE-4323-805F-49715B25DF2A}">
      <dsp:nvSpPr>
        <dsp:cNvPr id="0" name=""/>
        <dsp:cNvSpPr/>
      </dsp:nvSpPr>
      <dsp:spPr>
        <a:xfrm rot="16191106">
          <a:off x="5257727" y="1484175"/>
          <a:ext cx="711361" cy="0"/>
        </a:xfrm>
        <a:custGeom>
          <a:avLst/>
          <a:gdLst/>
          <a:ahLst/>
          <a:cxnLst/>
          <a:rect l="0" t="0" r="0" b="0"/>
          <a:pathLst>
            <a:path>
              <a:moveTo>
                <a:pt x="0" y="0"/>
              </a:moveTo>
              <a:lnTo>
                <a:pt x="711361" y="0"/>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5D650C01-FAC9-4563-93F7-E60F8F3D1BB0}">
      <dsp:nvSpPr>
        <dsp:cNvPr id="0" name=""/>
        <dsp:cNvSpPr/>
      </dsp:nvSpPr>
      <dsp:spPr>
        <a:xfrm>
          <a:off x="4243806" y="214096"/>
          <a:ext cx="2734996" cy="914400"/>
        </a:xfrm>
        <a:prstGeom prst="roundRect">
          <a:avLst/>
        </a:prstGeom>
        <a:noFill/>
        <a:ln w="19050" cap="flat" cmpd="sng" algn="ctr">
          <a:solidFill>
            <a:srgbClr val="1D9EFF"/>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800100">
            <a:lnSpc>
              <a:spcPct val="90000"/>
            </a:lnSpc>
            <a:spcBef>
              <a:spcPct val="0"/>
            </a:spcBef>
            <a:spcAft>
              <a:spcPct val="35000"/>
            </a:spcAft>
            <a:buFont typeface="Wingdings" panose="05000000000000000000" pitchFamily="2" charset="2"/>
            <a:buNone/>
          </a:pPr>
          <a:r>
            <a:rPr lang="en-US" sz="1800" kern="1200" dirty="0">
              <a:solidFill>
                <a:srgbClr val="1D9EFF"/>
              </a:solidFill>
              <a:latin typeface="Gotham Bold" pitchFamily="50" charset="0"/>
            </a:rPr>
            <a:t>Conceptual Understanding</a:t>
          </a:r>
        </a:p>
      </dsp:txBody>
      <dsp:txXfrm>
        <a:off x="4288443" y="258733"/>
        <a:ext cx="2645722" cy="825126"/>
      </dsp:txXfrm>
    </dsp:sp>
    <dsp:sp modelId="{CA4BFDF4-1CEF-4493-AB0C-F0AB026FD224}">
      <dsp:nvSpPr>
        <dsp:cNvPr id="0" name=""/>
        <dsp:cNvSpPr/>
      </dsp:nvSpPr>
      <dsp:spPr>
        <a:xfrm rot="1818393">
          <a:off x="6477053" y="3225846"/>
          <a:ext cx="1141247" cy="0"/>
        </a:xfrm>
        <a:custGeom>
          <a:avLst/>
          <a:gdLst/>
          <a:ahLst/>
          <a:cxnLst/>
          <a:rect l="0" t="0" r="0" b="0"/>
          <a:pathLst>
            <a:path>
              <a:moveTo>
                <a:pt x="0" y="0"/>
              </a:moveTo>
              <a:lnTo>
                <a:pt x="1141247" y="0"/>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75AFE9F6-ACD3-4CF1-8850-04EC82CEFC57}">
      <dsp:nvSpPr>
        <dsp:cNvPr id="0" name=""/>
        <dsp:cNvSpPr/>
      </dsp:nvSpPr>
      <dsp:spPr>
        <a:xfrm>
          <a:off x="7107493" y="3513798"/>
          <a:ext cx="2430048" cy="914400"/>
        </a:xfrm>
        <a:prstGeom prst="roundRect">
          <a:avLst/>
        </a:prstGeom>
        <a:noFill/>
        <a:ln w="19050" cap="flat" cmpd="sng" algn="ctr">
          <a:solidFill>
            <a:srgbClr val="1D9EFF"/>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800100">
            <a:lnSpc>
              <a:spcPct val="90000"/>
            </a:lnSpc>
            <a:spcBef>
              <a:spcPct val="0"/>
            </a:spcBef>
            <a:spcAft>
              <a:spcPct val="35000"/>
            </a:spcAft>
            <a:buNone/>
          </a:pPr>
          <a:r>
            <a:rPr lang="en-US" sz="1800" kern="1200" dirty="0">
              <a:solidFill>
                <a:srgbClr val="1D9EFF"/>
              </a:solidFill>
              <a:latin typeface="Gotham Bold" pitchFamily="50" charset="0"/>
            </a:rPr>
            <a:t>Critical Thinking or Problem Solving</a:t>
          </a:r>
        </a:p>
      </dsp:txBody>
      <dsp:txXfrm>
        <a:off x="7152130" y="3558435"/>
        <a:ext cx="2340774" cy="825126"/>
      </dsp:txXfrm>
    </dsp:sp>
    <dsp:sp modelId="{BD2F718F-F501-40DC-92E0-CA63629BF8DF}">
      <dsp:nvSpPr>
        <dsp:cNvPr id="0" name=""/>
        <dsp:cNvSpPr/>
      </dsp:nvSpPr>
      <dsp:spPr>
        <a:xfrm rot="8876955">
          <a:off x="3579265" y="3270959"/>
          <a:ext cx="1255261" cy="0"/>
        </a:xfrm>
        <a:custGeom>
          <a:avLst/>
          <a:gdLst/>
          <a:ahLst/>
          <a:cxnLst/>
          <a:rect l="0" t="0" r="0" b="0"/>
          <a:pathLst>
            <a:path>
              <a:moveTo>
                <a:pt x="0" y="0"/>
              </a:moveTo>
              <a:lnTo>
                <a:pt x="1255261" y="0"/>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4BFB453D-3590-494D-B902-EC59B4254293}">
      <dsp:nvSpPr>
        <dsp:cNvPr id="0" name=""/>
        <dsp:cNvSpPr/>
      </dsp:nvSpPr>
      <dsp:spPr>
        <a:xfrm>
          <a:off x="1631922" y="3604024"/>
          <a:ext cx="2625548" cy="914400"/>
        </a:xfrm>
        <a:prstGeom prst="roundRect">
          <a:avLst/>
        </a:prstGeom>
        <a:noFill/>
        <a:ln w="19050" cap="flat" cmpd="sng" algn="ctr">
          <a:solidFill>
            <a:srgbClr val="1D9EFF"/>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800100">
            <a:lnSpc>
              <a:spcPct val="90000"/>
            </a:lnSpc>
            <a:spcBef>
              <a:spcPct val="0"/>
            </a:spcBef>
            <a:spcAft>
              <a:spcPct val="35000"/>
            </a:spcAft>
            <a:buNone/>
          </a:pPr>
          <a:r>
            <a:rPr lang="en-US" sz="1800" kern="1200" dirty="0">
              <a:solidFill>
                <a:srgbClr val="1D9EFF"/>
              </a:solidFill>
              <a:latin typeface="Gotham Bold" pitchFamily="50" charset="0"/>
            </a:rPr>
            <a:t>Implementation</a:t>
          </a:r>
        </a:p>
      </dsp:txBody>
      <dsp:txXfrm>
        <a:off x="1676559" y="3648661"/>
        <a:ext cx="2536274" cy="825126"/>
      </dsp:txXfrm>
    </dsp:sp>
  </dsp:spTree>
</dsp:drawing>
</file>

<file path=ppt/diagrams/layout1.xml><?xml version="1.0" encoding="utf-8"?>
<dgm:layoutDef xmlns:dgm="http://schemas.openxmlformats.org/drawingml/2006/diagram" xmlns:a="http://schemas.openxmlformats.org/drawingml/2006/main" uniqueId="urn:microsoft.com/office/officeart/2008/layout/RadialCluster">
  <dgm:title val=""/>
  <dgm:desc val=""/>
  <dgm:catLst>
    <dgm:cat type="relationship" pri="19500"/>
    <dgm:cat type="cycle" pri="150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useDef="1">
    <dgm:dataModel>
      <dgm:ptLst/>
      <dgm:bg/>
      <dgm:whole/>
    </dgm:dataModel>
  </dgm:styleData>
  <dgm:clrData useDef="1">
    <dgm:dataModel>
      <dgm:ptLst/>
      <dgm:bg/>
      <dgm:whole/>
    </dgm:dataModel>
  </dgm:clrData>
  <dgm:layoutNode name="Name0">
    <dgm:varLst>
      <dgm:chMax val="1"/>
      <dgm:chPref val="1"/>
      <dgm:dir/>
      <dgm:animOne val="branch"/>
      <dgm:animLvl val="lvl"/>
    </dgm:varLst>
    <dgm:alg type="composite">
      <dgm:param type="ar" val="1.00"/>
    </dgm:alg>
    <dgm:shape xmlns:r="http://schemas.openxmlformats.org/officeDocument/2006/relationships" r:blip="">
      <dgm:adjLst/>
    </dgm:shape>
    <dgm:choose name="Name1">
      <dgm:if name="Name2" func="var" arg="dir" op="equ" val="norm">
        <dgm:choose name="Name3">
          <dgm:if name="Name4" axis="ch ch" ptType="node node" cnt="1 0" func="cnt" op="equ" val="1">
            <dgm:constrLst>
              <dgm:constr type="l" for="ch" forName="textCenter"/>
              <dgm:constr type="ctrY" for="ch" forName="textCenter" refType="h" fact="0.5"/>
              <dgm:constr type="w" for="ch" forName="textCenter" refType="w" fact="0.32"/>
              <dgm:constr type="h" for="ch" forName="textCenter" refType="w" refFor="ch" refForName="textCenter"/>
              <dgm:constr type="r" for="ch" forName="cycle_1" refType="w"/>
              <dgm:constr type="ctrY" for="ch" forName="cycle_1" refType="h" fact="0.5"/>
              <dgm:constr type="w" for="ch" forName="cycle_1" refType="w" fact="0.56"/>
              <dgm:constr type="h" for="ch" forName="cycle_1" refType="h"/>
              <dgm:constr type="primFontSz" for="ch" forName="textCenter" val="65"/>
              <dgm:constr type="primFontSz" for="des" forName="childCenter1" val="65"/>
              <dgm:constr type="primFontSz" for="des" forName="text1" op="equ" val="65"/>
              <dgm:constr type="userS" for="des" ptType="node" refType="w" refFor="ch" refForName="textCenter" fact="0.67"/>
            </dgm:constrLst>
          </dgm:if>
          <dgm:if name="Name5" axis="ch ch" ptType="node node" cnt="1 0" func="cnt" op="equ" val="2">
            <dgm:constrLst>
              <dgm:constr type="ctrX" for="ch" forName="textCenter" refType="w" fact="0.5"/>
              <dgm:constr type="ctrY" for="ch" forName="textCenter" refType="h" fact="0.5"/>
              <dgm:constr type="w" for="ch" forName="textCenter" refType="w" fact="0.25"/>
              <dgm:constr type="h" for="ch" forName="textCenter" refType="w" refFor="ch" refForName="textCenter"/>
              <dgm:constr type="ctrX" for="ch" forName="cycle_1" refType="w" fact="0.5"/>
              <dgm:constr type="t" for="ch" forName="cycle_1"/>
              <dgm:constr type="w" for="ch" forName="cycle_1" refType="w"/>
              <dgm:constr type="h" for="ch" forName="cycle_1" refType="h" fact="0.34"/>
              <dgm:constr type="ctrX" for="ch" forName="cycle_2" refType="w" fact="0.5"/>
              <dgm:constr type="b" for="ch" forName="cycle_2" refType="h"/>
              <dgm:constr type="w" for="ch" forName="cycle_2" refType="w"/>
              <dgm:constr type="h" for="ch" forName="cycle_2" refType="h" fact="0.34"/>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userS" for="des" ptType="node" refType="w" refFor="ch" refForName="textCenter" fact="0.67"/>
            </dgm:constrLst>
          </dgm:if>
          <dgm:if name="Name6" axis="ch ch" ptType="node node" cnt="1 0" func="cnt" op="equ" val="3">
            <dgm:choose name="Name7">
              <dgm:if name="Name8" axis="ch ch ch" ptType="node node node" st="1 2 0" cnt="1 1 0" func="cnt" op="equ" val="1">
                <dgm:choose name="Name9">
                  <dgm:if name="Name10" axis="ch ch ch" ptType="node node node" st="1 3 0" cnt="1 1 0" func="cnt" op="equ" val="1">
                    <dgm:constrLst>
                      <dgm:constr type="ctrX" for="ch" forName="textCenter" refType="w" fact="0.5"/>
                      <dgm:constr type="t" for="ch" forName="textCenter" refType="h" fact="0.436"/>
                      <dgm:constr type="w" for="ch" forName="textCenter" refType="w" fact="0.21"/>
                      <dgm:constr type="h" for="ch" forName="textCenter" refType="w" refFor="ch" refForName="textCenter"/>
                      <dgm:constr type="ctrX" for="ch" forName="cycle_1" refType="w" fact="0.5"/>
                      <dgm:constr type="t" for="ch" forName="cycle_1"/>
                      <dgm:constr type="w" for="ch" forName="cycle_1" refType="w" fact="0.61"/>
                      <dgm:constr type="h" for="ch" forName="cycle_1" refType="h" fact="0.36"/>
                      <dgm:constr type="diam" for="ch" forName="cycle_1" refType="w" fact="0.5"/>
                      <dgm:constr type="r" for="ch" forName="cycle_2" refType="w"/>
                      <dgm:constr type="b" for="ch" forName="cycle_2" refType="h" fact="0.85"/>
                      <dgm:constr type="w" for="ch" forName="cycle_2" refType="w" fact="0.46"/>
                      <dgm:constr type="h" for="ch" forName="cycle_2" refType="h" fact="0.54"/>
                      <dgm:constr type="diam" for="ch" forName="cycle_2" refType="w" fact="0.5"/>
                      <dgm:constr type="l" for="ch" forName="cycle_3"/>
                      <dgm:constr type="b" for="ch" forName="cycle_3" refType="h" fact="0.85"/>
                      <dgm:constr type="w" for="ch" forName="cycle_3" refType="w" fact="0.46"/>
                      <dgm:constr type="h" for="ch" forName="cycle_3" refType="h" fact="0.54"/>
                      <dgm:constr type="diam" for="ch" forName="cycle_3" refType="w"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userS" for="des" ptType="node" refType="w" refFor="ch" refForName="textCenter" fact="0.67"/>
                    </dgm:constrLst>
                  </dgm:if>
                  <dgm:else name="Name11">
                    <dgm:constrLst>
                      <dgm:constr type="ctrX" for="ch" forName="textCenter" refType="w" fact="0.5"/>
                      <dgm:constr type="t" for="ch" forName="textCenter" refType="h" fact="0.436"/>
                      <dgm:constr type="w" for="ch" forName="textCenter" refType="w" fact="0.21"/>
                      <dgm:constr type="h" for="ch" forName="textCenter" refType="w" refFor="ch" refForName="textCenter"/>
                      <dgm:constr type="ctrX" for="ch" forName="cycle_1" refType="w" fact="0.5"/>
                      <dgm:constr type="t" for="ch" forName="cycle_1"/>
                      <dgm:constr type="w" for="ch" forName="cycle_1" refType="w" fact="0.61"/>
                      <dgm:constr type="h" for="ch" forName="cycle_1" refType="h" fact="0.36"/>
                      <dgm:constr type="diam" for="ch" forName="cycle_1" refType="w" fact="0.5"/>
                      <dgm:constr type="r" for="ch" forName="cycle_2" refType="w"/>
                      <dgm:constr type="b" for="ch" forName="cycle_2" refType="h" fact="0.85"/>
                      <dgm:constr type="w" for="ch" forName="cycle_2" refType="w" fact="0.46"/>
                      <dgm:constr type="h" for="ch" forName="cycle_2" refType="h" fact="0.54"/>
                      <dgm:constr type="diam" for="ch" forName="cycle_2" refType="w" fact="0.5"/>
                      <dgm:constr type="l" for="ch" forName="cycle_3"/>
                      <dgm:constr type="b" for="ch" forName="cycle_3" refType="h"/>
                      <dgm:constr type="w" for="ch" forName="cycle_3" refType="w" fact="0.46"/>
                      <dgm:constr type="h" for="ch" forName="cycle_3" refType="h" fact="0.54"/>
                      <dgm:constr type="diam" for="ch" forName="cycle_3" refType="w"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userS" for="des" ptType="node" refType="w" refFor="ch" refForName="textCenter" fact="0.67"/>
                    </dgm:constrLst>
                  </dgm:else>
                </dgm:choose>
              </dgm:if>
              <dgm:else name="Name12">
                <dgm:choose name="Name13">
                  <dgm:if name="Name14" axis="ch ch ch" ptType="node node node" st="1 3 0" cnt="1 1 0" func="cnt" op="equ" val="1">
                    <dgm:constrLst>
                      <dgm:constr type="ctrX" for="ch" forName="textCenter" refType="w" fact="0.5"/>
                      <dgm:constr type="t" for="ch" forName="textCenter" refType="h" fact="0.436"/>
                      <dgm:constr type="w" for="ch" forName="textCenter" refType="w" fact="0.21"/>
                      <dgm:constr type="h" for="ch" forName="textCenter" refType="w" refFor="ch" refForName="textCenter"/>
                      <dgm:constr type="ctrX" for="ch" forName="cycle_1" refType="w" fact="0.5"/>
                      <dgm:constr type="t" for="ch" forName="cycle_1"/>
                      <dgm:constr type="w" for="ch" forName="cycle_1" refType="w" fact="0.61"/>
                      <dgm:constr type="h" for="ch" forName="cycle_1" refType="h" fact="0.36"/>
                      <dgm:constr type="diam" for="ch" forName="cycle_1" refType="w" fact="0.5"/>
                      <dgm:constr type="r" for="ch" forName="cycle_2" refType="w"/>
                      <dgm:constr type="b" for="ch" forName="cycle_2" refType="h"/>
                      <dgm:constr type="w" for="ch" forName="cycle_2" refType="w" fact="0.46"/>
                      <dgm:constr type="h" for="ch" forName="cycle_2" refType="h" fact="0.54"/>
                      <dgm:constr type="diam" for="ch" forName="cycle_2" refType="w" fact="0.5"/>
                      <dgm:constr type="l" for="ch" forName="cycle_3"/>
                      <dgm:constr type="b" for="ch" forName="cycle_3" refType="h" fact="0.85"/>
                      <dgm:constr type="w" for="ch" forName="cycle_3" refType="w" fact="0.46"/>
                      <dgm:constr type="h" for="ch" forName="cycle_3" refType="h" fact="0.54"/>
                      <dgm:constr type="diam" for="ch" forName="cycle_3" refType="w"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userS" for="des" ptType="node" refType="w" refFor="ch" refForName="textCenter" fact="0.67"/>
                    </dgm:constrLst>
                  </dgm:if>
                  <dgm:else name="Name15">
                    <dgm:constrLst>
                      <dgm:constr type="ctrX" for="ch" forName="textCenter" refType="w" fact="0.5"/>
                      <dgm:constr type="t" for="ch" forName="textCenter" refType="h" fact="0.436"/>
                      <dgm:constr type="w" for="ch" forName="textCenter" refType="w" fact="0.21"/>
                      <dgm:constr type="h" for="ch" forName="textCenter" refType="w" refFor="ch" refForName="textCenter"/>
                      <dgm:constr type="ctrX" for="ch" forName="cycle_1" refType="w" fact="0.5"/>
                      <dgm:constr type="t" for="ch" forName="cycle_1"/>
                      <dgm:constr type="w" for="ch" forName="cycle_1" refType="w" fact="0.61"/>
                      <dgm:constr type="h" for="ch" forName="cycle_1" refType="h" fact="0.36"/>
                      <dgm:constr type="diam" for="ch" forName="cycle_1" refType="w" fact="0.5"/>
                      <dgm:constr type="r" for="ch" forName="cycle_2" refType="w"/>
                      <dgm:constr type="b" for="ch" forName="cycle_2" refType="h"/>
                      <dgm:constr type="w" for="ch" forName="cycle_2" refType="w" fact="0.46"/>
                      <dgm:constr type="h" for="ch" forName="cycle_2" refType="h" fact="0.54"/>
                      <dgm:constr type="diam" for="ch" forName="cycle_2" refType="w" fact="0.5"/>
                      <dgm:constr type="l" for="ch" forName="cycle_3"/>
                      <dgm:constr type="b" for="ch" forName="cycle_3" refType="h"/>
                      <dgm:constr type="w" for="ch" forName="cycle_3" refType="w" fact="0.46"/>
                      <dgm:constr type="h" for="ch" forName="cycle_3" refType="h" fact="0.54"/>
                      <dgm:constr type="diam" for="ch" forName="cycle_3" refType="w"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userS" for="des" ptType="node" refType="w" refFor="ch" refForName="textCenter" fact="0.67"/>
                    </dgm:constrLst>
                  </dgm:else>
                </dgm:choose>
              </dgm:else>
            </dgm:choose>
          </dgm:if>
          <dgm:if name="Name16" axis="ch ch" ptType="node node" cnt="1 0" func="cnt" op="equ" val="4">
            <dgm:constrLst>
              <dgm:constr type="ctrX" for="ch" forName="textCenter" refType="w" fact="0.5"/>
              <dgm:constr type="ctrY" for="ch" forName="textCenter" refType="h" fact="0.5"/>
              <dgm:constr type="w" for="ch" forName="textCenter" refType="w" fact="0.2"/>
              <dgm:constr type="h" for="ch" forName="textCenter" refType="w" refFor="ch" refForName="textCenter"/>
              <dgm:constr type="ctrX" for="ch" forName="cycle_1" refType="w" fact="0.5"/>
              <dgm:constr type="t" for="ch" forName="cycle_1"/>
              <dgm:constr type="w" for="ch" forName="cycle_1" refType="w" fact="0.5"/>
              <dgm:constr type="h" for="ch" forName="cycle_1" refType="h" fact="0.33"/>
              <dgm:constr type="r" for="ch" forName="cycle_2" refType="w"/>
              <dgm:constr type="ctrY" for="ch" forName="cycle_2" refType="h" fact="0.5"/>
              <dgm:constr type="w" for="ch" forName="cycle_2" refType="w" fact="0.33"/>
              <dgm:constr type="h" for="ch" forName="cycle_2" refType="h" fact="0.5"/>
              <dgm:constr type="ctrX" for="ch" forName="cycle_3" refType="w" fact="0.5"/>
              <dgm:constr type="b" for="ch" forName="cycle_3" refType="h"/>
              <dgm:constr type="w" for="ch" forName="cycle_3" refType="w" fact="0.5"/>
              <dgm:constr type="h" for="ch" forName="cycle_3" refType="h" fact="0.33"/>
              <dgm:constr type="l" for="ch" forName="cycle_4"/>
              <dgm:constr type="ctrY" for="ch" forName="cycle_4" refType="h" fact="0.5"/>
              <dgm:constr type="w" for="ch" forName="cycle_4" refType="w" fact="0.33"/>
              <dgm:constr type="h" for="ch" forName="cycle_4" refType="h"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primFontSz" for="des" forName="childCenter4" refType="primFontSz" refFor="des" refForName="childCenter1" op="equ"/>
              <dgm:constr type="primFontSz" for="des" forName="text4" refType="primFontSz" refFor="des" refForName="text1" op="equ"/>
              <dgm:constr type="userS" for="des" ptType="node" refType="w" refFor="ch" refForName="textCenter" fact="0.67"/>
            </dgm:constrLst>
          </dgm:if>
          <dgm:if name="Name17" axis="ch ch" ptType="node node" cnt="1 0" func="cnt" op="equ" val="5">
            <dgm:constrLst>
              <dgm:constr type="ctrX" for="ch" forName="textCenter" refType="w" fact="0.5"/>
              <dgm:constr type="t" for="ch" forName="textCenter" refType="h" fact="0.42"/>
              <dgm:constr type="w" for="ch" forName="textCenter" refType="w" fact="0.2"/>
              <dgm:constr type="h" for="ch" forName="textCenter" refType="w" refFor="ch" refForName="textCenter"/>
              <dgm:constr type="ctrX" for="ch" forName="cycle_1" refType="w" fact="0.5"/>
              <dgm:constr type="t" for="ch" forName="cycle_1"/>
              <dgm:constr type="w" for="ch" forName="cycle_1" refType="w" fact="0.33"/>
              <dgm:constr type="h" for="ch" forName="cycle_1" refType="w" refFor="ch" refForName="cycle_1"/>
              <dgm:constr type="r" for="ch" forName="cycle_2" refType="w"/>
              <dgm:constr type="t" for="ch" forName="cycle_2" refType="h" fact="0.24"/>
              <dgm:constr type="w" for="ch" forName="cycle_2" refType="w" fact="0.33"/>
              <dgm:constr type="h" for="ch" forName="cycle_2" refType="w" refFor="ch" refForName="cycle_2"/>
              <dgm:constr type="r" for="ch" forName="cycle_3" refType="w" fact="0.89"/>
              <dgm:constr type="b" for="ch" forName="cycle_3" refType="h"/>
              <dgm:constr type="w" for="ch" forName="cycle_3" refType="w" fact="0.33"/>
              <dgm:constr type="h" for="ch" forName="cycle_3" refType="w" refFor="ch" refForName="cycle_3"/>
              <dgm:constr type="l" for="ch" forName="cycle_4" refType="w" fact="0.11"/>
              <dgm:constr type="b" for="ch" forName="cycle_4" refType="h"/>
              <dgm:constr type="w" for="ch" forName="cycle_4" refType="w" fact="0.33"/>
              <dgm:constr type="h" for="ch" forName="cycle_4" refType="w" refFor="ch" refForName="cycle_4"/>
              <dgm:constr type="l" for="ch" forName="cycle_5"/>
              <dgm:constr type="t" for="ch" forName="cycle_5" refType="h" fact="0.24"/>
              <dgm:constr type="w" for="ch" forName="cycle_5" refType="w" fact="0.33"/>
              <dgm:constr type="h" for="ch" forName="cycle_5" refType="w" refFor="ch" refForName="cycle_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primFontSz" for="des" forName="childCenter4" refType="primFontSz" refFor="des" refForName="childCenter1" op="equ"/>
              <dgm:constr type="primFontSz" for="des" forName="text4" refType="primFontSz" refFor="des" refForName="text1" op="equ"/>
              <dgm:constr type="primFontSz" for="des" forName="childCenter5" refType="primFontSz" refFor="des" refForName="childCenter1" op="equ"/>
              <dgm:constr type="primFontSz" for="des" forName="text5" refType="primFontSz" refFor="des" refForName="text1" op="equ"/>
              <dgm:constr type="userS" for="des" ptType="node" refType="w" refFor="ch" refForName="textCenter" fact="0.67"/>
            </dgm:constrLst>
          </dgm:if>
          <dgm:if name="Name18" axis="ch ch" ptType="node node" cnt="1 0" func="cnt" op="equ" val="6">
            <dgm:constrLst>
              <dgm:constr type="ctrX" for="ch" forName="textCenter" refType="w" fact="0.5"/>
              <dgm:constr type="ctrY" for="ch" forName="textCenter" refType="h" fact="0.5"/>
              <dgm:constr type="w" for="ch" forName="textCenter" refType="w" fact="0.2"/>
              <dgm:constr type="h" for="ch" forName="textCenter" refType="w" refFor="ch" refForName="textCenter"/>
              <dgm:constr type="ctrX" for="ch" forName="cycle_1" refType="w" fact="0.5"/>
              <dgm:constr type="t" for="ch" forName="cycle_1"/>
              <dgm:constr type="w" for="ch" forName="cycle_1" refType="w" fact="0.33"/>
              <dgm:constr type="h" for="ch" forName="cycle_1" refType="w" refFor="ch" refForName="cycle_1"/>
              <dgm:constr type="r" for="ch" forName="cycle_2" refType="w"/>
              <dgm:constr type="t" for="ch" forName="cycle_2" refType="h" fact="0.17"/>
              <dgm:constr type="w" for="ch" forName="cycle_2" refType="w" fact="0.33"/>
              <dgm:constr type="h" for="ch" forName="cycle_2" refType="w" refFor="ch" refForName="cycle_2"/>
              <dgm:constr type="r" for="ch" forName="cycle_3" refType="w"/>
              <dgm:constr type="b" for="ch" forName="cycle_3" refType="h" fact="0.83"/>
              <dgm:constr type="w" for="ch" forName="cycle_3" refType="w" fact="0.33"/>
              <dgm:constr type="h" for="ch" forName="cycle_3" refType="w" refFor="ch" refForName="cycle_3"/>
              <dgm:constr type="ctrX" for="ch" forName="cycle_4" refType="w" fact="0.5"/>
              <dgm:constr type="b" for="ch" forName="cycle_4" refType="h"/>
              <dgm:constr type="w" for="ch" forName="cycle_4" refType="w" fact="0.33"/>
              <dgm:constr type="h" for="ch" forName="cycle_4" refType="w" refFor="ch" refForName="cycle_4"/>
              <dgm:constr type="l" for="ch" forName="cycle_5"/>
              <dgm:constr type="b" for="ch" forName="cycle_5" refType="h" fact="0.83"/>
              <dgm:constr type="w" for="ch" forName="cycle_5" refType="w" fact="0.33"/>
              <dgm:constr type="h" for="ch" forName="cycle_5" refType="w" refFor="ch" refForName="cycle_5"/>
              <dgm:constr type="l" for="ch" forName="cycle_6"/>
              <dgm:constr type="t" for="ch" forName="cycle_6" refType="h" fact="0.17"/>
              <dgm:constr type="w" for="ch" forName="cycle_6" refType="w" fact="0.33"/>
              <dgm:constr type="h" for="ch" forName="cycle_6" refType="w" refFor="ch" refForName="cycle_6"/>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primFontSz" for="des" forName="childCenter4" refType="primFontSz" refFor="des" refForName="childCenter1" op="equ"/>
              <dgm:constr type="primFontSz" for="des" forName="text4" refType="primFontSz" refFor="des" refForName="text1" op="equ"/>
              <dgm:constr type="primFontSz" for="des" forName="childCenter5" refType="primFontSz" refFor="des" refForName="childCenter1" op="equ"/>
              <dgm:constr type="primFontSz" for="des" forName="text5" refType="primFontSz" refFor="des" refForName="text1" op="equ"/>
              <dgm:constr type="primFontSz" for="des" forName="childCenter6" refType="primFontSz" refFor="des" refForName="childCenter1" op="equ"/>
              <dgm:constr type="primFontSz" for="des" forName="text6" refType="primFontSz" refFor="des" refForName="text1" op="equ"/>
              <dgm:constr type="userS" for="des" ptType="node" refType="w" refFor="ch" refForName="textCenter" fact="0.67"/>
            </dgm:constrLst>
          </dgm:if>
          <dgm:else name="Name19">
            <dgm:constrLst>
              <dgm:constr type="ctrX" for="ch" forName="textCenter" refType="w" fact="0.5"/>
              <dgm:constr type="t" for="ch" forName="textCenter" refType="h" fact="0.444"/>
              <dgm:constr type="w" for="ch" forName="textCenter" refType="w" fact="0.167"/>
              <dgm:constr type="h" for="ch" forName="textCenter" refType="w" refFor="ch" refForName="textCenter"/>
              <dgm:constr type="ctrX" for="ch" forName="cycle_1" refType="w" fact="0.5"/>
              <dgm:constr type="t" for="ch" forName="cycle_1"/>
              <dgm:constr type="w" for="ch" forName="cycle_1" refType="w" fact="0.263"/>
              <dgm:constr type="h" for="ch" forName="cycle_1" refType="w" refFor="ch" refForName="cycle_1"/>
              <dgm:constr type="r" for="ch" forName="cycle_2" refType="w" fact="0.938"/>
              <dgm:constr type="t" for="ch" forName="cycle_2" refType="h" fact="0.141"/>
              <dgm:constr type="w" for="ch" forName="cycle_2" refType="w" fact="0.263"/>
              <dgm:constr type="h" for="ch" forName="cycle_2" refType="w" refFor="ch" refForName="cycle_2"/>
              <dgm:constr type="r" for="ch" forName="cycle_3" refType="w"/>
              <dgm:constr type="b" for="ch" forName="cycle_3" refType="h" fact="0.74"/>
              <dgm:constr type="w" for="ch" forName="cycle_3" refType="w" fact="0.263"/>
              <dgm:constr type="h" for="ch" forName="cycle_3" refType="w" refFor="ch" refForName="cycle_3"/>
              <dgm:constr type="r" for="ch" forName="cycle_4" refType="w" fact="0.8"/>
              <dgm:constr type="b" for="ch" forName="cycle_4" refType="h"/>
              <dgm:constr type="w" for="ch" forName="cycle_4" refType="w" fact="0.263"/>
              <dgm:constr type="h" for="ch" forName="cycle_4" refType="w" refFor="ch" refForName="cycle_4"/>
              <dgm:constr type="l" for="ch" forName="cycle_5" refType="w" fact="0.2"/>
              <dgm:constr type="b" for="ch" forName="cycle_5" refType="h"/>
              <dgm:constr type="w" for="ch" forName="cycle_5" refType="w" fact="0.263"/>
              <dgm:constr type="h" for="ch" forName="cycle_5" refType="w" refFor="ch" refForName="cycle_5"/>
              <dgm:constr type="l" for="ch" forName="cycle_6"/>
              <dgm:constr type="b" for="ch" forName="cycle_6" refType="h" fact="0.74"/>
              <dgm:constr type="w" for="ch" forName="cycle_6" refType="w" fact="0.263"/>
              <dgm:constr type="h" for="ch" forName="cycle_6" refType="w" refFor="ch" refForName="cycle_6"/>
              <dgm:constr type="l" for="ch" forName="cycle_7" refType="w" fact="0.062"/>
              <dgm:constr type="t" for="ch" forName="cycle_7" refType="h" fact="0.141"/>
              <dgm:constr type="w" for="ch" forName="cycle_7" refType="w" fact="0.263"/>
              <dgm:constr type="h" for="ch" forName="cycle_7" refType="w" refFor="ch" refForName="cycle_7"/>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primFontSz" for="des" forName="childCenter4" refType="primFontSz" refFor="des" refForName="childCenter1" op="equ"/>
              <dgm:constr type="primFontSz" for="des" forName="text4" refType="primFontSz" refFor="des" refForName="text1" op="equ"/>
              <dgm:constr type="primFontSz" for="des" forName="childCenter5" refType="primFontSz" refFor="des" refForName="childCenter1" op="equ"/>
              <dgm:constr type="primFontSz" for="des" forName="text5" refType="primFontSz" refFor="des" refForName="text1" op="equ"/>
              <dgm:constr type="primFontSz" for="des" forName="childCenter6" refType="primFontSz" refFor="des" refForName="childCenter1" op="equ"/>
              <dgm:constr type="primFontSz" for="des" forName="text6" refType="primFontSz" refFor="des" refForName="text1" op="equ"/>
              <dgm:constr type="primFontSz" for="des" forName="childCenter7" refType="primFontSz" refFor="des" refForName="childCenter1" op="equ"/>
              <dgm:constr type="primFontSz" for="des" forName="text7" refType="primFontSz" refFor="des" refForName="text1" op="equ"/>
              <dgm:constr type="userS" for="des" ptType="node" refType="w" refFor="ch" refForName="textCenter" fact="0.67"/>
            </dgm:constrLst>
          </dgm:else>
        </dgm:choose>
      </dgm:if>
      <dgm:else name="Name20">
        <dgm:choose name="Name21">
          <dgm:if name="Name22" axis="ch ch" ptType="node node" func="cnt" op="equ" val="1">
            <dgm:constrLst>
              <dgm:constr type="r" for="ch" forName="textCenter" refType="w"/>
              <dgm:constr type="ctrY" for="ch" forName="textCenter" refType="h" fact="0.5"/>
              <dgm:constr type="w" for="ch" forName="textCenter" refType="w" fact="0.32"/>
              <dgm:constr type="h" for="ch" forName="textCenter" refType="w" refFor="ch" refForName="textCenter"/>
              <dgm:constr type="l" for="ch" forName="cycle_1"/>
              <dgm:constr type="ctrY" for="ch" forName="cycle_1" refType="h" fact="0.5"/>
              <dgm:constr type="w" for="ch" forName="cycle_1" refType="w" fact="0.56"/>
              <dgm:constr type="h" for="ch" forName="cycle_1" refType="h"/>
              <dgm:constr type="primFontSz" for="ch" forName="textCenter" val="65"/>
              <dgm:constr type="primFontSz" for="des" forName="childCenter1" val="65"/>
              <dgm:constr type="primFontSz" for="des" forName="text1" op="equ" val="65"/>
              <dgm:constr type="userS" for="des" ptType="node" refType="w" refFor="ch" refForName="textCenter" fact="0.67"/>
            </dgm:constrLst>
          </dgm:if>
          <dgm:if name="Name23" axis="ch ch" ptType="node node" func="cnt" op="equ" val="2">
            <dgm:constrLst>
              <dgm:constr type="ctrX" for="ch" forName="textCenter" refType="w" fact="0.5"/>
              <dgm:constr type="ctrY" for="ch" forName="textCenter" refType="h" fact="0.5"/>
              <dgm:constr type="w" for="ch" forName="textCenter" refType="w" fact="0.25"/>
              <dgm:constr type="h" for="ch" forName="textCenter" refType="w" refFor="ch" refForName="textCenter"/>
              <dgm:constr type="ctrX" for="ch" forName="cycle_1" refType="w" fact="0.5"/>
              <dgm:constr type="t" for="ch" forName="cycle_1"/>
              <dgm:constr type="w" for="ch" forName="cycle_1" refType="w"/>
              <dgm:constr type="h" for="ch" forName="cycle_1" refType="h" fact="0.34"/>
              <dgm:constr type="ctrX" for="ch" forName="cycle_2" refType="w" fact="0.5"/>
              <dgm:constr type="b" for="ch" forName="cycle_2" refType="h"/>
              <dgm:constr type="w" for="ch" forName="cycle_2" refType="w"/>
              <dgm:constr type="h" for="ch" forName="cycle_2" refType="h" fact="0.34"/>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userS" for="des" ptType="node" refType="w" refFor="ch" refForName="textCenter" fact="0.67"/>
            </dgm:constrLst>
          </dgm:if>
          <dgm:if name="Name24" axis="ch ch" ptType="node node" func="cnt" op="equ" val="3">
            <dgm:choose name="Name25">
              <dgm:if name="Name26" axis="ch ch ch" ptType="node node node" st="1 2 0" cnt="1 1 0" func="cnt" op="equ" val="1">
                <dgm:choose name="Name27">
                  <dgm:if name="Name28" axis="ch ch ch" ptType="node node node" st="1 3 0" cnt="1 1 0" func="cnt" op="equ" val="1">
                    <dgm:constrLst>
                      <dgm:constr type="ctrX" for="ch" forName="textCenter" refType="w" fact="0.5"/>
                      <dgm:constr type="t" for="ch" forName="textCenter" refType="h" fact="0.436"/>
                      <dgm:constr type="w" for="ch" forName="textCenter" refType="w" fact="0.21"/>
                      <dgm:constr type="h" for="ch" forName="textCenter" refType="w" refFor="ch" refForName="textCenter"/>
                      <dgm:constr type="ctrX" for="ch" forName="cycle_1" refType="w" fact="0.5"/>
                      <dgm:constr type="t" for="ch" forName="cycle_1"/>
                      <dgm:constr type="w" for="ch" forName="cycle_1" refType="w" fact="0.61"/>
                      <dgm:constr type="h" for="ch" forName="cycle_1" refType="h" fact="0.36"/>
                      <dgm:constr type="diam" for="ch" forName="cycle_1" refType="w" fact="0.5"/>
                      <dgm:constr type="l" for="ch" forName="cycle_2"/>
                      <dgm:constr type="b" for="ch" forName="cycle_2" refType="h" fact="0.85"/>
                      <dgm:constr type="w" for="ch" forName="cycle_2" refType="w" fact="0.46"/>
                      <dgm:constr type="h" for="ch" forName="cycle_2" refType="h" fact="0.54"/>
                      <dgm:constr type="diam" for="ch" forName="cycle_2" refType="w" fact="0.5"/>
                      <dgm:constr type="r" for="ch" forName="cycle_3" refType="w"/>
                      <dgm:constr type="b" for="ch" forName="cycle_3" refType="h" fact="0.85"/>
                      <dgm:constr type="w" for="ch" forName="cycle_3" refType="w" fact="0.46"/>
                      <dgm:constr type="h" for="ch" forName="cycle_3" refType="h" fact="0.54"/>
                      <dgm:constr type="diam" for="ch" forName="cycle_3" refType="w"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userS" for="des" ptType="node" refType="w" refFor="ch" refForName="textCenter" fact="0.67"/>
                    </dgm:constrLst>
                  </dgm:if>
                  <dgm:else name="Name29">
                    <dgm:constrLst>
                      <dgm:constr type="ctrX" for="ch" forName="textCenter" refType="w" fact="0.5"/>
                      <dgm:constr type="t" for="ch" forName="textCenter" refType="h" fact="0.436"/>
                      <dgm:constr type="w" for="ch" forName="textCenter" refType="w" fact="0.21"/>
                      <dgm:constr type="h" for="ch" forName="textCenter" refType="w" refFor="ch" refForName="textCenter"/>
                      <dgm:constr type="ctrX" for="ch" forName="cycle_1" refType="w" fact="0.5"/>
                      <dgm:constr type="t" for="ch" forName="cycle_1"/>
                      <dgm:constr type="w" for="ch" forName="cycle_1" refType="w" fact="0.61"/>
                      <dgm:constr type="h" for="ch" forName="cycle_1" refType="h" fact="0.36"/>
                      <dgm:constr type="diam" for="ch" forName="cycle_1" refType="w" fact="0.5"/>
                      <dgm:constr type="l" for="ch" forName="cycle_2"/>
                      <dgm:constr type="b" for="ch" forName="cycle_2" refType="h" fact="0.85"/>
                      <dgm:constr type="w" for="ch" forName="cycle_2" refType="w" fact="0.46"/>
                      <dgm:constr type="h" for="ch" forName="cycle_2" refType="h" fact="0.54"/>
                      <dgm:constr type="diam" for="ch" forName="cycle_2" refType="w" fact="0.5"/>
                      <dgm:constr type="r" for="ch" forName="cycle_3" refType="w"/>
                      <dgm:constr type="b" for="ch" forName="cycle_3" refType="h"/>
                      <dgm:constr type="w" for="ch" forName="cycle_3" refType="w" fact="0.46"/>
                      <dgm:constr type="h" for="ch" forName="cycle_3" refType="h" fact="0.54"/>
                      <dgm:constr type="diam" for="ch" forName="cycle_3" refType="w"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userS" for="des" ptType="node" refType="w" refFor="ch" refForName="textCenter" fact="0.67"/>
                    </dgm:constrLst>
                  </dgm:else>
                </dgm:choose>
              </dgm:if>
              <dgm:else name="Name30">
                <dgm:choose name="Name31">
                  <dgm:if name="Name32" axis="ch ch ch" ptType="node node node" st="1 3 0" cnt="1 1 0" func="cnt" op="equ" val="1">
                    <dgm:constrLst>
                      <dgm:constr type="ctrX" for="ch" forName="textCenter" refType="w" fact="0.5"/>
                      <dgm:constr type="t" for="ch" forName="textCenter" refType="h" fact="0.436"/>
                      <dgm:constr type="w" for="ch" forName="textCenter" refType="w" fact="0.21"/>
                      <dgm:constr type="h" for="ch" forName="textCenter" refType="w" refFor="ch" refForName="textCenter"/>
                      <dgm:constr type="ctrX" for="ch" forName="cycle_1" refType="w" fact="0.5"/>
                      <dgm:constr type="t" for="ch" forName="cycle_1"/>
                      <dgm:constr type="w" for="ch" forName="cycle_1" refType="w" fact="0.61"/>
                      <dgm:constr type="h" for="ch" forName="cycle_1" refType="h" fact="0.36"/>
                      <dgm:constr type="diam" for="ch" forName="cycle_1" refType="w" fact="0.5"/>
                      <dgm:constr type="l" for="ch" forName="cycle_2"/>
                      <dgm:constr type="b" for="ch" forName="cycle_2" refType="h"/>
                      <dgm:constr type="w" for="ch" forName="cycle_2" refType="w" fact="0.46"/>
                      <dgm:constr type="h" for="ch" forName="cycle_2" refType="h" fact="0.54"/>
                      <dgm:constr type="diam" for="ch" forName="cycle_2" refType="w" fact="0.5"/>
                      <dgm:constr type="r" for="ch" forName="cycle_3" refType="w"/>
                      <dgm:constr type="b" for="ch" forName="cycle_3" refType="h" fact="0.85"/>
                      <dgm:constr type="w" for="ch" forName="cycle_3" refType="w" fact="0.46"/>
                      <dgm:constr type="h" for="ch" forName="cycle_3" refType="h" fact="0.54"/>
                      <dgm:constr type="diam" for="ch" forName="cycle_3" refType="w"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userS" for="des" ptType="node" refType="w" refFor="ch" refForName="textCenter" fact="0.67"/>
                    </dgm:constrLst>
                  </dgm:if>
                  <dgm:else name="Name33">
                    <dgm:constrLst>
                      <dgm:constr type="ctrX" for="ch" forName="textCenter" refType="w" fact="0.5"/>
                      <dgm:constr type="t" for="ch" forName="textCenter" refType="h" fact="0.436"/>
                      <dgm:constr type="w" for="ch" forName="textCenter" refType="w" fact="0.21"/>
                      <dgm:constr type="h" for="ch" forName="textCenter" refType="w" refFor="ch" refForName="textCenter"/>
                      <dgm:constr type="ctrX" for="ch" forName="cycle_1" refType="w" fact="0.5"/>
                      <dgm:constr type="t" for="ch" forName="cycle_1"/>
                      <dgm:constr type="w" for="ch" forName="cycle_1" refType="w" fact="0.61"/>
                      <dgm:constr type="h" for="ch" forName="cycle_1" refType="h" fact="0.36"/>
                      <dgm:constr type="diam" for="ch" forName="cycle_1" refType="w" fact="0.5"/>
                      <dgm:constr type="l" for="ch" forName="cycle_2"/>
                      <dgm:constr type="b" for="ch" forName="cycle_2" refType="h"/>
                      <dgm:constr type="w" for="ch" forName="cycle_2" refType="w" fact="0.46"/>
                      <dgm:constr type="h" for="ch" forName="cycle_2" refType="h" fact="0.54"/>
                      <dgm:constr type="diam" for="ch" forName="cycle_2" refType="w" fact="0.5"/>
                      <dgm:constr type="r" for="ch" forName="cycle_3" refType="w"/>
                      <dgm:constr type="b" for="ch" forName="cycle_3" refType="h"/>
                      <dgm:constr type="w" for="ch" forName="cycle_3" refType="w" fact="0.46"/>
                      <dgm:constr type="h" for="ch" forName="cycle_3" refType="h" fact="0.54"/>
                      <dgm:constr type="diam" for="ch" forName="cycle_3" refType="w"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userS" for="des" ptType="node" refType="w" refFor="ch" refForName="textCenter" fact="0.67"/>
                    </dgm:constrLst>
                  </dgm:else>
                </dgm:choose>
              </dgm:else>
            </dgm:choose>
          </dgm:if>
          <dgm:if name="Name34" axis="ch ch" ptType="node node" func="cnt" op="equ" val="4">
            <dgm:constrLst>
              <dgm:constr type="ctrX" for="ch" forName="textCenter" refType="w" fact="0.5"/>
              <dgm:constr type="ctrY" for="ch" forName="textCenter" refType="h" fact="0.5"/>
              <dgm:constr type="w" for="ch" forName="textCenter" refType="w" fact="0.2"/>
              <dgm:constr type="h" for="ch" forName="textCenter" refType="w" refFor="ch" refForName="textCenter"/>
              <dgm:constr type="ctrX" for="ch" forName="cycle_1" refType="w" fact="0.5"/>
              <dgm:constr type="t" for="ch" forName="cycle_1"/>
              <dgm:constr type="w" for="ch" forName="cycle_1" refType="w" fact="0.5"/>
              <dgm:constr type="h" for="ch" forName="cycle_1" refType="h" fact="0.33"/>
              <dgm:constr type="l" for="ch" forName="cycle_2"/>
              <dgm:constr type="ctrY" for="ch" forName="cycle_2" refType="h" fact="0.5"/>
              <dgm:constr type="w" for="ch" forName="cycle_2" refType="w" fact="0.33"/>
              <dgm:constr type="h" for="ch" forName="cycle_2" refType="h" fact="0.5"/>
              <dgm:constr type="ctrX" for="ch" forName="cycle_3" refType="w" fact="0.5"/>
              <dgm:constr type="b" for="ch" forName="cycle_3" refType="h"/>
              <dgm:constr type="w" for="ch" forName="cycle_3" refType="w" fact="0.5"/>
              <dgm:constr type="h" for="ch" forName="cycle_3" refType="h" fact="0.33"/>
              <dgm:constr type="r" for="ch" forName="cycle_4" refType="w"/>
              <dgm:constr type="ctrY" for="ch" forName="cycle_4" refType="h" fact="0.5"/>
              <dgm:constr type="w" for="ch" forName="cycle_4" refType="w" fact="0.33"/>
              <dgm:constr type="h" for="ch" forName="cycle_4" refType="h"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primFontSz" for="des" forName="childCenter4" refType="primFontSz" refFor="des" refForName="childCenter1" op="equ"/>
              <dgm:constr type="primFontSz" for="des" forName="text4" refType="primFontSz" refFor="des" refForName="text1" op="equ"/>
              <dgm:constr type="userS" for="des" ptType="node" refType="w" refFor="ch" refForName="textCenter" fact="0.67"/>
            </dgm:constrLst>
          </dgm:if>
          <dgm:if name="Name35" axis="ch ch" ptType="node node" func="cnt" op="equ" val="5">
            <dgm:constrLst>
              <dgm:constr type="ctrX" for="ch" forName="textCenter" refType="w" fact="0.5"/>
              <dgm:constr type="t" for="ch" forName="textCenter" refType="h" fact="0.42"/>
              <dgm:constr type="w" for="ch" forName="textCenter" refType="w" fact="0.2"/>
              <dgm:constr type="h" for="ch" forName="textCenter" refType="w" refFor="ch" refForName="textCenter"/>
              <dgm:constr type="ctrX" for="ch" forName="cycle_1" refType="w" fact="0.5"/>
              <dgm:constr type="t" for="ch" forName="cycle_1"/>
              <dgm:constr type="w" for="ch" forName="cycle_1" refType="w" fact="0.33"/>
              <dgm:constr type="h" for="ch" forName="cycle_1" refType="w" refFor="ch" refForName="cycle_1"/>
              <dgm:constr type="l" for="ch" forName="cycle_2"/>
              <dgm:constr type="t" for="ch" forName="cycle_2" refType="h" fact="0.24"/>
              <dgm:constr type="w" for="ch" forName="cycle_2" refType="w" fact="0.33"/>
              <dgm:constr type="h" for="ch" forName="cycle_2" refType="w" refFor="ch" refForName="cycle_2"/>
              <dgm:constr type="l" for="ch" forName="cycle_3" refType="w" fact="0.11"/>
              <dgm:constr type="b" for="ch" forName="cycle_3" refType="h"/>
              <dgm:constr type="w" for="ch" forName="cycle_3" refType="w" fact="0.33"/>
              <dgm:constr type="h" for="ch" forName="cycle_3" refType="w" refFor="ch" refForName="cycle_3"/>
              <dgm:constr type="r" for="ch" forName="cycle_4" refType="w" fact="0.89"/>
              <dgm:constr type="b" for="ch" forName="cycle_4" refType="h"/>
              <dgm:constr type="w" for="ch" forName="cycle_4" refType="w" fact="0.33"/>
              <dgm:constr type="h" for="ch" forName="cycle_4" refType="w" refFor="ch" refForName="cycle_4"/>
              <dgm:constr type="r" for="ch" forName="cycle_5" refType="w"/>
              <dgm:constr type="t" for="ch" forName="cycle_5" refType="h" fact="0.24"/>
              <dgm:constr type="w" for="ch" forName="cycle_5" refType="w" fact="0.33"/>
              <dgm:constr type="h" for="ch" forName="cycle_5" refType="w" refFor="ch" refForName="cycle_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primFontSz" for="des" forName="childCenter4" refType="primFontSz" refFor="des" refForName="childCenter1" op="equ"/>
              <dgm:constr type="primFontSz" for="des" forName="text4" refType="primFontSz" refFor="des" refForName="text1" op="equ"/>
              <dgm:constr type="primFontSz" for="des" forName="childCenter5" refType="primFontSz" refFor="des" refForName="childCenter1" op="equ"/>
              <dgm:constr type="primFontSz" for="des" forName="text5" refType="primFontSz" refFor="des" refForName="text1" op="equ"/>
              <dgm:constr type="userS" for="des" ptType="node" refType="w" refFor="ch" refForName="textCenter" fact="0.67"/>
            </dgm:constrLst>
          </dgm:if>
          <dgm:if name="Name36" axis="ch ch" ptType="node node" func="cnt" op="equ" val="6">
            <dgm:constrLst>
              <dgm:constr type="ctrX" for="ch" forName="textCenter" refType="w" fact="0.5"/>
              <dgm:constr type="ctrY" for="ch" forName="textCenter" refType="h" fact="0.5"/>
              <dgm:constr type="w" for="ch" forName="textCenter" refType="w" fact="0.2"/>
              <dgm:constr type="h" for="ch" forName="textCenter" refType="w" refFor="ch" refForName="textCenter"/>
              <dgm:constr type="ctrX" for="ch" forName="cycle_1" refType="w" fact="0.5"/>
              <dgm:constr type="t" for="ch" forName="cycle_1"/>
              <dgm:constr type="w" for="ch" forName="cycle_1" refType="w" fact="0.33"/>
              <dgm:constr type="h" for="ch" forName="cycle_1" refType="w" refFor="ch" refForName="cycle_1"/>
              <dgm:constr type="l" for="ch" forName="cycle_2"/>
              <dgm:constr type="t" for="ch" forName="cycle_2" refType="h" fact="0.17"/>
              <dgm:constr type="w" for="ch" forName="cycle_2" refType="w" fact="0.33"/>
              <dgm:constr type="h" for="ch" forName="cycle_2" refType="w" refFor="ch" refForName="cycle_2"/>
              <dgm:constr type="l" for="ch" forName="cycle_3"/>
              <dgm:constr type="b" for="ch" forName="cycle_3" refType="h" fact="0.83"/>
              <dgm:constr type="w" for="ch" forName="cycle_3" refType="w" fact="0.33"/>
              <dgm:constr type="h" for="ch" forName="cycle_3" refType="w" refFor="ch" refForName="cycle_3"/>
              <dgm:constr type="ctrX" for="ch" forName="cycle_4" refType="w" fact="0.5"/>
              <dgm:constr type="b" for="ch" forName="cycle_4" refType="h"/>
              <dgm:constr type="w" for="ch" forName="cycle_4" refType="w" fact="0.33"/>
              <dgm:constr type="h" for="ch" forName="cycle_4" refType="w" refFor="ch" refForName="cycle_4"/>
              <dgm:constr type="r" for="ch" forName="cycle_5" refType="w"/>
              <dgm:constr type="b" for="ch" forName="cycle_5" refType="h" fact="0.83"/>
              <dgm:constr type="w" for="ch" forName="cycle_5" refType="w" fact="0.33"/>
              <dgm:constr type="h" for="ch" forName="cycle_5" refType="w" refFor="ch" refForName="cycle_5"/>
              <dgm:constr type="r" for="ch" forName="cycle_6" refType="w"/>
              <dgm:constr type="t" for="ch" forName="cycle_6" refType="h" fact="0.17"/>
              <dgm:constr type="w" for="ch" forName="cycle_6" refType="w" fact="0.33"/>
              <dgm:constr type="h" for="ch" forName="cycle_6" refType="w" refFor="ch" refForName="cycle_6"/>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primFontSz" for="des" forName="childCenter4" refType="primFontSz" refFor="des" refForName="childCenter1" op="equ"/>
              <dgm:constr type="primFontSz" for="des" forName="text4" refType="primFontSz" refFor="des" refForName="text1" op="equ"/>
              <dgm:constr type="primFontSz" for="des" forName="childCenter5" refType="primFontSz" refFor="des" refForName="childCenter1" op="equ"/>
              <dgm:constr type="primFontSz" for="des" forName="text5" refType="primFontSz" refFor="des" refForName="text1" op="equ"/>
              <dgm:constr type="primFontSz" for="des" forName="childCenter6" refType="primFontSz" refFor="des" refForName="childCenter1" op="equ"/>
              <dgm:constr type="primFontSz" for="des" forName="text6" refType="primFontSz" refFor="des" refForName="text1" op="equ"/>
              <dgm:constr type="userS" for="des" ptType="node" refType="w" refFor="ch" refForName="textCenter" fact="0.67"/>
            </dgm:constrLst>
          </dgm:if>
          <dgm:else name="Name37">
            <dgm:constrLst>
              <dgm:constr type="ctrX" for="ch" forName="textCenter" refType="w" fact="0.5"/>
              <dgm:constr type="t" for="ch" forName="textCenter" refType="h" fact="0.444"/>
              <dgm:constr type="w" for="ch" forName="textCenter" refType="w" fact="0.167"/>
              <dgm:constr type="h" for="ch" forName="textCenter" refType="w" refFor="ch" refForName="textCenter"/>
              <dgm:constr type="ctrX" for="ch" forName="cycle_1" refType="w" fact="0.5"/>
              <dgm:constr type="t" for="ch" forName="cycle_1"/>
              <dgm:constr type="w" for="ch" forName="cycle_1" refType="w" fact="0.263"/>
              <dgm:constr type="h" for="ch" forName="cycle_1" refType="w" refFor="ch" refForName="cycle_1"/>
              <dgm:constr type="l" for="ch" forName="cycle_2" refType="w" fact="0.062"/>
              <dgm:constr type="t" for="ch" forName="cycle_2" refType="h" fact="0.141"/>
              <dgm:constr type="w" for="ch" forName="cycle_2" refType="w" fact="0.263"/>
              <dgm:constr type="h" for="ch" forName="cycle_2" refType="w" refFor="ch" refForName="cycle_2"/>
              <dgm:constr type="l" for="ch" forName="cycle_3"/>
              <dgm:constr type="b" for="ch" forName="cycle_3" refType="h" fact="0.74"/>
              <dgm:constr type="w" for="ch" forName="cycle_3" refType="w" fact="0.263"/>
              <dgm:constr type="h" for="ch" forName="cycle_3" refType="w" refFor="ch" refForName="cycle_3"/>
              <dgm:constr type="l" for="ch" forName="cycle_4" refType="w" fact="0.2"/>
              <dgm:constr type="b" for="ch" forName="cycle_4" refType="h"/>
              <dgm:constr type="w" for="ch" forName="cycle_4" refType="w" fact="0.263"/>
              <dgm:constr type="h" for="ch" forName="cycle_4" refType="w" refFor="ch" refForName="cycle_4"/>
              <dgm:constr type="r" for="ch" forName="cycle_5" refType="w" fact="0.8"/>
              <dgm:constr type="b" for="ch" forName="cycle_5" refType="h"/>
              <dgm:constr type="w" for="ch" forName="cycle_5" refType="w" fact="0.263"/>
              <dgm:constr type="h" for="ch" forName="cycle_5" refType="w" refFor="ch" refForName="cycle_5"/>
              <dgm:constr type="r" for="ch" forName="cycle_6" refType="w"/>
              <dgm:constr type="b" for="ch" forName="cycle_6" refType="h" fact="0.74"/>
              <dgm:constr type="w" for="ch" forName="cycle_6" refType="w" fact="0.263"/>
              <dgm:constr type="h" for="ch" forName="cycle_6" refType="w" refFor="ch" refForName="cycle_6"/>
              <dgm:constr type="r" for="ch" forName="cycle_7" refType="w" fact="0.938"/>
              <dgm:constr type="t" for="ch" forName="cycle_7" refType="h" fact="0.141"/>
              <dgm:constr type="w" for="ch" forName="cycle_7" refType="w" fact="0.263"/>
              <dgm:constr type="h" for="ch" forName="cycle_7" refType="w" refFor="ch" refForName="cycle_7"/>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primFontSz" for="des" forName="childCenter4" refType="primFontSz" refFor="des" refForName="childCenter1" op="equ"/>
              <dgm:constr type="primFontSz" for="des" forName="text4" refType="primFontSz" refFor="des" refForName="text1" op="equ"/>
              <dgm:constr type="primFontSz" for="des" forName="childCenter5" refType="primFontSz" refFor="des" refForName="childCenter1" op="equ"/>
              <dgm:constr type="primFontSz" for="des" forName="text5" refType="primFontSz" refFor="des" refForName="text1" op="equ"/>
              <dgm:constr type="primFontSz" for="des" forName="childCenter6" refType="primFontSz" refFor="des" refForName="childCenter1" op="equ"/>
              <dgm:constr type="primFontSz" for="des" forName="text6" refType="primFontSz" refFor="des" refForName="text1" op="equ"/>
              <dgm:constr type="primFontSz" for="des" forName="childCenter7" refType="primFontSz" refFor="des" refForName="childCenter1" op="equ"/>
              <dgm:constr type="primFontSz" for="des" forName="text7" refType="primFontSz" refFor="des" refForName="text1" op="equ"/>
              <dgm:constr type="userS" for="des" ptType="node" refType="w" refFor="ch" refForName="textCenter" fact="0.67"/>
            </dgm:constrLst>
          </dgm:else>
        </dgm:choose>
      </dgm:else>
    </dgm:choose>
    <dgm:forEach name="Name38" axis="ch" ptType="node" cnt="1">
      <dgm:choose name="Name39">
        <dgm:if name="Name40" axis="des" func="maxDepth" op="lte" val="1">
          <dgm:layoutNode name="singleCycle">
            <dgm:choose name="Name41">
              <dgm:if name="Name42" axis="ch" ptType="node" func="cnt" op="equ" val="1">
                <dgm:choose name="Name43">
                  <dgm:if name="Name44" func="var" arg="dir" op="equ" val="norm">
                    <dgm:alg type="cycle">
                      <dgm:param type="stAng" val="90"/>
                      <dgm:param type="ctrShpMap" val="fNode"/>
                    </dgm:alg>
                  </dgm:if>
                  <dgm:else name="Name45">
                    <dgm:alg type="cycle">
                      <dgm:param type="stAng" val="-90"/>
                      <dgm:param type="spanAng" val="-360"/>
                      <dgm:param type="ctrShpMap" val="fNode"/>
                    </dgm:alg>
                  </dgm:else>
                </dgm:choose>
              </dgm:if>
              <dgm:else name="Name46">
                <dgm:choose name="Name47">
                  <dgm:if name="Name48" func="var" arg="dir" op="equ" val="norm">
                    <dgm:alg type="cycle">
                      <dgm:param type="ctrShpMap" val="fNode"/>
                    </dgm:alg>
                  </dgm:if>
                  <dgm:else name="Name49">
                    <dgm:alg type="cycle">
                      <dgm:param type="spanAng" val="-360"/>
                      <dgm:param type="ctrShpMap" val="fNode"/>
                    </dgm:alg>
                  </dgm:else>
                </dgm:choose>
              </dgm:else>
            </dgm:choose>
            <dgm:shape xmlns:r="http://schemas.openxmlformats.org/officeDocument/2006/relationships" r:blip="">
              <dgm:adjLst/>
            </dgm:shape>
            <dgm:presOf/>
            <dgm:choose name="Name50">
              <dgm:if name="Name51" axis="ch" ptType="node" func="cnt" op="equ" val="0">
                <dgm:constrLst>
                  <dgm:constr type="w" for="ch" forName="singleCenter" refType="w"/>
                  <dgm:constr type="h" for="ch" forName="singleCenter" refType="w" refFor="ch" refForName="singleCenter"/>
                </dgm:constrLst>
              </dgm:if>
              <dgm:if name="Name52" axis="ch" ptType="node" func="cnt" op="equ" val="1">
                <dgm:constrLst>
                  <dgm:constr type="w" for="ch" forName="singleCenter" refType="w" fact="0.5"/>
                  <dgm:constr type="h" for="ch" forName="singleCenter" refType="w" refFor="ch" refForName="singleCenter"/>
                  <dgm:constr type="userS" for="ch" ptType="node" refType="w" refFor="ch" refForName="singleCenter" fact="0.67"/>
                </dgm:constrLst>
              </dgm:if>
              <dgm:else name="Name53">
                <dgm:constrLst>
                  <dgm:constr type="w" for="ch" forName="singleCenter" refType="w" fact="0.3"/>
                  <dgm:constr type="h" for="ch" forName="singleCenter" refType="w" refFor="ch" refForName="singleCenter"/>
                  <dgm:constr type="userS" for="ch" ptType="node" refType="w" refFor="ch" refForName="singleCenter" fact="0.67"/>
                </dgm:constrLst>
              </dgm:else>
            </dgm:choose>
            <dgm:layoutNode name="singleCenter" styleLbl="node1">
              <dgm:varLst>
                <dgm:chMax val="7"/>
                <dgm:chPref val="7"/>
              </dgm:varLst>
              <dgm:alg type="tx"/>
              <dgm:shape xmlns:r="http://schemas.openxmlformats.org/officeDocument/2006/relationships" type="roundRect" r:blip="">
                <dgm:adjLst/>
              </dgm:shape>
              <dgm:presOf axis="self" ptType="node"/>
              <dgm:constrLst>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name="Name54" axis="ch" cnt="21">
              <dgm:forEach name="Name55" axis="self" ptType="parTrans">
                <dgm:layoutNode name="Name56">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begPad"/>
                    <dgm:constr type="endPad"/>
                  </dgm:constrLst>
                </dgm:layoutNode>
              </dgm:forEach>
              <dgm:forEach name="Name57" axis="self" ptType="node">
                <dgm:layoutNode name="text0" styleLbl="node1">
                  <dgm:varLst>
                    <dgm:bulletEnabled val="1"/>
                  </dgm:varLst>
                  <dgm:alg type="tx"/>
                  <dgm:shape xmlns:r="http://schemas.openxmlformats.org/officeDocument/2006/relationships" type="roundRect" r:blip="">
                    <dgm:adjLst/>
                  </dgm:shape>
                  <dgm:presOf axis="desOr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dgm:forEach>
          </dgm:layoutNode>
        </dgm:if>
        <dgm:else name="Name58">
          <dgm:layoutNode name="textCenter" styleLbl="node1">
            <dgm:alg type="tx"/>
            <dgm:shape xmlns:r="http://schemas.openxmlformats.org/officeDocument/2006/relationships" type="roundRect" r:blip="">
              <dgm:adjLst/>
            </dgm:shape>
            <dgm:presOf axis="self" ptType="node"/>
            <dgm:constrLst>
              <dgm:constr type="tMarg" refType="primFontSz" fact="0.2"/>
              <dgm:constr type="bMarg" refType="primFontSz" fact="0.2"/>
              <dgm:constr type="lMarg" refType="primFontSz" fact="0.2"/>
              <dgm:constr type="rMarg" refType="primFontSz" fact="0.2"/>
            </dgm:constrLst>
            <dgm:ruleLst>
              <dgm:rule type="primFontSz" val="5" fact="NaN" max="NaN"/>
            </dgm:ruleLst>
          </dgm:layoutNode>
          <dgm:choose name="Name59">
            <dgm:if name="Name60" axis="ch" ptType="node" func="cnt" op="gte" val="1">
              <dgm:layoutNode name="cycle_1">
                <dgm:choose name="Name61">
                  <dgm:if name="Name62" func="var" arg="dir" op="equ" val="norm">
                    <dgm:choose name="Name63">
                      <dgm:if name="Name64" axis="ch" ptType="node" func="cnt" op="equ" val="1">
                        <dgm:choose name="Name65">
                          <dgm:if name="Name66" axis="ch ch" ptType="node node" st="1 1" cnt="1 0" func="cnt" op="equ" val="1">
                            <dgm:alg type="cycle">
                              <dgm:param type="ctrShpMap" val="fNode"/>
                              <dgm:param type="stAng" val="90"/>
                            </dgm:alg>
                          </dgm:if>
                          <dgm:if name="Name67" axis="ch ch" ptType="node node" st="1 1" cnt="1 0" func="cnt" op="equ" val="2">
                            <dgm:alg type="cycle">
                              <dgm:param type="ctrShpMap" val="fNode"/>
                              <dgm:param type="stAng" val="45"/>
                              <dgm:param type="spanAng" val="90"/>
                            </dgm:alg>
                          </dgm:if>
                          <dgm:else name="Name68">
                            <dgm:alg type="cycle">
                              <dgm:param type="ctrShpMap" val="fNode"/>
                              <dgm:param type="stAng" val="0"/>
                              <dgm:param type="spanAng" val="180"/>
                            </dgm:alg>
                          </dgm:else>
                        </dgm:choose>
                      </dgm:if>
                      <dgm:if name="Name69" axis="ch" ptType="node" func="cnt" op="equ" val="2">
                        <dgm:choose name="Name70">
                          <dgm:if name="Name71" axis="ch ch" ptType="node node" st="1 1" cnt="1 0" func="cnt" op="equ" val="1">
                            <dgm:alg type="cycle">
                              <dgm:param type="ctrShpMap" val="fNode"/>
                              <dgm:param type="stAng" val="0"/>
                            </dgm:alg>
                          </dgm:if>
                          <dgm:if name="Name72" axis="ch ch" ptType="node node" st="1 1" cnt="1 0" func="cnt" op="equ" val="2">
                            <dgm:alg type="cycle">
                              <dgm:param type="ctrShpMap" val="fNode"/>
                              <dgm:param type="stAng" val="315"/>
                              <dgm:param type="spanAng" val="90"/>
                            </dgm:alg>
                          </dgm:if>
                          <dgm:else name="Name73">
                            <dgm:alg type="cycle">
                              <dgm:param type="ctrShpMap" val="fNode"/>
                              <dgm:param type="stAng" val="270"/>
                              <dgm:param type="spanAng" val="180"/>
                            </dgm:alg>
                          </dgm:else>
                        </dgm:choose>
                      </dgm:if>
                      <dgm:if name="Name74" axis="ch" ptType="node" func="cnt" op="equ" val="3">
                        <dgm:choose name="Name75">
                          <dgm:if name="Name76" axis="ch ch" ptType="node node" st="1 1" cnt="1 0" func="cnt" op="equ" val="1">
                            <dgm:alg type="cycle">
                              <dgm:param type="ctrShpMap" val="fNode"/>
                              <dgm:param type="stAng" val="0"/>
                            </dgm:alg>
                          </dgm:if>
                          <dgm:if name="Name77" axis="ch ch" ptType="node node" st="1 1" cnt="1 0" func="cnt" op="equ" val="2">
                            <dgm:alg type="cycle">
                              <dgm:param type="ctrShpMap" val="fNode"/>
                              <dgm:param type="stAng" val="315"/>
                              <dgm:param type="spanAng" val="90"/>
                            </dgm:alg>
                          </dgm:if>
                          <dgm:else name="Name78">
                            <dgm:alg type="cycle">
                              <dgm:param type="ctrShpMap" val="fNode"/>
                              <dgm:param type="stAng" val="270"/>
                              <dgm:param type="spanAng" val="180"/>
                            </dgm:alg>
                          </dgm:else>
                        </dgm:choose>
                      </dgm:if>
                      <dgm:if name="Name79" axis="ch" ptType="node" func="cnt" op="equ" val="4">
                        <dgm:choose name="Name80">
                          <dgm:if name="Name81" axis="ch ch" ptType="node node" st="1 1" cnt="1 0" func="cnt" op="equ" val="1">
                            <dgm:alg type="cycle">
                              <dgm:param type="ctrShpMap" val="fNode"/>
                              <dgm:param type="stAng" val="0"/>
                            </dgm:alg>
                          </dgm:if>
                          <dgm:if name="Name82" axis="ch ch" ptType="node node" st="1 1" cnt="1 0" func="cnt" op="equ" val="2">
                            <dgm:alg type="cycle">
                              <dgm:param type="ctrShpMap" val="fNode"/>
                              <dgm:param type="stAng" val="315"/>
                              <dgm:param type="spanAng" val="90"/>
                            </dgm:alg>
                          </dgm:if>
                          <dgm:else name="Name83">
                            <dgm:alg type="cycle">
                              <dgm:param type="ctrShpMap" val="fNode"/>
                              <dgm:param type="stAng" val="292.5"/>
                              <dgm:param type="spanAng" val="135"/>
                            </dgm:alg>
                          </dgm:else>
                        </dgm:choose>
                      </dgm:if>
                      <dgm:if name="Name84" axis="ch" ptType="node" func="cnt" op="equ" val="5">
                        <dgm:choose name="Name85">
                          <dgm:if name="Name86" axis="ch ch" ptType="node node" st="1 1" cnt="1 0" func="cnt" op="equ" val="1">
                            <dgm:alg type="cycle">
                              <dgm:param type="ctrShpMap" val="fNode"/>
                              <dgm:param type="stAng" val="0"/>
                            </dgm:alg>
                          </dgm:if>
                          <dgm:if name="Name87" axis="ch ch" ptType="node node" st="1 1" cnt="1 0" func="cnt" op="equ" val="2">
                            <dgm:alg type="cycle">
                              <dgm:param type="ctrShpMap" val="fNode"/>
                              <dgm:param type="stAng" val="315"/>
                              <dgm:param type="spanAng" val="90"/>
                            </dgm:alg>
                          </dgm:if>
                          <dgm:else name="Name88">
                            <dgm:alg type="cycle">
                              <dgm:param type="ctrShpMap" val="fNode"/>
                              <dgm:param type="stAng" val="0"/>
                              <dgm:param type="spanAng" val="360"/>
                            </dgm:alg>
                          </dgm:else>
                        </dgm:choose>
                      </dgm:if>
                      <dgm:if name="Name89" axis="ch" ptType="node" func="cnt" op="equ" val="6">
                        <dgm:choose name="Name90">
                          <dgm:if name="Name91" axis="ch ch" ptType="node node" st="1 1" cnt="1 0" func="cnt" op="equ" val="1">
                            <dgm:alg type="cycle">
                              <dgm:param type="ctrShpMap" val="fNode"/>
                              <dgm:param type="stAng" val="0"/>
                            </dgm:alg>
                          </dgm:if>
                          <dgm:if name="Name92" axis="ch ch" ptType="node node" st="1 1" cnt="1 0" func="cnt" op="equ" val="2">
                            <dgm:alg type="cycle">
                              <dgm:param type="ctrShpMap" val="fNode"/>
                              <dgm:param type="stAng" val="315"/>
                              <dgm:param type="spanAng" val="90"/>
                            </dgm:alg>
                          </dgm:if>
                          <dgm:else name="Name93">
                            <dgm:alg type="cycle">
                              <dgm:param type="ctrShpMap" val="fNode"/>
                              <dgm:param type="stAng" val="0"/>
                              <dgm:param type="spanAng" val="360"/>
                            </dgm:alg>
                          </dgm:else>
                        </dgm:choose>
                      </dgm:if>
                      <dgm:if name="Name94" axis="ch" ptType="node" func="cnt" op="gte" val="7">
                        <dgm:choose name="Name95">
                          <dgm:if name="Name96" axis="ch ch" ptType="node node" st="1 1" cnt="1 0" func="cnt" op="equ" val="1">
                            <dgm:alg type="cycle">
                              <dgm:param type="ctrShpMap" val="fNode"/>
                              <dgm:param type="stAng" val="0"/>
                            </dgm:alg>
                          </dgm:if>
                          <dgm:if name="Name97" axis="ch ch" ptType="node node" st="1 1" cnt="1 0" func="cnt" op="equ" val="2">
                            <dgm:alg type="cycle">
                              <dgm:param type="ctrShpMap" val="fNode"/>
                              <dgm:param type="stAng" val="315"/>
                              <dgm:param type="spanAng" val="90"/>
                            </dgm:alg>
                          </dgm:if>
                          <dgm:else name="Name98">
                            <dgm:alg type="cycle">
                              <dgm:param type="ctrShpMap" val="fNode"/>
                              <dgm:param type="stAng" val="0"/>
                              <dgm:param type="spanAng" val="360"/>
                            </dgm:alg>
                          </dgm:else>
                        </dgm:choose>
                      </dgm:if>
                      <dgm:else name="Name99"/>
                    </dgm:choose>
                  </dgm:if>
                  <dgm:else name="Name100">
                    <dgm:choose name="Name101">
                      <dgm:if name="Name102" axis="ch" ptType="node" func="cnt" op="equ" val="1">
                        <dgm:choose name="Name103">
                          <dgm:if name="Name104" axis="ch ch" ptType="node node" st="1 1" cnt="1 0" func="cnt" op="equ" val="1">
                            <dgm:alg type="cycle">
                              <dgm:param type="ctrShpMap" val="fNode"/>
                              <dgm:param type="stAng" val="270"/>
                            </dgm:alg>
                          </dgm:if>
                          <dgm:if name="Name105" axis="ch ch" ptType="node node" st="1 1" cnt="1 0" func="cnt" op="equ" val="2">
                            <dgm:alg type="cycle">
                              <dgm:param type="ctrShpMap" val="fNode"/>
                              <dgm:param type="stAng" val="315"/>
                              <dgm:param type="spanAng" val="-90"/>
                            </dgm:alg>
                          </dgm:if>
                          <dgm:else name="Name106">
                            <dgm:alg type="cycle">
                              <dgm:param type="ctrShpMap" val="fNode"/>
                              <dgm:param type="stAng" val="0"/>
                              <dgm:param type="spanAng" val="-180"/>
                            </dgm:alg>
                          </dgm:else>
                        </dgm:choose>
                      </dgm:if>
                      <dgm:if name="Name107" axis="ch" ptType="node" func="cnt" op="equ" val="2">
                        <dgm:choose name="Name108">
                          <dgm:if name="Name109" axis="ch ch" ptType="node node" st="1 1" cnt="1 0" func="cnt" op="equ" val="1">
                            <dgm:alg type="cycle">
                              <dgm:param type="ctrShpMap" val="fNode"/>
                              <dgm:param type="stAng" val="0"/>
                            </dgm:alg>
                          </dgm:if>
                          <dgm:if name="Name110" axis="ch ch" ptType="node node" st="1 1" cnt="1 0" func="cnt" op="equ" val="2">
                            <dgm:alg type="cycle">
                              <dgm:param type="ctrShpMap" val="fNode"/>
                              <dgm:param type="stAng" val="45"/>
                              <dgm:param type="spanAng" val="-90"/>
                            </dgm:alg>
                          </dgm:if>
                          <dgm:else name="Name111">
                            <dgm:alg type="cycle">
                              <dgm:param type="ctrShpMap" val="fNode"/>
                              <dgm:param type="stAng" val="90"/>
                              <dgm:param type="spanAng" val="-180"/>
                            </dgm:alg>
                          </dgm:else>
                        </dgm:choose>
                      </dgm:if>
                      <dgm:if name="Name112" axis="ch" ptType="node" func="cnt" op="equ" val="3">
                        <dgm:choose name="Name113">
                          <dgm:if name="Name114" axis="ch ch" ptType="node node" st="1 1" cnt="1 0" func="cnt" op="equ" val="1">
                            <dgm:alg type="cycle">
                              <dgm:param type="ctrShpMap" val="fNode"/>
                              <dgm:param type="stAng" val="0"/>
                            </dgm:alg>
                          </dgm:if>
                          <dgm:if name="Name115" axis="ch ch" ptType="node node" st="1 1" cnt="1 0" func="cnt" op="equ" val="2">
                            <dgm:alg type="cycle">
                              <dgm:param type="ctrShpMap" val="fNode"/>
                              <dgm:param type="stAng" val="45"/>
                              <dgm:param type="spanAng" val="-90"/>
                            </dgm:alg>
                          </dgm:if>
                          <dgm:else name="Name116">
                            <dgm:alg type="cycle">
                              <dgm:param type="ctrShpMap" val="fNode"/>
                              <dgm:param type="stAng" val="90"/>
                              <dgm:param type="spanAng" val="-180"/>
                            </dgm:alg>
                          </dgm:else>
                        </dgm:choose>
                      </dgm:if>
                      <dgm:if name="Name117" axis="ch" ptType="node" func="cnt" op="equ" val="4">
                        <dgm:choose name="Name118">
                          <dgm:if name="Name119" axis="ch ch" ptType="node node" st="1 1" cnt="1 0" func="cnt" op="equ" val="1">
                            <dgm:alg type="cycle">
                              <dgm:param type="ctrShpMap" val="fNode"/>
                              <dgm:param type="stAng" val="0"/>
                            </dgm:alg>
                          </dgm:if>
                          <dgm:if name="Name120" axis="ch ch" ptType="node node" st="1 1" cnt="1 0" func="cnt" op="equ" val="2">
                            <dgm:alg type="cycle">
                              <dgm:param type="ctrShpMap" val="fNode"/>
                              <dgm:param type="stAng" val="45"/>
                              <dgm:param type="spanAng" val="-90"/>
                            </dgm:alg>
                          </dgm:if>
                          <dgm:else name="Name121">
                            <dgm:alg type="cycle">
                              <dgm:param type="ctrShpMap" val="fNode"/>
                              <dgm:param type="stAng" val="67.5"/>
                              <dgm:param type="spanAng" val="-135"/>
                            </dgm:alg>
                          </dgm:else>
                        </dgm:choose>
                      </dgm:if>
                      <dgm:if name="Name122" axis="ch" ptType="node" func="cnt" op="equ" val="5">
                        <dgm:choose name="Name123">
                          <dgm:if name="Name124" axis="ch ch" ptType="node node" st="1 1" cnt="1 0" func="cnt" op="equ" val="1">
                            <dgm:alg type="cycle">
                              <dgm:param type="ctrShpMap" val="fNode"/>
                              <dgm:param type="stAng" val="0"/>
                            </dgm:alg>
                          </dgm:if>
                          <dgm:if name="Name125" axis="ch ch" ptType="node node" st="1 1" cnt="1 0" func="cnt" op="equ" val="2">
                            <dgm:alg type="cycle">
                              <dgm:param type="ctrShpMap" val="fNode"/>
                              <dgm:param type="stAng" val="45"/>
                              <dgm:param type="spanAng" val="-90"/>
                            </dgm:alg>
                          </dgm:if>
                          <dgm:else name="Name126">
                            <dgm:alg type="cycle">
                              <dgm:param type="ctrShpMap" val="fNode"/>
                              <dgm:param type="stAng" val="0"/>
                              <dgm:param type="spanAng" val="-360"/>
                            </dgm:alg>
                          </dgm:else>
                        </dgm:choose>
                      </dgm:if>
                      <dgm:if name="Name127" axis="ch" ptType="node" func="cnt" op="equ" val="6">
                        <dgm:choose name="Name128">
                          <dgm:if name="Name129" axis="ch ch" ptType="node node" st="1 1" cnt="1 0" func="cnt" op="equ" val="1">
                            <dgm:alg type="cycle">
                              <dgm:param type="ctrShpMap" val="fNode"/>
                              <dgm:param type="stAng" val="0"/>
                            </dgm:alg>
                          </dgm:if>
                          <dgm:if name="Name130" axis="ch ch" ptType="node node" st="1 1" cnt="1 0" func="cnt" op="equ" val="2">
                            <dgm:alg type="cycle">
                              <dgm:param type="ctrShpMap" val="fNode"/>
                              <dgm:param type="stAng" val="45"/>
                              <dgm:param type="spanAng" val="-90"/>
                            </dgm:alg>
                          </dgm:if>
                          <dgm:else name="Name131">
                            <dgm:alg type="cycle">
                              <dgm:param type="ctrShpMap" val="fNode"/>
                              <dgm:param type="stAng" val="0"/>
                              <dgm:param type="spanAng" val="-360"/>
                            </dgm:alg>
                          </dgm:else>
                        </dgm:choose>
                      </dgm:if>
                      <dgm:if name="Name132" axis="ch" ptType="node" func="cnt" op="gte" val="7">
                        <dgm:choose name="Name133">
                          <dgm:if name="Name134" axis="ch ch" ptType="node node" st="1 1" cnt="1 0" func="cnt" op="equ" val="1">
                            <dgm:alg type="cycle">
                              <dgm:param type="ctrShpMap" val="fNode"/>
                              <dgm:param type="stAng" val="0"/>
                            </dgm:alg>
                          </dgm:if>
                          <dgm:if name="Name135" axis="ch ch" ptType="node node" st="1 1" cnt="1 0" func="cnt" op="equ" val="2">
                            <dgm:alg type="cycle">
                              <dgm:param type="ctrShpMap" val="fNode"/>
                              <dgm:param type="stAng" val="45"/>
                              <dgm:param type="spanAng" val="-90"/>
                            </dgm:alg>
                          </dgm:if>
                          <dgm:else name="Name136">
                            <dgm:alg type="cycle">
                              <dgm:param type="ctrShpMap" val="fNode"/>
                              <dgm:param type="stAng" val="0"/>
                              <dgm:param type="spanAng" val="-360"/>
                            </dgm:alg>
                          </dgm:else>
                        </dgm:choose>
                      </dgm:if>
                      <dgm:else name="Name137"/>
                    </dgm:choose>
                  </dgm:else>
                </dgm:choose>
                <dgm:shape xmlns:r="http://schemas.openxmlformats.org/officeDocument/2006/relationships" r:blip="">
                  <dgm:adjLst/>
                </dgm:shape>
                <dgm:presOf/>
                <dgm:constrLst>
                  <dgm:constr type="sp" refType="w" fact="0.1"/>
                  <dgm:constr type="sibSp" refType="w" fact="0.1"/>
                </dgm:constrLst>
                <dgm:forEach name="Name138" axis="ch" ptType="node" cnt="1">
                  <dgm:layoutNode name="childCenter1" styleLbl="node1">
                    <dgm:alg type="tx"/>
                    <dgm:shape xmlns:r="http://schemas.openxmlformats.org/officeDocument/2006/relationships" type="roundRect" r:blip="">
                      <dgm:adjLst/>
                    </dgm:shape>
                    <dgm:presOf axis="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name="Name139" axis="ch">
                    <dgm:forEach name="Name140" axis="self" ptType="parTrans">
                      <dgm:layoutNode name="Name141">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begPad"/>
                          <dgm:constr type="endPad"/>
                        </dgm:constrLst>
                      </dgm:layoutNode>
                    </dgm:forEach>
                    <dgm:forEach name="Name142" axis="self" ptType="node">
                      <dgm:layoutNode name="text1" styleLbl="node1">
                        <dgm:varLst>
                          <dgm:bulletEnabled val="1"/>
                        </dgm:varLst>
                        <dgm:alg type="tx"/>
                        <dgm:shape xmlns:r="http://schemas.openxmlformats.org/officeDocument/2006/relationships" type="roundRect" r:blip="">
                          <dgm:adjLst/>
                        </dgm:shape>
                        <dgm:presOf axis="desOr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dgm:forEach>
                </dgm:forEach>
              </dgm:layoutNode>
              <dgm:forEach name="Name143" axis="ch" ptType="parTrans" cnt="1">
                <dgm:layoutNode name="Name144">
                  <dgm:alg type="conn">
                    <dgm:param type="dim" val="1D"/>
                    <dgm:param type="begPts" val="auto"/>
                    <dgm:param type="endPts" val="auto"/>
                    <dgm:param type="endSty" val="noArr"/>
                    <dgm:param type="srcNode" val="textCenter"/>
                    <dgm:param type="dstNode" val="childCenter1"/>
                  </dgm:alg>
                  <dgm:shape xmlns:r="http://schemas.openxmlformats.org/officeDocument/2006/relationships" type="conn" r:blip="" zOrderOff="-999">
                    <dgm:adjLst/>
                  </dgm:shape>
                  <dgm:presOf axis="self"/>
                  <dgm:constrLst>
                    <dgm:constr type="h"/>
                    <dgm:constr type="begPad"/>
                    <dgm:constr type="endPad"/>
                  </dgm:constrLst>
                </dgm:layoutNode>
              </dgm:forEach>
            </dgm:if>
            <dgm:else name="Name145"/>
          </dgm:choose>
          <dgm:choose name="Name146">
            <dgm:if name="Name147" axis="ch" ptType="node" func="cnt" op="gte" val="2">
              <dgm:layoutNode name="cycle_2">
                <dgm:choose name="Name148">
                  <dgm:if name="Name149" func="var" arg="dir" op="equ" val="norm">
                    <dgm:choose name="Name150">
                      <dgm:if name="Name151" axis="ch" ptType="node" func="cnt" op="equ" val="2">
                        <dgm:choose name="Name152">
                          <dgm:if name="Name153" axis="ch ch" ptType="node node" st="2 1" cnt="1 0" func="cnt" op="equ" val="1">
                            <dgm:alg type="cycle">
                              <dgm:param type="ctrShpMap" val="fNode"/>
                              <dgm:param type="stAng" val="180"/>
                            </dgm:alg>
                          </dgm:if>
                          <dgm:if name="Name154" axis="ch ch" ptType="node node" st="2 1" cnt="1 0" func="cnt" op="equ" val="2">
                            <dgm:alg type="cycle">
                              <dgm:param type="ctrShpMap" val="fNode"/>
                              <dgm:param type="stAng" val="135"/>
                              <dgm:param type="spanAng" val="90"/>
                            </dgm:alg>
                          </dgm:if>
                          <dgm:else name="Name155">
                            <dgm:alg type="cycle">
                              <dgm:param type="ctrShpMap" val="fNode"/>
                              <dgm:param type="stAng" val="90"/>
                              <dgm:param type="spanAng" val="180"/>
                            </dgm:alg>
                          </dgm:else>
                        </dgm:choose>
                      </dgm:if>
                      <dgm:if name="Name156" axis="ch" ptType="node" func="cnt" op="equ" val="3">
                        <dgm:choose name="Name157">
                          <dgm:if name="Name158" axis="ch ch" ptType="node node" st="2 1" cnt="1 0" func="cnt" op="equ" val="1">
                            <dgm:alg type="cycle">
                              <dgm:param type="ctrShpMap" val="fNode"/>
                              <dgm:param type="stAng" val="120"/>
                              <dgm:param type="horzAlign" val="r"/>
                              <dgm:param type="vertAlign" val="b"/>
                            </dgm:alg>
                          </dgm:if>
                          <dgm:if name="Name159" axis="ch ch" ptType="node node" st="2 1" cnt="1 0" func="cnt" op="equ" val="2">
                            <dgm:alg type="cycle">
                              <dgm:param type="ctrShpMap" val="fNode"/>
                              <dgm:param type="stAng" val="75"/>
                              <dgm:param type="spanAng" val="90"/>
                              <dgm:param type="horzAlign" val="r"/>
                              <dgm:param type="vertAlign" val="b"/>
                            </dgm:alg>
                          </dgm:if>
                          <dgm:else name="Name160">
                            <dgm:alg type="cycle">
                              <dgm:param type="ctrShpMap" val="fNode"/>
                              <dgm:param type="stAng" val="30"/>
                              <dgm:param type="spanAng" val="180"/>
                            </dgm:alg>
                          </dgm:else>
                        </dgm:choose>
                      </dgm:if>
                      <dgm:if name="Name161" axis="ch" ptType="node" func="cnt" op="equ" val="4">
                        <dgm:choose name="Name162">
                          <dgm:if name="Name163" axis="ch ch" ptType="node node" st="2 1" cnt="1 0" func="cnt" op="equ" val="1">
                            <dgm:alg type="cycle">
                              <dgm:param type="ctrShpMap" val="fNode"/>
                              <dgm:param type="stAng" val="90"/>
                            </dgm:alg>
                          </dgm:if>
                          <dgm:if name="Name164" axis="ch ch" ptType="node node" st="2 1" cnt="1 0" func="cnt" op="equ" val="2">
                            <dgm:alg type="cycle">
                              <dgm:param type="ctrShpMap" val="fNode"/>
                              <dgm:param type="stAng" val="45"/>
                              <dgm:param type="spanAng" val="90"/>
                            </dgm:alg>
                          </dgm:if>
                          <dgm:else name="Name165">
                            <dgm:alg type="cycle">
                              <dgm:param type="ctrShpMap" val="fNode"/>
                              <dgm:param type="stAng" val="22.5"/>
                              <dgm:param type="spanAng" val="135"/>
                            </dgm:alg>
                          </dgm:else>
                        </dgm:choose>
                      </dgm:if>
                      <dgm:if name="Name166" axis="ch" ptType="node" func="cnt" op="equ" val="5">
                        <dgm:choose name="Name167">
                          <dgm:if name="Name168" axis="ch ch" ptType="node node" st="2 1" cnt="1 0" func="cnt" op="equ" val="1">
                            <dgm:alg type="cycle">
                              <dgm:param type="ctrShpMap" val="fNode"/>
                              <dgm:param type="stAng" val="72"/>
                            </dgm:alg>
                          </dgm:if>
                          <dgm:if name="Name169" axis="ch ch" ptType="node node" st="2 1" cnt="1 0" func="cnt" op="equ" val="2">
                            <dgm:alg type="cycle">
                              <dgm:param type="ctrShpMap" val="fNode"/>
                              <dgm:param type="stAng" val="27"/>
                              <dgm:param type="spanAng" val="90"/>
                            </dgm:alg>
                          </dgm:if>
                          <dgm:else name="Name170">
                            <dgm:alg type="cycle">
                              <dgm:param type="ctrShpMap" val="fNode"/>
                              <dgm:param type="stAng" val="0"/>
                              <dgm:param type="spanAng" val="360"/>
                            </dgm:alg>
                          </dgm:else>
                        </dgm:choose>
                      </dgm:if>
                      <dgm:if name="Name171" axis="ch" ptType="node" func="cnt" op="equ" val="6">
                        <dgm:choose name="Name172">
                          <dgm:if name="Name173" axis="ch ch" ptType="node node" st="2 1" cnt="1 0" func="cnt" op="equ" val="1">
                            <dgm:alg type="cycle">
                              <dgm:param type="ctrShpMap" val="fNode"/>
                              <dgm:param type="stAng" val="60"/>
                            </dgm:alg>
                          </dgm:if>
                          <dgm:if name="Name174" axis="ch ch" ptType="node node" st="2 1" cnt="1 0" func="cnt" op="equ" val="2">
                            <dgm:alg type="cycle">
                              <dgm:param type="ctrShpMap" val="fNode"/>
                              <dgm:param type="stAng" val="15"/>
                              <dgm:param type="spanAng" val="90"/>
                            </dgm:alg>
                          </dgm:if>
                          <dgm:else name="Name175">
                            <dgm:alg type="cycle">
                              <dgm:param type="ctrShpMap" val="fNode"/>
                              <dgm:param type="stAng" val="0"/>
                              <dgm:param type="spanAng" val="360"/>
                            </dgm:alg>
                          </dgm:else>
                        </dgm:choose>
                      </dgm:if>
                      <dgm:if name="Name176" axis="ch" ptType="node" func="cnt" op="gte" val="7">
                        <dgm:choose name="Name177">
                          <dgm:if name="Name178" axis="ch ch" ptType="node node" st="2 1" cnt="1 0" func="cnt" op="equ" val="1">
                            <dgm:alg type="cycle">
                              <dgm:param type="ctrShpMap" val="fNode"/>
                              <dgm:param type="stAng" val="51"/>
                            </dgm:alg>
                          </dgm:if>
                          <dgm:if name="Name179" axis="ch ch" ptType="node node" st="2 1" cnt="1 0" func="cnt" op="equ" val="2">
                            <dgm:alg type="cycle">
                              <dgm:param type="ctrShpMap" val="fNode"/>
                              <dgm:param type="stAng" val="6"/>
                              <dgm:param type="spanAng" val="90"/>
                            </dgm:alg>
                          </dgm:if>
                          <dgm:else name="Name180">
                            <dgm:alg type="cycle">
                              <dgm:param type="ctrShpMap" val="fNode"/>
                              <dgm:param type="stAng" val="0"/>
                              <dgm:param type="spanAng" val="360"/>
                            </dgm:alg>
                          </dgm:else>
                        </dgm:choose>
                      </dgm:if>
                      <dgm:else name="Name181"/>
                    </dgm:choose>
                  </dgm:if>
                  <dgm:else name="Name182">
                    <dgm:choose name="Name183">
                      <dgm:if name="Name184" axis="ch" ptType="node" func="cnt" op="equ" val="2">
                        <dgm:choose name="Name185">
                          <dgm:if name="Name186" axis="ch ch" ptType="node node" st="2 1" cnt="1 0" func="cnt" op="equ" val="1">
                            <dgm:alg type="cycle">
                              <dgm:param type="ctrShpMap" val="fNode"/>
                              <dgm:param type="stAng" val="180"/>
                            </dgm:alg>
                          </dgm:if>
                          <dgm:if name="Name187" axis="ch ch" ptType="node node" st="2 1" cnt="1 0" func="cnt" op="equ" val="2">
                            <dgm:alg type="cycle">
                              <dgm:param type="ctrShpMap" val="fNode"/>
                              <dgm:param type="stAng" val="225"/>
                              <dgm:param type="spanAng" val="-90"/>
                            </dgm:alg>
                          </dgm:if>
                          <dgm:else name="Name188">
                            <dgm:alg type="cycle">
                              <dgm:param type="ctrShpMap" val="fNode"/>
                              <dgm:param type="stAng" val="270"/>
                              <dgm:param type="spanAng" val="-180"/>
                            </dgm:alg>
                          </dgm:else>
                        </dgm:choose>
                      </dgm:if>
                      <dgm:if name="Name189" axis="ch" ptType="node" func="cnt" op="equ" val="3">
                        <dgm:choose name="Name190">
                          <dgm:if name="Name191" axis="ch ch" ptType="node node" st="2 1" cnt="1 0" func="cnt" op="equ" val="1">
                            <dgm:alg type="cycle">
                              <dgm:param type="ctrShpMap" val="fNode"/>
                              <dgm:param type="stAng" val="240"/>
                              <dgm:param type="horzAlign" val="l"/>
                              <dgm:param type="vertAlign" val="b"/>
                            </dgm:alg>
                          </dgm:if>
                          <dgm:if name="Name192" axis="ch ch" ptType="node node" st="2 1" cnt="1 0" func="cnt" op="equ" val="2">
                            <dgm:alg type="cycle">
                              <dgm:param type="ctrShpMap" val="fNode"/>
                              <dgm:param type="stAng" val="285"/>
                              <dgm:param type="spanAng" val="-90"/>
                              <dgm:param type="horzAlign" val="l"/>
                              <dgm:param type="vertAlign" val="b"/>
                            </dgm:alg>
                          </dgm:if>
                          <dgm:else name="Name193">
                            <dgm:alg type="cycle">
                              <dgm:param type="ctrShpMap" val="fNode"/>
                              <dgm:param type="stAng" val="330"/>
                              <dgm:param type="spanAng" val="-180"/>
                            </dgm:alg>
                          </dgm:else>
                        </dgm:choose>
                      </dgm:if>
                      <dgm:if name="Name194" axis="ch" ptType="node" func="cnt" op="equ" val="4">
                        <dgm:choose name="Name195">
                          <dgm:if name="Name196" axis="ch ch" ptType="node node" st="2 1" cnt="1 0" func="cnt" op="equ" val="1">
                            <dgm:alg type="cycle">
                              <dgm:param type="ctrShpMap" val="fNode"/>
                              <dgm:param type="stAng" val="270"/>
                            </dgm:alg>
                          </dgm:if>
                          <dgm:if name="Name197" axis="ch ch" ptType="node node" st="2 1" cnt="1 0" func="cnt" op="equ" val="2">
                            <dgm:alg type="cycle">
                              <dgm:param type="ctrShpMap" val="fNode"/>
                              <dgm:param type="stAng" val="315"/>
                              <dgm:param type="spanAng" val="-90"/>
                            </dgm:alg>
                          </dgm:if>
                          <dgm:else name="Name198">
                            <dgm:alg type="cycle">
                              <dgm:param type="ctrShpMap" val="fNode"/>
                              <dgm:param type="stAng" val="337.5"/>
                              <dgm:param type="spanAng" val="-135"/>
                            </dgm:alg>
                          </dgm:else>
                        </dgm:choose>
                      </dgm:if>
                      <dgm:if name="Name199" axis="ch" ptType="node" func="cnt" op="equ" val="5">
                        <dgm:choose name="Name200">
                          <dgm:if name="Name201" axis="ch ch" ptType="node node" st="2 1" cnt="1 0" func="cnt" op="equ" val="1">
                            <dgm:alg type="cycle">
                              <dgm:param type="ctrShpMap" val="fNode"/>
                              <dgm:param type="stAng" val="288"/>
                            </dgm:alg>
                          </dgm:if>
                          <dgm:if name="Name202" axis="ch ch" ptType="node node" st="2 1" cnt="1 0" func="cnt" op="equ" val="2">
                            <dgm:alg type="cycle">
                              <dgm:param type="ctrShpMap" val="fNode"/>
                              <dgm:param type="stAng" val="333"/>
                              <dgm:param type="spanAng" val="-90"/>
                            </dgm:alg>
                          </dgm:if>
                          <dgm:else name="Name203">
                            <dgm:alg type="cycle">
                              <dgm:param type="ctrShpMap" val="fNode"/>
                              <dgm:param type="stAng" val="0"/>
                              <dgm:param type="spanAng" val="-360"/>
                            </dgm:alg>
                          </dgm:else>
                        </dgm:choose>
                      </dgm:if>
                      <dgm:if name="Name204" axis="ch" ptType="node" func="cnt" op="equ" val="6">
                        <dgm:choose name="Name205">
                          <dgm:if name="Name206" axis="ch ch" ptType="node node" st="2 1" cnt="1 0" func="cnt" op="equ" val="1">
                            <dgm:alg type="cycle">
                              <dgm:param type="ctrShpMap" val="fNode"/>
                              <dgm:param type="stAng" val="300"/>
                            </dgm:alg>
                          </dgm:if>
                          <dgm:if name="Name207" axis="ch ch" ptType="node node" st="2 1" cnt="1 0" func="cnt" op="equ" val="2">
                            <dgm:alg type="cycle">
                              <dgm:param type="ctrShpMap" val="fNode"/>
                              <dgm:param type="stAng" val="345"/>
                              <dgm:param type="spanAng" val="-90"/>
                            </dgm:alg>
                          </dgm:if>
                          <dgm:else name="Name208">
                            <dgm:alg type="cycle">
                              <dgm:param type="ctrShpMap" val="fNode"/>
                              <dgm:param type="stAng" val="0"/>
                              <dgm:param type="spanAng" val="-360"/>
                            </dgm:alg>
                          </dgm:else>
                        </dgm:choose>
                      </dgm:if>
                      <dgm:if name="Name209" axis="ch" ptType="node" func="cnt" op="gte" val="7">
                        <dgm:choose name="Name210">
                          <dgm:if name="Name211" axis="ch ch" ptType="node node" st="2 1" cnt="1 0" func="cnt" op="equ" val="1">
                            <dgm:alg type="cycle">
                              <dgm:param type="ctrShpMap" val="fNode"/>
                              <dgm:param type="stAng" val="308"/>
                            </dgm:alg>
                          </dgm:if>
                          <dgm:if name="Name212" axis="ch ch" ptType="node node" st="2 1" cnt="1 0" func="cnt" op="equ" val="2">
                            <dgm:alg type="cycle">
                              <dgm:param type="ctrShpMap" val="fNode"/>
                              <dgm:param type="stAng" val="353"/>
                              <dgm:param type="spanAng" val="-90"/>
                            </dgm:alg>
                          </dgm:if>
                          <dgm:else name="Name213">
                            <dgm:alg type="cycle">
                              <dgm:param type="ctrShpMap" val="fNode"/>
                              <dgm:param type="stAng" val="0"/>
                              <dgm:param type="spanAng" val="-360"/>
                            </dgm:alg>
                          </dgm:else>
                        </dgm:choose>
                      </dgm:if>
                      <dgm:else name="Name214"/>
                    </dgm:choose>
                  </dgm:else>
                </dgm:choose>
                <dgm:shape xmlns:r="http://schemas.openxmlformats.org/officeDocument/2006/relationships" r:blip="">
                  <dgm:adjLst/>
                </dgm:shape>
                <dgm:presOf/>
                <dgm:constrLst>
                  <dgm:constr type="sp" refType="w" fact="0.1"/>
                  <dgm:constr type="sibSp" refType="w" fact="0.1"/>
                </dgm:constrLst>
                <dgm:forEach name="Name215" axis="ch" ptType="node" st="2" cnt="1">
                  <dgm:layoutNode name="childCenter2" styleLbl="node1">
                    <dgm:alg type="tx"/>
                    <dgm:shape xmlns:r="http://schemas.openxmlformats.org/officeDocument/2006/relationships" type="roundRect" r:blip="">
                      <dgm:adjLst/>
                    </dgm:shape>
                    <dgm:presOf axis="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name="Name216" axis="ch">
                    <dgm:forEach name="Name217" axis="self" ptType="parTrans">
                      <dgm:layoutNode name="Name218">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begPad"/>
                          <dgm:constr type="endPad"/>
                        </dgm:constrLst>
                      </dgm:layoutNode>
                    </dgm:forEach>
                    <dgm:forEach name="Name219" axis="self" ptType="node">
                      <dgm:layoutNode name="text2" styleLbl="node1">
                        <dgm:varLst>
                          <dgm:bulletEnabled val="1"/>
                        </dgm:varLst>
                        <dgm:alg type="tx"/>
                        <dgm:shape xmlns:r="http://schemas.openxmlformats.org/officeDocument/2006/relationships" type="roundRect" r:blip="">
                          <dgm:adjLst/>
                        </dgm:shape>
                        <dgm:presOf axis="desOr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dgm:forEach>
                </dgm:forEach>
              </dgm:layoutNode>
              <dgm:forEach name="Name220" axis="ch" ptType="parTrans" st="2" cnt="1">
                <dgm:layoutNode name="Name221">
                  <dgm:alg type="conn">
                    <dgm:param type="dim" val="1D"/>
                    <dgm:param type="begPts" val="auto"/>
                    <dgm:param type="endPts" val="auto"/>
                    <dgm:param type="endSty" val="noArr"/>
                    <dgm:param type="srcNode" val="textCenter"/>
                    <dgm:param type="dstNode" val="childCenter2"/>
                  </dgm:alg>
                  <dgm:shape xmlns:r="http://schemas.openxmlformats.org/officeDocument/2006/relationships" type="conn" r:blip="" zOrderOff="-999">
                    <dgm:adjLst/>
                  </dgm:shape>
                  <dgm:presOf axis="self"/>
                  <dgm:constrLst>
                    <dgm:constr type="h"/>
                    <dgm:constr type="begPad"/>
                    <dgm:constr type="endPad"/>
                  </dgm:constrLst>
                </dgm:layoutNode>
              </dgm:forEach>
            </dgm:if>
            <dgm:else name="Name222"/>
          </dgm:choose>
          <dgm:choose name="Name223">
            <dgm:if name="Name224" axis="ch" ptType="node" func="cnt" op="gte" val="3">
              <dgm:layoutNode name="cycle_3">
                <dgm:choose name="Name225">
                  <dgm:if name="Name226" func="var" arg="dir" op="equ" val="norm">
                    <dgm:choose name="Name227">
                      <dgm:if name="Name228" axis="ch" ptType="node" func="cnt" op="equ" val="3">
                        <dgm:choose name="Name229">
                          <dgm:if name="Name230" axis="ch ch" ptType="node node" st="3 1" cnt="1 0" func="cnt" op="equ" val="1">
                            <dgm:alg type="cycle">
                              <dgm:param type="ctrShpMap" val="fNode"/>
                              <dgm:param type="stAng" val="240"/>
                              <dgm:param type="horzAlign" val="l"/>
                              <dgm:param type="vertAlign" val="b"/>
                            </dgm:alg>
                          </dgm:if>
                          <dgm:if name="Name231" axis="ch ch" ptType="node node" st="3 1" cnt="1 0" func="cnt" op="equ" val="2">
                            <dgm:alg type="cycle">
                              <dgm:param type="ctrShpMap" val="fNode"/>
                              <dgm:param type="stAng" val="195"/>
                              <dgm:param type="spanAng" val="90"/>
                              <dgm:param type="horzAlign" val="l"/>
                              <dgm:param type="vertAlign" val="b"/>
                            </dgm:alg>
                          </dgm:if>
                          <dgm:else name="Name232">
                            <dgm:alg type="cycle">
                              <dgm:param type="ctrShpMap" val="fNode"/>
                              <dgm:param type="stAng" val="150"/>
                              <dgm:param type="spanAng" val="180"/>
                            </dgm:alg>
                          </dgm:else>
                        </dgm:choose>
                      </dgm:if>
                      <dgm:if name="Name233" axis="ch" ptType="node" func="cnt" op="equ" val="4">
                        <dgm:choose name="Name234">
                          <dgm:if name="Name235" axis="ch ch" ptType="node node" st="3 1" cnt="1 0" func="cnt" op="equ" val="1">
                            <dgm:alg type="cycle">
                              <dgm:param type="ctrShpMap" val="fNode"/>
                              <dgm:param type="stAng" val="180"/>
                            </dgm:alg>
                          </dgm:if>
                          <dgm:if name="Name236" axis="ch ch" ptType="node node" st="3 1" cnt="1 0" func="cnt" op="equ" val="2">
                            <dgm:alg type="cycle">
                              <dgm:param type="ctrShpMap" val="fNode"/>
                              <dgm:param type="stAng" val="135"/>
                              <dgm:param type="spanAng" val="90"/>
                            </dgm:alg>
                          </dgm:if>
                          <dgm:else name="Name237">
                            <dgm:alg type="cycle">
                              <dgm:param type="ctrShpMap" val="fNode"/>
                              <dgm:param type="stAng" val="112.5"/>
                              <dgm:param type="spanAng" val="135"/>
                            </dgm:alg>
                          </dgm:else>
                        </dgm:choose>
                      </dgm:if>
                      <dgm:if name="Name238" axis="ch" ptType="node" func="cnt" op="equ" val="5">
                        <dgm:choose name="Name239">
                          <dgm:if name="Name240" axis="ch ch" ptType="node node" st="3 1" cnt="1 0" func="cnt" op="equ" val="1">
                            <dgm:alg type="cycle">
                              <dgm:param type="ctrShpMap" val="fNode"/>
                              <dgm:param type="stAng" val="144"/>
                            </dgm:alg>
                          </dgm:if>
                          <dgm:if name="Name241" axis="ch ch" ptType="node node" st="3 1" cnt="1 0" func="cnt" op="equ" val="2">
                            <dgm:alg type="cycle">
                              <dgm:param type="ctrShpMap" val="fNode"/>
                              <dgm:param type="stAng" val="99"/>
                              <dgm:param type="spanAng" val="90"/>
                            </dgm:alg>
                          </dgm:if>
                          <dgm:else name="Name242">
                            <dgm:alg type="cycle">
                              <dgm:param type="ctrShpMap" val="fNode"/>
                              <dgm:param type="stAng" val="0"/>
                              <dgm:param type="spanAng" val="360"/>
                            </dgm:alg>
                          </dgm:else>
                        </dgm:choose>
                      </dgm:if>
                      <dgm:if name="Name243" axis="ch" ptType="node" func="cnt" op="equ" val="6">
                        <dgm:choose name="Name244">
                          <dgm:if name="Name245" axis="ch ch" ptType="node node" st="3 1" cnt="1 0" func="cnt" op="equ" val="1">
                            <dgm:alg type="cycle">
                              <dgm:param type="ctrShpMap" val="fNode"/>
                              <dgm:param type="stAng" val="120"/>
                            </dgm:alg>
                          </dgm:if>
                          <dgm:if name="Name246" axis="ch ch" ptType="node node" st="3 1" cnt="1 0" func="cnt" op="equ" val="2">
                            <dgm:alg type="cycle">
                              <dgm:param type="ctrShpMap" val="fNode"/>
                              <dgm:param type="stAng" val="75"/>
                              <dgm:param type="spanAng" val="90"/>
                            </dgm:alg>
                          </dgm:if>
                          <dgm:else name="Name247">
                            <dgm:alg type="cycle">
                              <dgm:param type="ctrShpMap" val="fNode"/>
                              <dgm:param type="stAng" val="0"/>
                              <dgm:param type="spanAng" val="360"/>
                            </dgm:alg>
                          </dgm:else>
                        </dgm:choose>
                      </dgm:if>
                      <dgm:if name="Name248" axis="ch" ptType="node" func="cnt" op="gte" val="7">
                        <dgm:choose name="Name249">
                          <dgm:if name="Name250" axis="ch ch" ptType="node node" st="3 1" cnt="1 0" func="cnt" op="equ" val="1">
                            <dgm:alg type="cycle">
                              <dgm:param type="ctrShpMap" val="fNode"/>
                              <dgm:param type="stAng" val="102"/>
                            </dgm:alg>
                          </dgm:if>
                          <dgm:if name="Name251" axis="ch ch" ptType="node node" st="3 1" cnt="1 0" func="cnt" op="equ" val="2">
                            <dgm:alg type="cycle">
                              <dgm:param type="ctrShpMap" val="fNode"/>
                              <dgm:param type="stAng" val="57"/>
                              <dgm:param type="spanAng" val="90"/>
                            </dgm:alg>
                          </dgm:if>
                          <dgm:else name="Name252">
                            <dgm:alg type="cycle">
                              <dgm:param type="ctrShpMap" val="fNode"/>
                              <dgm:param type="stAng" val="0"/>
                              <dgm:param type="spanAng" val="360"/>
                            </dgm:alg>
                          </dgm:else>
                        </dgm:choose>
                      </dgm:if>
                      <dgm:else name="Name253"/>
                    </dgm:choose>
                  </dgm:if>
                  <dgm:else name="Name254">
                    <dgm:choose name="Name255">
                      <dgm:if name="Name256" axis="ch" ptType="node" func="cnt" op="equ" val="3">
                        <dgm:choose name="Name257">
                          <dgm:if name="Name258" axis="ch ch" ptType="node node" st="3 1" cnt="1 0" func="cnt" op="equ" val="1">
                            <dgm:alg type="cycle">
                              <dgm:param type="ctrShpMap" val="fNode"/>
                              <dgm:param type="stAng" val="120"/>
                              <dgm:param type="horzAlign" val="r"/>
                              <dgm:param type="vertAlign" val="b"/>
                            </dgm:alg>
                          </dgm:if>
                          <dgm:if name="Name259" axis="ch ch" ptType="node node" st="3 1" cnt="1 0" func="cnt" op="equ" val="2">
                            <dgm:alg type="cycle">
                              <dgm:param type="ctrShpMap" val="fNode"/>
                              <dgm:param type="stAng" val="165"/>
                              <dgm:param type="spanAng" val="-90"/>
                              <dgm:param type="horzAlign" val="r"/>
                              <dgm:param type="vertAlign" val="b"/>
                            </dgm:alg>
                          </dgm:if>
                          <dgm:else name="Name260">
                            <dgm:alg type="cycle">
                              <dgm:param type="ctrShpMap" val="fNode"/>
                              <dgm:param type="stAng" val="210"/>
                              <dgm:param type="spanAng" val="-180"/>
                            </dgm:alg>
                          </dgm:else>
                        </dgm:choose>
                      </dgm:if>
                      <dgm:if name="Name261" axis="ch" ptType="node" func="cnt" op="equ" val="4">
                        <dgm:choose name="Name262">
                          <dgm:if name="Name263" axis="ch ch" ptType="node node" st="3 1" cnt="1 0" func="cnt" op="equ" val="1">
                            <dgm:alg type="cycle">
                              <dgm:param type="ctrShpMap" val="fNode"/>
                              <dgm:param type="stAng" val="180"/>
                            </dgm:alg>
                          </dgm:if>
                          <dgm:if name="Name264" axis="ch ch" ptType="node node" st="3 1" cnt="1 0" func="cnt" op="equ" val="2">
                            <dgm:alg type="cycle">
                              <dgm:param type="ctrShpMap" val="fNode"/>
                              <dgm:param type="stAng" val="225"/>
                              <dgm:param type="spanAng" val="-90"/>
                            </dgm:alg>
                          </dgm:if>
                          <dgm:else name="Name265">
                            <dgm:alg type="cycle">
                              <dgm:param type="ctrShpMap" val="fNode"/>
                              <dgm:param type="stAng" val="247.5"/>
                              <dgm:param type="spanAng" val="-135"/>
                            </dgm:alg>
                          </dgm:else>
                        </dgm:choose>
                      </dgm:if>
                      <dgm:if name="Name266" axis="ch" ptType="node" func="cnt" op="equ" val="5">
                        <dgm:choose name="Name267">
                          <dgm:if name="Name268" axis="ch ch" ptType="node node" st="3 1" cnt="1 0" func="cnt" op="equ" val="1">
                            <dgm:alg type="cycle">
                              <dgm:param type="ctrShpMap" val="fNode"/>
                              <dgm:param type="stAng" val="216"/>
                            </dgm:alg>
                          </dgm:if>
                          <dgm:if name="Name269" axis="ch ch" ptType="node node" st="3 1" cnt="1 0" func="cnt" op="equ" val="2">
                            <dgm:alg type="cycle">
                              <dgm:param type="ctrShpMap" val="fNode"/>
                              <dgm:param type="stAng" val="261"/>
                              <dgm:param type="spanAng" val="-90"/>
                            </dgm:alg>
                          </dgm:if>
                          <dgm:else name="Name270">
                            <dgm:alg type="cycle">
                              <dgm:param type="ctrShpMap" val="fNode"/>
                              <dgm:param type="stAng" val="0"/>
                              <dgm:param type="spanAng" val="-360"/>
                            </dgm:alg>
                          </dgm:else>
                        </dgm:choose>
                      </dgm:if>
                      <dgm:if name="Name271" axis="ch" ptType="node" func="cnt" op="equ" val="6">
                        <dgm:choose name="Name272">
                          <dgm:if name="Name273" axis="ch ch" ptType="node node" st="3 1" cnt="1 0" func="cnt" op="equ" val="1">
                            <dgm:alg type="cycle">
                              <dgm:param type="ctrShpMap" val="fNode"/>
                              <dgm:param type="stAng" val="240"/>
                            </dgm:alg>
                          </dgm:if>
                          <dgm:if name="Name274" axis="ch ch" ptType="node node" st="3 1" cnt="1 0" func="cnt" op="equ" val="2">
                            <dgm:alg type="cycle">
                              <dgm:param type="ctrShpMap" val="fNode"/>
                              <dgm:param type="stAng" val="285"/>
                              <dgm:param type="spanAng" val="-90"/>
                            </dgm:alg>
                          </dgm:if>
                          <dgm:else name="Name275">
                            <dgm:alg type="cycle">
                              <dgm:param type="ctrShpMap" val="fNode"/>
                              <dgm:param type="stAng" val="0"/>
                              <dgm:param type="spanAng" val="-360"/>
                            </dgm:alg>
                          </dgm:else>
                        </dgm:choose>
                      </dgm:if>
                      <dgm:if name="Name276" axis="ch" ptType="node" func="cnt" op="gte" val="7">
                        <dgm:choose name="Name277">
                          <dgm:if name="Name278" axis="ch ch" ptType="node node" st="3 1" cnt="1 0" func="cnt" op="equ" val="1">
                            <dgm:alg type="cycle">
                              <dgm:param type="ctrShpMap" val="fNode"/>
                              <dgm:param type="stAng" val="257"/>
                            </dgm:alg>
                          </dgm:if>
                          <dgm:if name="Name279" axis="ch ch" ptType="node node" st="3 1" cnt="1 0" func="cnt" op="equ" val="2">
                            <dgm:alg type="cycle">
                              <dgm:param type="ctrShpMap" val="fNode"/>
                              <dgm:param type="stAng" val="302"/>
                              <dgm:param type="spanAng" val="-90"/>
                            </dgm:alg>
                          </dgm:if>
                          <dgm:else name="Name280">
                            <dgm:alg type="cycle">
                              <dgm:param type="ctrShpMap" val="fNode"/>
                              <dgm:param type="stAng" val="0"/>
                              <dgm:param type="spanAng" val="-360"/>
                            </dgm:alg>
                          </dgm:else>
                        </dgm:choose>
                      </dgm:if>
                      <dgm:else name="Name281"/>
                    </dgm:choose>
                  </dgm:else>
                </dgm:choose>
                <dgm:shape xmlns:r="http://schemas.openxmlformats.org/officeDocument/2006/relationships" r:blip="">
                  <dgm:adjLst/>
                </dgm:shape>
                <dgm:presOf/>
                <dgm:constrLst>
                  <dgm:constr type="sp" refType="w" fact="0.1"/>
                  <dgm:constr type="sibSp" refType="w" fact="0.1"/>
                </dgm:constrLst>
                <dgm:forEach name="Name282" axis="ch" ptType="node" st="3" cnt="1">
                  <dgm:layoutNode name="childCenter3" styleLbl="node1">
                    <dgm:alg type="tx"/>
                    <dgm:shape xmlns:r="http://schemas.openxmlformats.org/officeDocument/2006/relationships" type="roundRect" r:blip="">
                      <dgm:adjLst/>
                    </dgm:shape>
                    <dgm:presOf axis="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name="Name283" axis="ch">
                    <dgm:forEach name="Name284" axis="self" ptType="parTrans">
                      <dgm:layoutNode name="Name285">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begPad"/>
                          <dgm:constr type="endPad"/>
                        </dgm:constrLst>
                      </dgm:layoutNode>
                    </dgm:forEach>
                    <dgm:forEach name="Name286" axis="self" ptType="node">
                      <dgm:layoutNode name="text3" styleLbl="node1">
                        <dgm:varLst>
                          <dgm:bulletEnabled val="1"/>
                        </dgm:varLst>
                        <dgm:alg type="tx"/>
                        <dgm:shape xmlns:r="http://schemas.openxmlformats.org/officeDocument/2006/relationships" type="roundRect" r:blip="">
                          <dgm:adjLst/>
                        </dgm:shape>
                        <dgm:presOf axis="desOr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dgm:forEach>
                </dgm:forEach>
              </dgm:layoutNode>
              <dgm:forEach name="Name287" axis="ch" ptType="parTrans" st="3" cnt="1">
                <dgm:layoutNode name="Name288">
                  <dgm:alg type="conn">
                    <dgm:param type="dim" val="1D"/>
                    <dgm:param type="begPts" val="auto"/>
                    <dgm:param type="endPts" val="auto"/>
                    <dgm:param type="endSty" val="noArr"/>
                    <dgm:param type="srcNode" val="textCenter"/>
                    <dgm:param type="dstNode" val="childCenter3"/>
                  </dgm:alg>
                  <dgm:shape xmlns:r="http://schemas.openxmlformats.org/officeDocument/2006/relationships" type="conn" r:blip="" zOrderOff="-999">
                    <dgm:adjLst/>
                  </dgm:shape>
                  <dgm:presOf axis="self"/>
                  <dgm:constrLst>
                    <dgm:constr type="h"/>
                    <dgm:constr type="begPad"/>
                    <dgm:constr type="endPad"/>
                  </dgm:constrLst>
                </dgm:layoutNode>
              </dgm:forEach>
            </dgm:if>
            <dgm:else name="Name289"/>
          </dgm:choose>
          <dgm:choose name="Name290">
            <dgm:if name="Name291" axis="ch" ptType="node" func="cnt" op="gte" val="4">
              <dgm:layoutNode name="cycle_4">
                <dgm:choose name="Name292">
                  <dgm:if name="Name293" func="var" arg="dir" op="equ" val="norm">
                    <dgm:choose name="Name294">
                      <dgm:if name="Name295" axis="ch" ptType="node" func="cnt" op="equ" val="4">
                        <dgm:choose name="Name296">
                          <dgm:if name="Name297" axis="ch ch" ptType="node node" st="4 1" cnt="1 0" func="cnt" op="equ" val="1">
                            <dgm:alg type="cycle">
                              <dgm:param type="ctrShpMap" val="fNode"/>
                              <dgm:param type="stAng" val="270"/>
                            </dgm:alg>
                          </dgm:if>
                          <dgm:if name="Name298" axis="ch ch" ptType="node node" st="4 1" cnt="1 0" func="cnt" op="equ" val="2">
                            <dgm:alg type="cycle">
                              <dgm:param type="ctrShpMap" val="fNode"/>
                              <dgm:param type="stAng" val="225"/>
                              <dgm:param type="spanAng" val="90"/>
                            </dgm:alg>
                          </dgm:if>
                          <dgm:else name="Name299">
                            <dgm:alg type="cycle">
                              <dgm:param type="ctrShpMap" val="fNode"/>
                              <dgm:param type="stAng" val="202.5"/>
                              <dgm:param type="spanAng" val="135"/>
                            </dgm:alg>
                          </dgm:else>
                        </dgm:choose>
                      </dgm:if>
                      <dgm:if name="Name300" axis="ch" ptType="node" func="cnt" op="equ" val="5">
                        <dgm:choose name="Name301">
                          <dgm:if name="Name302" axis="ch ch" ptType="node node" st="4 1" cnt="1 0" func="cnt" op="equ" val="1">
                            <dgm:alg type="cycle">
                              <dgm:param type="ctrShpMap" val="fNode"/>
                              <dgm:param type="stAng" val="216"/>
                            </dgm:alg>
                          </dgm:if>
                          <dgm:if name="Name303" axis="ch ch" ptType="node node" st="4 1" cnt="1 0" func="cnt" op="equ" val="2">
                            <dgm:alg type="cycle">
                              <dgm:param type="ctrShpMap" val="fNode"/>
                              <dgm:param type="stAng" val="171"/>
                              <dgm:param type="spanAng" val="90"/>
                            </dgm:alg>
                          </dgm:if>
                          <dgm:else name="Name304">
                            <dgm:alg type="cycle">
                              <dgm:param type="ctrShpMap" val="fNode"/>
                              <dgm:param type="stAng" val="0"/>
                              <dgm:param type="spanAng" val="360"/>
                            </dgm:alg>
                          </dgm:else>
                        </dgm:choose>
                      </dgm:if>
                      <dgm:if name="Name305" axis="ch" ptType="node" func="cnt" op="equ" val="6">
                        <dgm:choose name="Name306">
                          <dgm:if name="Name307" axis="ch ch" ptType="node node" st="4 1" cnt="1 0" func="cnt" op="equ" val="1">
                            <dgm:alg type="cycle">
                              <dgm:param type="ctrShpMap" val="fNode"/>
                              <dgm:param type="stAng" val="180"/>
                            </dgm:alg>
                          </dgm:if>
                          <dgm:if name="Name308" axis="ch ch" ptType="node node" st="4 1" cnt="1 0" func="cnt" op="equ" val="2">
                            <dgm:alg type="cycle">
                              <dgm:param type="ctrShpMap" val="fNode"/>
                              <dgm:param type="stAng" val="135"/>
                              <dgm:param type="spanAng" val="90"/>
                            </dgm:alg>
                          </dgm:if>
                          <dgm:else name="Name309">
                            <dgm:alg type="cycle">
                              <dgm:param type="ctrShpMap" val="fNode"/>
                              <dgm:param type="stAng" val="0"/>
                              <dgm:param type="spanAng" val="360"/>
                            </dgm:alg>
                          </dgm:else>
                        </dgm:choose>
                      </dgm:if>
                      <dgm:if name="Name310" axis="ch" ptType="node" func="cnt" op="gte" val="7">
                        <dgm:choose name="Name311">
                          <dgm:if name="Name312" axis="ch ch" ptType="node node" st="4 1" cnt="1 0" func="cnt" op="equ" val="1">
                            <dgm:alg type="cycle">
                              <dgm:param type="ctrShpMap" val="fNode"/>
                              <dgm:param type="stAng" val="154"/>
                            </dgm:alg>
                          </dgm:if>
                          <dgm:if name="Name313" axis="ch ch" ptType="node node" st="4 1" cnt="1 0" func="cnt" op="equ" val="2">
                            <dgm:alg type="cycle">
                              <dgm:param type="ctrShpMap" val="fNode"/>
                              <dgm:param type="stAng" val="109"/>
                              <dgm:param type="spanAng" val="90"/>
                            </dgm:alg>
                          </dgm:if>
                          <dgm:else name="Name314">
                            <dgm:alg type="cycle">
                              <dgm:param type="ctrShpMap" val="fNode"/>
                              <dgm:param type="stAng" val="0"/>
                              <dgm:param type="spanAng" val="360"/>
                            </dgm:alg>
                          </dgm:else>
                        </dgm:choose>
                      </dgm:if>
                      <dgm:else name="Name315"/>
                    </dgm:choose>
                  </dgm:if>
                  <dgm:else name="Name316">
                    <dgm:choose name="Name317">
                      <dgm:if name="Name318" axis="ch" ptType="node" func="cnt" op="equ" val="4">
                        <dgm:choose name="Name319">
                          <dgm:if name="Name320" axis="ch ch" ptType="node node" st="4 1" cnt="1 0" func="cnt" op="equ" val="1">
                            <dgm:alg type="cycle">
                              <dgm:param type="ctrShpMap" val="fNode"/>
                              <dgm:param type="stAng" val="90"/>
                            </dgm:alg>
                          </dgm:if>
                          <dgm:if name="Name321" axis="ch ch" ptType="node node" st="4 1" cnt="1 0" func="cnt" op="equ" val="2">
                            <dgm:alg type="cycle">
                              <dgm:param type="ctrShpMap" val="fNode"/>
                              <dgm:param type="stAng" val="135"/>
                              <dgm:param type="spanAng" val="-90"/>
                            </dgm:alg>
                          </dgm:if>
                          <dgm:else name="Name322">
                            <dgm:alg type="cycle">
                              <dgm:param type="ctrShpMap" val="fNode"/>
                              <dgm:param type="stAng" val="157.5"/>
                              <dgm:param type="spanAng" val="-135"/>
                            </dgm:alg>
                          </dgm:else>
                        </dgm:choose>
                      </dgm:if>
                      <dgm:if name="Name323" axis="ch" ptType="node" func="cnt" op="equ" val="5">
                        <dgm:choose name="Name324">
                          <dgm:if name="Name325" axis="ch ch" ptType="node node" st="4 1" cnt="1 0" func="cnt" op="equ" val="1">
                            <dgm:alg type="cycle">
                              <dgm:param type="ctrShpMap" val="fNode"/>
                              <dgm:param type="stAng" val="144"/>
                            </dgm:alg>
                          </dgm:if>
                          <dgm:if name="Name326" axis="ch ch" ptType="node node" st="4 1" cnt="1 0" func="cnt" op="equ" val="2">
                            <dgm:alg type="cycle">
                              <dgm:param type="ctrShpMap" val="fNode"/>
                              <dgm:param type="stAng" val="189"/>
                              <dgm:param type="spanAng" val="-90"/>
                            </dgm:alg>
                          </dgm:if>
                          <dgm:else name="Name327">
                            <dgm:alg type="cycle">
                              <dgm:param type="ctrShpMap" val="fNode"/>
                              <dgm:param type="stAng" val="0"/>
                              <dgm:param type="spanAng" val="-360"/>
                            </dgm:alg>
                          </dgm:else>
                        </dgm:choose>
                      </dgm:if>
                      <dgm:if name="Name328" axis="ch" ptType="node" func="cnt" op="equ" val="6">
                        <dgm:choose name="Name329">
                          <dgm:if name="Name330" axis="ch ch" ptType="node node" st="4 1" cnt="1 0" func="cnt" op="equ" val="1">
                            <dgm:alg type="cycle">
                              <dgm:param type="ctrShpMap" val="fNode"/>
                              <dgm:param type="stAng" val="180"/>
                            </dgm:alg>
                          </dgm:if>
                          <dgm:if name="Name331" axis="ch ch" ptType="node node" st="4 1" cnt="1 0" func="cnt" op="equ" val="2">
                            <dgm:alg type="cycle">
                              <dgm:param type="ctrShpMap" val="fNode"/>
                              <dgm:param type="stAng" val="225"/>
                              <dgm:param type="spanAng" val="-90"/>
                            </dgm:alg>
                          </dgm:if>
                          <dgm:else name="Name332">
                            <dgm:alg type="cycle">
                              <dgm:param type="ctrShpMap" val="fNode"/>
                              <dgm:param type="stAng" val="0"/>
                              <dgm:param type="spanAng" val="-360"/>
                            </dgm:alg>
                          </dgm:else>
                        </dgm:choose>
                      </dgm:if>
                      <dgm:if name="Name333" axis="ch" ptType="node" func="cnt" op="gte" val="7">
                        <dgm:choose name="Name334">
                          <dgm:if name="Name335" axis="ch ch" ptType="node node" st="4 1" cnt="1 0" func="cnt" op="equ" val="1">
                            <dgm:alg type="cycle">
                              <dgm:param type="ctrShpMap" val="fNode"/>
                              <dgm:param type="stAng" val="205"/>
                            </dgm:alg>
                          </dgm:if>
                          <dgm:if name="Name336" axis="ch ch" ptType="node node" st="4 1" cnt="1 0" func="cnt" op="equ" val="2">
                            <dgm:alg type="cycle">
                              <dgm:param type="ctrShpMap" val="fNode"/>
                              <dgm:param type="stAng" val="250"/>
                              <dgm:param type="spanAng" val="-90"/>
                            </dgm:alg>
                          </dgm:if>
                          <dgm:else name="Name337">
                            <dgm:alg type="cycle">
                              <dgm:param type="ctrShpMap" val="fNode"/>
                              <dgm:param type="stAng" val="0"/>
                              <dgm:param type="spanAng" val="-360"/>
                            </dgm:alg>
                          </dgm:else>
                        </dgm:choose>
                      </dgm:if>
                      <dgm:else name="Name338"/>
                    </dgm:choose>
                  </dgm:else>
                </dgm:choose>
                <dgm:shape xmlns:r="http://schemas.openxmlformats.org/officeDocument/2006/relationships" r:blip="">
                  <dgm:adjLst/>
                </dgm:shape>
                <dgm:presOf/>
                <dgm:constrLst>
                  <dgm:constr type="sp" refType="w" fact="0.1"/>
                  <dgm:constr type="sibSp" refType="w" fact="0.1"/>
                </dgm:constrLst>
                <dgm:forEach name="Name339" axis="ch" ptType="node" st="4" cnt="1">
                  <dgm:layoutNode name="childCenter4" styleLbl="node1">
                    <dgm:alg type="tx"/>
                    <dgm:shape xmlns:r="http://schemas.openxmlformats.org/officeDocument/2006/relationships" type="roundRect" r:blip="">
                      <dgm:adjLst/>
                    </dgm:shape>
                    <dgm:presOf axis="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name="Name340" axis="ch">
                    <dgm:forEach name="Name341" axis="self" ptType="parTrans">
                      <dgm:layoutNode name="Name342">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begPad"/>
                          <dgm:constr type="endPad"/>
                        </dgm:constrLst>
                      </dgm:layoutNode>
                    </dgm:forEach>
                    <dgm:forEach name="Name343" axis="self" ptType="node">
                      <dgm:layoutNode name="text4" styleLbl="node1">
                        <dgm:varLst>
                          <dgm:bulletEnabled val="1"/>
                        </dgm:varLst>
                        <dgm:alg type="tx"/>
                        <dgm:shape xmlns:r="http://schemas.openxmlformats.org/officeDocument/2006/relationships" type="roundRect" r:blip="">
                          <dgm:adjLst/>
                        </dgm:shape>
                        <dgm:presOf axis="desOr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dgm:forEach>
                </dgm:forEach>
              </dgm:layoutNode>
              <dgm:forEach name="Name344" axis="ch" ptType="parTrans" st="4" cnt="1">
                <dgm:layoutNode name="Name345">
                  <dgm:alg type="conn">
                    <dgm:param type="dim" val="1D"/>
                    <dgm:param type="begPts" val="auto"/>
                    <dgm:param type="endPts" val="auto"/>
                    <dgm:param type="endSty" val="noArr"/>
                    <dgm:param type="srcNode" val="textCenter"/>
                    <dgm:param type="dstNode" val="childCenter4"/>
                  </dgm:alg>
                  <dgm:shape xmlns:r="http://schemas.openxmlformats.org/officeDocument/2006/relationships" type="conn" r:blip="" zOrderOff="-999">
                    <dgm:adjLst/>
                  </dgm:shape>
                  <dgm:presOf axis="self"/>
                  <dgm:constrLst>
                    <dgm:constr type="h"/>
                    <dgm:constr type="begPad"/>
                    <dgm:constr type="endPad"/>
                  </dgm:constrLst>
                </dgm:layoutNode>
              </dgm:forEach>
            </dgm:if>
            <dgm:else name="Name346"/>
          </dgm:choose>
          <dgm:choose name="Name347">
            <dgm:if name="Name348" axis="ch" ptType="node" func="cnt" op="gte" val="5">
              <dgm:layoutNode name="cycle_5">
                <dgm:choose name="Name349">
                  <dgm:if name="Name350" func="var" arg="dir" op="equ" val="norm">
                    <dgm:choose name="Name351">
                      <dgm:if name="Name352" axis="ch" ptType="node" func="cnt" op="equ" val="5">
                        <dgm:choose name="Name353">
                          <dgm:if name="Name354" axis="ch ch" ptType="node node" st="5 1" cnt="1 0" func="cnt" op="equ" val="1">
                            <dgm:alg type="cycle">
                              <dgm:param type="ctrShpMap" val="fNode"/>
                              <dgm:param type="stAng" val="288"/>
                            </dgm:alg>
                          </dgm:if>
                          <dgm:if name="Name355" axis="ch ch" ptType="node node" st="5 1" cnt="1 0" func="cnt" op="equ" val="2">
                            <dgm:alg type="cycle">
                              <dgm:param type="ctrShpMap" val="fNode"/>
                              <dgm:param type="stAng" val="243"/>
                              <dgm:param type="spanAng" val="90"/>
                            </dgm:alg>
                          </dgm:if>
                          <dgm:else name="Name356">
                            <dgm:alg type="cycle">
                              <dgm:param type="ctrShpMap" val="fNode"/>
                              <dgm:param type="stAng" val="0"/>
                              <dgm:param type="spanAng" val="360"/>
                            </dgm:alg>
                          </dgm:else>
                        </dgm:choose>
                      </dgm:if>
                      <dgm:if name="Name357" axis="ch" ptType="node" func="cnt" op="equ" val="6">
                        <dgm:choose name="Name358">
                          <dgm:if name="Name359" axis="ch ch" ptType="node node" st="5 1" cnt="1 0" func="cnt" op="equ" val="1">
                            <dgm:alg type="cycle">
                              <dgm:param type="ctrShpMap" val="fNode"/>
                              <dgm:param type="stAng" val="240"/>
                            </dgm:alg>
                          </dgm:if>
                          <dgm:if name="Name360" axis="ch ch" ptType="node node" st="5 1" cnt="1 0" func="cnt" op="equ" val="2">
                            <dgm:alg type="cycle">
                              <dgm:param type="ctrShpMap" val="fNode"/>
                              <dgm:param type="stAng" val="195"/>
                              <dgm:param type="spanAng" val="90"/>
                            </dgm:alg>
                          </dgm:if>
                          <dgm:else name="Name361">
                            <dgm:alg type="cycle">
                              <dgm:param type="ctrShpMap" val="fNode"/>
                              <dgm:param type="stAng" val="0"/>
                              <dgm:param type="spanAng" val="360"/>
                            </dgm:alg>
                          </dgm:else>
                        </dgm:choose>
                      </dgm:if>
                      <dgm:if name="Name362" axis="ch" ptType="node" func="cnt" op="gte" val="7">
                        <dgm:choose name="Name363">
                          <dgm:if name="Name364" axis="ch ch" ptType="node node" st="5 1" cnt="1 0" func="cnt" op="equ" val="1">
                            <dgm:alg type="cycle">
                              <dgm:param type="ctrShpMap" val="fNode"/>
                              <dgm:param type="stAng" val="205"/>
                            </dgm:alg>
                          </dgm:if>
                          <dgm:if name="Name365" axis="ch ch" ptType="node node" st="5 1" cnt="1 0" func="cnt" op="equ" val="2">
                            <dgm:alg type="cycle">
                              <dgm:param type="ctrShpMap" val="fNode"/>
                              <dgm:param type="stAng" val="160"/>
                              <dgm:param type="spanAng" val="90"/>
                            </dgm:alg>
                          </dgm:if>
                          <dgm:else name="Name366">
                            <dgm:alg type="cycle">
                              <dgm:param type="ctrShpMap" val="fNode"/>
                              <dgm:param type="stAng" val="0"/>
                              <dgm:param type="spanAng" val="360"/>
                            </dgm:alg>
                          </dgm:else>
                        </dgm:choose>
                      </dgm:if>
                      <dgm:else name="Name367"/>
                    </dgm:choose>
                  </dgm:if>
                  <dgm:else name="Name368">
                    <dgm:choose name="Name369">
                      <dgm:if name="Name370" axis="ch" ptType="node" func="cnt" op="equ" val="5">
                        <dgm:choose name="Name371">
                          <dgm:if name="Name372" axis="ch ch" ptType="node node" st="5 1" cnt="1 0" func="cnt" op="equ" val="1">
                            <dgm:alg type="cycle">
                              <dgm:param type="ctrShpMap" val="fNode"/>
                              <dgm:param type="stAng" val="72"/>
                            </dgm:alg>
                          </dgm:if>
                          <dgm:if name="Name373" axis="ch ch" ptType="node node" st="5 1" cnt="1 0" func="cnt" op="equ" val="2">
                            <dgm:alg type="cycle">
                              <dgm:param type="ctrShpMap" val="fNode"/>
                              <dgm:param type="stAng" val="117"/>
                              <dgm:param type="spanAng" val="-90"/>
                            </dgm:alg>
                          </dgm:if>
                          <dgm:else name="Name374">
                            <dgm:alg type="cycle">
                              <dgm:param type="ctrShpMap" val="fNode"/>
                              <dgm:param type="stAng" val="0"/>
                              <dgm:param type="spanAng" val="-360"/>
                            </dgm:alg>
                          </dgm:else>
                        </dgm:choose>
                      </dgm:if>
                      <dgm:if name="Name375" axis="ch" ptType="node" func="cnt" op="equ" val="6">
                        <dgm:choose name="Name376">
                          <dgm:if name="Name377" axis="ch ch" ptType="node node" st="5 1" cnt="1 0" func="cnt" op="equ" val="1">
                            <dgm:alg type="cycle">
                              <dgm:param type="ctrShpMap" val="fNode"/>
                              <dgm:param type="stAng" val="120"/>
                            </dgm:alg>
                          </dgm:if>
                          <dgm:if name="Name378" axis="ch ch" ptType="node node" st="5 1" cnt="1 0" func="cnt" op="equ" val="2">
                            <dgm:alg type="cycle">
                              <dgm:param type="ctrShpMap" val="fNode"/>
                              <dgm:param type="stAng" val="165"/>
                              <dgm:param type="spanAng" val="-90"/>
                            </dgm:alg>
                          </dgm:if>
                          <dgm:else name="Name379">
                            <dgm:alg type="cycle">
                              <dgm:param type="ctrShpMap" val="fNode"/>
                              <dgm:param type="stAng" val="0"/>
                              <dgm:param type="spanAng" val="-360"/>
                            </dgm:alg>
                          </dgm:else>
                        </dgm:choose>
                      </dgm:if>
                      <dgm:if name="Name380" axis="ch" ptType="node" func="cnt" op="gte" val="7">
                        <dgm:choose name="Name381">
                          <dgm:if name="Name382" axis="ch ch" ptType="node node" st="5 1" cnt="1 0" func="cnt" op="equ" val="1">
                            <dgm:alg type="cycle">
                              <dgm:param type="ctrShpMap" val="fNode"/>
                              <dgm:param type="stAng" val="154"/>
                            </dgm:alg>
                          </dgm:if>
                          <dgm:if name="Name383" axis="ch ch" ptType="node node" st="5 1" cnt="1 0" func="cnt" op="equ" val="2">
                            <dgm:alg type="cycle">
                              <dgm:param type="ctrShpMap" val="fNode"/>
                              <dgm:param type="stAng" val="199"/>
                              <dgm:param type="spanAng" val="-90"/>
                            </dgm:alg>
                          </dgm:if>
                          <dgm:else name="Name384">
                            <dgm:alg type="cycle">
                              <dgm:param type="ctrShpMap" val="fNode"/>
                              <dgm:param type="stAng" val="0"/>
                              <dgm:param type="spanAng" val="-360"/>
                            </dgm:alg>
                          </dgm:else>
                        </dgm:choose>
                      </dgm:if>
                      <dgm:else name="Name385"/>
                    </dgm:choose>
                  </dgm:else>
                </dgm:choose>
                <dgm:shape xmlns:r="http://schemas.openxmlformats.org/officeDocument/2006/relationships" r:blip="">
                  <dgm:adjLst/>
                </dgm:shape>
                <dgm:presOf/>
                <dgm:constrLst>
                  <dgm:constr type="sp" refType="w" fact="0.1"/>
                  <dgm:constr type="sibSp" refType="w" fact="0.1"/>
                </dgm:constrLst>
                <dgm:forEach name="Name386" axis="ch" ptType="node" st="5" cnt="1">
                  <dgm:layoutNode name="childCenter5" styleLbl="node1">
                    <dgm:alg type="tx"/>
                    <dgm:shape xmlns:r="http://schemas.openxmlformats.org/officeDocument/2006/relationships" type="roundRect" r:blip="">
                      <dgm:adjLst/>
                    </dgm:shape>
                    <dgm:presOf axis="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name="Name387" axis="ch">
                    <dgm:forEach name="Name388" axis="self" ptType="parTrans">
                      <dgm:layoutNode name="Name389">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begPad"/>
                          <dgm:constr type="endPad"/>
                        </dgm:constrLst>
                      </dgm:layoutNode>
                    </dgm:forEach>
                    <dgm:forEach name="Name390" axis="self" ptType="node">
                      <dgm:layoutNode name="text5" styleLbl="node1">
                        <dgm:varLst>
                          <dgm:bulletEnabled val="1"/>
                        </dgm:varLst>
                        <dgm:alg type="tx"/>
                        <dgm:shape xmlns:r="http://schemas.openxmlformats.org/officeDocument/2006/relationships" type="roundRect" r:blip="">
                          <dgm:adjLst/>
                        </dgm:shape>
                        <dgm:presOf axis="desOr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dgm:forEach>
                </dgm:forEach>
              </dgm:layoutNode>
              <dgm:forEach name="Name391" axis="ch" ptType="parTrans" st="5" cnt="1">
                <dgm:layoutNode name="Name392">
                  <dgm:alg type="conn">
                    <dgm:param type="dim" val="1D"/>
                    <dgm:param type="begPts" val="auto"/>
                    <dgm:param type="endPts" val="auto"/>
                    <dgm:param type="endSty" val="noArr"/>
                    <dgm:param type="srcNode" val="textCenter"/>
                    <dgm:param type="dstNode" val="childCenter5"/>
                  </dgm:alg>
                  <dgm:shape xmlns:r="http://schemas.openxmlformats.org/officeDocument/2006/relationships" type="conn" r:blip="" zOrderOff="-999">
                    <dgm:adjLst/>
                  </dgm:shape>
                  <dgm:presOf axis="self"/>
                  <dgm:constrLst>
                    <dgm:constr type="h"/>
                    <dgm:constr type="begPad"/>
                    <dgm:constr type="endPad"/>
                  </dgm:constrLst>
                </dgm:layoutNode>
              </dgm:forEach>
            </dgm:if>
            <dgm:else name="Name393"/>
          </dgm:choose>
          <dgm:choose name="Name394">
            <dgm:if name="Name395" axis="ch" ptType="node" func="cnt" op="gte" val="6">
              <dgm:layoutNode name="cycle_6">
                <dgm:choose name="Name396">
                  <dgm:if name="Name397" func="var" arg="dir" op="equ" val="norm">
                    <dgm:choose name="Name398">
                      <dgm:if name="Name399" axis="ch" ptType="node" func="cnt" op="equ" val="6">
                        <dgm:choose name="Name400">
                          <dgm:if name="Name401" axis="ch ch" ptType="node node" st="6 1" cnt="1 0" func="cnt" op="equ" val="1">
                            <dgm:alg type="cycle">
                              <dgm:param type="ctrShpMap" val="fNode"/>
                              <dgm:param type="stAng" val="300"/>
                            </dgm:alg>
                          </dgm:if>
                          <dgm:if name="Name402" axis="ch ch" ptType="node node" st="6 1" cnt="1 0" func="cnt" op="equ" val="2">
                            <dgm:alg type="cycle">
                              <dgm:param type="ctrShpMap" val="fNode"/>
                              <dgm:param type="stAng" val="255"/>
                              <dgm:param type="spanAng" val="90"/>
                            </dgm:alg>
                          </dgm:if>
                          <dgm:else name="Name403">
                            <dgm:alg type="cycle">
                              <dgm:param type="ctrShpMap" val="fNode"/>
                              <dgm:param type="stAng" val="0"/>
                              <dgm:param type="spanAng" val="360"/>
                            </dgm:alg>
                          </dgm:else>
                        </dgm:choose>
                      </dgm:if>
                      <dgm:if name="Name404" axis="ch" ptType="node" func="cnt" op="gte" val="7">
                        <dgm:choose name="Name405">
                          <dgm:if name="Name406" axis="ch ch" ptType="node node" st="6 1" cnt="1 0" func="cnt" op="equ" val="1">
                            <dgm:alg type="cycle">
                              <dgm:param type="ctrShpMap" val="fNode"/>
                              <dgm:param type="stAng" val="257"/>
                            </dgm:alg>
                          </dgm:if>
                          <dgm:if name="Name407" axis="ch ch" ptType="node node" st="6 1" cnt="1 0" func="cnt" op="equ" val="2">
                            <dgm:alg type="cycle">
                              <dgm:param type="ctrShpMap" val="fNode"/>
                              <dgm:param type="stAng" val="212"/>
                              <dgm:param type="spanAng" val="90"/>
                            </dgm:alg>
                          </dgm:if>
                          <dgm:else name="Name408">
                            <dgm:alg type="cycle">
                              <dgm:param type="ctrShpMap" val="fNode"/>
                              <dgm:param type="stAng" val="0"/>
                              <dgm:param type="spanAng" val="360"/>
                            </dgm:alg>
                          </dgm:else>
                        </dgm:choose>
                      </dgm:if>
                      <dgm:else name="Name409"/>
                    </dgm:choose>
                  </dgm:if>
                  <dgm:else name="Name410">
                    <dgm:choose name="Name411">
                      <dgm:if name="Name412" axis="ch" ptType="node" func="cnt" op="equ" val="6">
                        <dgm:choose name="Name413">
                          <dgm:if name="Name414" axis="ch ch" ptType="node node" st="6 1" cnt="1 0" func="cnt" op="equ" val="1">
                            <dgm:alg type="cycle">
                              <dgm:param type="ctrShpMap" val="fNode"/>
                              <dgm:param type="stAng" val="60"/>
                            </dgm:alg>
                          </dgm:if>
                          <dgm:if name="Name415" axis="ch ch" ptType="node node" st="6 1" cnt="1 0" func="cnt" op="equ" val="2">
                            <dgm:alg type="cycle">
                              <dgm:param type="ctrShpMap" val="fNode"/>
                              <dgm:param type="stAng" val="105"/>
                              <dgm:param type="spanAng" val="-90"/>
                            </dgm:alg>
                          </dgm:if>
                          <dgm:else name="Name416">
                            <dgm:alg type="cycle">
                              <dgm:param type="ctrShpMap" val="fNode"/>
                              <dgm:param type="stAng" val="0"/>
                              <dgm:param type="spanAng" val="-360"/>
                            </dgm:alg>
                          </dgm:else>
                        </dgm:choose>
                      </dgm:if>
                      <dgm:if name="Name417" axis="ch" ptType="node" func="cnt" op="gte" val="7">
                        <dgm:choose name="Name418">
                          <dgm:if name="Name419" axis="ch ch" ptType="node node" st="6 1" cnt="1 0" func="cnt" op="equ" val="1">
                            <dgm:alg type="cycle">
                              <dgm:param type="ctrShpMap" val="fNode"/>
                              <dgm:param type="stAng" val="102"/>
                            </dgm:alg>
                          </dgm:if>
                          <dgm:if name="Name420" axis="ch ch" ptType="node node" st="6 1" cnt="1 0" func="cnt" op="equ" val="2">
                            <dgm:alg type="cycle">
                              <dgm:param type="ctrShpMap" val="fNode"/>
                              <dgm:param type="stAng" val="147"/>
                              <dgm:param type="spanAng" val="-90"/>
                            </dgm:alg>
                          </dgm:if>
                          <dgm:else name="Name421">
                            <dgm:alg type="cycle">
                              <dgm:param type="ctrShpMap" val="fNode"/>
                              <dgm:param type="stAng" val="0"/>
                              <dgm:param type="spanAng" val="-360"/>
                            </dgm:alg>
                          </dgm:else>
                        </dgm:choose>
                      </dgm:if>
                      <dgm:else name="Name422"/>
                    </dgm:choose>
                  </dgm:else>
                </dgm:choose>
                <dgm:shape xmlns:r="http://schemas.openxmlformats.org/officeDocument/2006/relationships" r:blip="">
                  <dgm:adjLst/>
                </dgm:shape>
                <dgm:presOf/>
                <dgm:constrLst>
                  <dgm:constr type="sp" refType="w" fact="0.1"/>
                  <dgm:constr type="sibSp" refType="w" fact="0.1"/>
                </dgm:constrLst>
                <dgm:forEach name="Name423" axis="ch" ptType="node" st="6" cnt="1">
                  <dgm:layoutNode name="childCenter6" styleLbl="node1">
                    <dgm:alg type="tx"/>
                    <dgm:shape xmlns:r="http://schemas.openxmlformats.org/officeDocument/2006/relationships" type="roundRect" r:blip="">
                      <dgm:adjLst/>
                    </dgm:shape>
                    <dgm:presOf axis="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name="Name424" axis="ch">
                    <dgm:forEach name="Name425" axis="self" ptType="parTrans">
                      <dgm:layoutNode name="Name426">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begPad"/>
                          <dgm:constr type="endPad"/>
                        </dgm:constrLst>
                      </dgm:layoutNode>
                    </dgm:forEach>
                    <dgm:forEach name="Name427" axis="self" ptType="node">
                      <dgm:layoutNode name="text6" styleLbl="node1">
                        <dgm:varLst>
                          <dgm:bulletEnabled val="1"/>
                        </dgm:varLst>
                        <dgm:alg type="tx"/>
                        <dgm:shape xmlns:r="http://schemas.openxmlformats.org/officeDocument/2006/relationships" type="roundRect" r:blip="">
                          <dgm:adjLst/>
                        </dgm:shape>
                        <dgm:presOf axis="desOr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dgm:forEach>
                </dgm:forEach>
              </dgm:layoutNode>
              <dgm:forEach name="Name428" axis="ch" ptType="parTrans" st="6" cnt="1">
                <dgm:layoutNode name="Name429">
                  <dgm:alg type="conn">
                    <dgm:param type="dim" val="1D"/>
                    <dgm:param type="begPts" val="auto"/>
                    <dgm:param type="endPts" val="auto"/>
                    <dgm:param type="endSty" val="noArr"/>
                    <dgm:param type="srcNode" val="textCenter"/>
                    <dgm:param type="dstNode" val="childCenter6"/>
                  </dgm:alg>
                  <dgm:shape xmlns:r="http://schemas.openxmlformats.org/officeDocument/2006/relationships" type="conn" r:blip="" zOrderOff="-999">
                    <dgm:adjLst/>
                  </dgm:shape>
                  <dgm:presOf axis="self"/>
                  <dgm:constrLst>
                    <dgm:constr type="h"/>
                    <dgm:constr type="begPad"/>
                    <dgm:constr type="endPad"/>
                  </dgm:constrLst>
                </dgm:layoutNode>
              </dgm:forEach>
            </dgm:if>
            <dgm:else name="Name430"/>
          </dgm:choose>
          <dgm:choose name="Name431">
            <dgm:if name="Name432" axis="ch" ptType="node" func="cnt" op="gte" val="7">
              <dgm:layoutNode name="cycle_7">
                <dgm:choose name="Name433">
                  <dgm:if name="Name434" func="var" arg="dir" op="equ" val="norm">
                    <dgm:choose name="Name435">
                      <dgm:if name="Name436" axis="ch" ptType="node" func="cnt" op="gte" val="7">
                        <dgm:choose name="Name437">
                          <dgm:if name="Name438" axis="ch ch" ptType="node node" st="7 1" cnt="1 0" func="cnt" op="equ" val="1">
                            <dgm:alg type="cycle">
                              <dgm:param type="ctrShpMap" val="fNode"/>
                              <dgm:param type="stAng" val="308"/>
                            </dgm:alg>
                          </dgm:if>
                          <dgm:if name="Name439" axis="ch ch" ptType="node node" st="7 1" cnt="1 0" func="cnt" op="equ" val="2">
                            <dgm:alg type="cycle">
                              <dgm:param type="ctrShpMap" val="fNode"/>
                              <dgm:param type="stAng" val="263"/>
                              <dgm:param type="spanAng" val="90"/>
                            </dgm:alg>
                          </dgm:if>
                          <dgm:else name="Name440">
                            <dgm:alg type="cycle">
                              <dgm:param type="ctrShpMap" val="fNode"/>
                              <dgm:param type="stAng" val="0"/>
                              <dgm:param type="spanAng" val="360"/>
                            </dgm:alg>
                          </dgm:else>
                        </dgm:choose>
                      </dgm:if>
                      <dgm:else name="Name441"/>
                    </dgm:choose>
                  </dgm:if>
                  <dgm:else name="Name442">
                    <dgm:choose name="Name443">
                      <dgm:if name="Name444" axis="ch" ptType="node" func="cnt" op="gte" val="7">
                        <dgm:choose name="Name445">
                          <dgm:if name="Name446" axis="ch ch" ptType="node node" st="7 1" cnt="1 0" func="cnt" op="equ" val="1">
                            <dgm:alg type="cycle">
                              <dgm:param type="ctrShpMap" val="fNode"/>
                              <dgm:param type="stAng" val="51"/>
                            </dgm:alg>
                          </dgm:if>
                          <dgm:if name="Name447" axis="ch ch" ptType="node node" st="7 1" cnt="1 0" func="cnt" op="equ" val="2">
                            <dgm:alg type="cycle">
                              <dgm:param type="ctrShpMap" val="fNode"/>
                              <dgm:param type="stAng" val="96"/>
                              <dgm:param type="spanAng" val="-90"/>
                            </dgm:alg>
                          </dgm:if>
                          <dgm:else name="Name448">
                            <dgm:alg type="cycle">
                              <dgm:param type="ctrShpMap" val="fNode"/>
                              <dgm:param type="stAng" val="0"/>
                              <dgm:param type="spanAng" val="-360"/>
                            </dgm:alg>
                          </dgm:else>
                        </dgm:choose>
                      </dgm:if>
                      <dgm:else name="Name449"/>
                    </dgm:choose>
                  </dgm:else>
                </dgm:choose>
                <dgm:shape xmlns:r="http://schemas.openxmlformats.org/officeDocument/2006/relationships" r:blip="">
                  <dgm:adjLst/>
                </dgm:shape>
                <dgm:presOf/>
                <dgm:constrLst>
                  <dgm:constr type="sp" refType="w" fact="0.1"/>
                  <dgm:constr type="sibSp" refType="w" fact="0.1"/>
                </dgm:constrLst>
                <dgm:forEach name="Name450" axis="ch" ptType="node" st="7" cnt="1">
                  <dgm:layoutNode name="childCenter7" styleLbl="node1">
                    <dgm:alg type="tx"/>
                    <dgm:shape xmlns:r="http://schemas.openxmlformats.org/officeDocument/2006/relationships" type="roundRect" r:blip="">
                      <dgm:adjLst/>
                    </dgm:shape>
                    <dgm:presOf axis="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name="Name451" axis="ch">
                    <dgm:forEach name="Name452" axis="self" ptType="parTrans">
                      <dgm:layoutNode name="Name453">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begPad"/>
                          <dgm:constr type="endPad"/>
                        </dgm:constrLst>
                      </dgm:layoutNode>
                    </dgm:forEach>
                    <dgm:forEach name="Name454" axis="self" ptType="node">
                      <dgm:layoutNode name="text7" styleLbl="node1">
                        <dgm:varLst>
                          <dgm:bulletEnabled val="1"/>
                        </dgm:varLst>
                        <dgm:alg type="tx"/>
                        <dgm:shape xmlns:r="http://schemas.openxmlformats.org/officeDocument/2006/relationships" type="roundRect" r:blip="">
                          <dgm:adjLst/>
                        </dgm:shape>
                        <dgm:presOf axis="desOr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dgm:forEach>
                </dgm:forEach>
              </dgm:layoutNode>
              <dgm:forEach name="Name455" axis="ch" ptType="parTrans" st="7" cnt="1">
                <dgm:layoutNode name="Name456">
                  <dgm:alg type="conn">
                    <dgm:param type="dim" val="1D"/>
                    <dgm:param type="begPts" val="auto"/>
                    <dgm:param type="endPts" val="auto"/>
                    <dgm:param type="endSty" val="noArr"/>
                    <dgm:param type="srcNode" val="textCenter"/>
                    <dgm:param type="dstNode" val="childCenter7"/>
                  </dgm:alg>
                  <dgm:shape xmlns:r="http://schemas.openxmlformats.org/officeDocument/2006/relationships" type="conn" r:blip="" zOrderOff="-999">
                    <dgm:adjLst/>
                  </dgm:shape>
                  <dgm:presOf axis="self"/>
                  <dgm:constrLst>
                    <dgm:constr type="h"/>
                    <dgm:constr type="begPad"/>
                    <dgm:constr type="endPad"/>
                  </dgm:constrLst>
                </dgm:layoutNode>
              </dgm:forEach>
            </dgm:if>
            <dgm:else name="Name45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3386AF1-EF24-4659-9089-2771856A9EA2}" type="datetimeFigureOut">
              <a:rPr lang="en-US" smtClean="0"/>
              <a:t>8/20/2026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2B3017C-A127-4C06-BF43-1875A8859C4B}" type="slidenum">
              <a:rPr lang="en-US" smtClean="0"/>
              <a:t>‹#›</a:t>
            </a:fld>
            <a:endParaRPr lang="en-US"/>
          </a:p>
        </p:txBody>
      </p:sp>
    </p:spTree>
    <p:extLst>
      <p:ext uri="{BB962C8B-B14F-4D97-AF65-F5344CB8AC3E}">
        <p14:creationId xmlns:p14="http://schemas.microsoft.com/office/powerpoint/2010/main" val="7596061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2B3017C-A127-4C06-BF43-1875A8859C4B}" type="slidenum">
              <a:rPr lang="en-US" smtClean="0"/>
              <a:t>1</a:t>
            </a:fld>
            <a:endParaRPr lang="en-US"/>
          </a:p>
        </p:txBody>
      </p:sp>
    </p:spTree>
    <p:extLst>
      <p:ext uri="{BB962C8B-B14F-4D97-AF65-F5344CB8AC3E}">
        <p14:creationId xmlns:p14="http://schemas.microsoft.com/office/powerpoint/2010/main" val="94218355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58750" indent="0">
              <a:buNone/>
            </a:pPr>
            <a:r>
              <a:rPr lang="en-US" sz="1200" b="0" i="0" u="none" strike="noStrike" cap="none" baseline="0" dirty="0">
                <a:solidFill>
                  <a:srgbClr val="000000"/>
                </a:solidFill>
                <a:latin typeface="Arial"/>
                <a:ea typeface="Arial"/>
                <a:cs typeface="Arial"/>
                <a:sym typeface="Arial"/>
              </a:rPr>
              <a:t>My name is Aman and I will be your instructor for this course</a:t>
            </a:r>
          </a:p>
          <a:p>
            <a:pPr marL="158750" indent="0">
              <a:buNone/>
            </a:pPr>
            <a:r>
              <a:rPr lang="en-US" sz="1200" b="0" i="0" u="none" strike="noStrike" cap="none" baseline="0" dirty="0">
                <a:solidFill>
                  <a:srgbClr val="000000"/>
                </a:solidFill>
                <a:latin typeface="Arial"/>
                <a:ea typeface="Arial"/>
                <a:cs typeface="Arial"/>
                <a:sym typeface="Arial"/>
              </a:rPr>
              <a:t>I wear many hats and identify myself as a</a:t>
            </a:r>
          </a:p>
          <a:p>
            <a:pPr marL="158750" indent="0">
              <a:buNone/>
            </a:pPr>
            <a:r>
              <a:rPr lang="en-US" sz="1200" b="0" i="0" u="none" strike="noStrike" cap="none" baseline="0" dirty="0">
                <a:solidFill>
                  <a:srgbClr val="000000"/>
                </a:solidFill>
                <a:latin typeface="Arial"/>
                <a:ea typeface="Arial"/>
                <a:cs typeface="Arial"/>
                <a:sym typeface="Arial"/>
              </a:rPr>
              <a:t>Some of the organ…</a:t>
            </a:r>
          </a:p>
        </p:txBody>
      </p:sp>
      <p:sp>
        <p:nvSpPr>
          <p:cNvPr id="4" name="Slide Number Placeholder 3"/>
          <p:cNvSpPr>
            <a:spLocks noGrp="1"/>
          </p:cNvSpPr>
          <p:nvPr>
            <p:ph type="sldNum" sz="quarter" idx="5"/>
          </p:nvPr>
        </p:nvSpPr>
        <p:spPr/>
        <p:txBody>
          <a:bodyPr/>
          <a:lstStyle/>
          <a:p>
            <a:fld id="{E2B3017C-A127-4C06-BF43-1875A8859C4B}" type="slidenum">
              <a:rPr lang="en-US" smtClean="0"/>
              <a:t>2</a:t>
            </a:fld>
            <a:endParaRPr lang="en-US"/>
          </a:p>
        </p:txBody>
      </p:sp>
    </p:spTree>
    <p:extLst>
      <p:ext uri="{BB962C8B-B14F-4D97-AF65-F5344CB8AC3E}">
        <p14:creationId xmlns:p14="http://schemas.microsoft.com/office/powerpoint/2010/main" val="3806396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619587-7DA7-EBB7-0716-A2BA87AD887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1C7AECB-840A-017C-E1FE-E477D186D62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944E95A-4EAC-C7CC-8D54-EBAD61F0701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719C795-4E2B-222B-3728-1FA10FC2DDC6}"/>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2B3017C-A127-4C06-BF43-1875A8859C4B}"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95126998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2B3017C-A127-4C06-BF43-1875A8859C4B}" type="slidenum">
              <a:rPr lang="en-US" smtClean="0"/>
              <a:t>4</a:t>
            </a:fld>
            <a:endParaRPr lang="en-US"/>
          </a:p>
        </p:txBody>
      </p:sp>
    </p:spTree>
    <p:extLst>
      <p:ext uri="{BB962C8B-B14F-4D97-AF65-F5344CB8AC3E}">
        <p14:creationId xmlns:p14="http://schemas.microsoft.com/office/powerpoint/2010/main" val="404329512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2B3017C-A127-4C06-BF43-1875A8859C4B}" type="slidenum">
              <a:rPr lang="en-US" smtClean="0"/>
              <a:t>5</a:t>
            </a:fld>
            <a:endParaRPr lang="en-US"/>
          </a:p>
        </p:txBody>
      </p:sp>
    </p:spTree>
    <p:extLst>
      <p:ext uri="{BB962C8B-B14F-4D97-AF65-F5344CB8AC3E}">
        <p14:creationId xmlns:p14="http://schemas.microsoft.com/office/powerpoint/2010/main" val="20356997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2B3017C-A127-4C06-BF43-1875A8859C4B}" type="slidenum">
              <a:rPr lang="en-US" smtClean="0"/>
              <a:t>6</a:t>
            </a:fld>
            <a:endParaRPr lang="en-US"/>
          </a:p>
        </p:txBody>
      </p:sp>
    </p:spTree>
    <p:extLst>
      <p:ext uri="{BB962C8B-B14F-4D97-AF65-F5344CB8AC3E}">
        <p14:creationId xmlns:p14="http://schemas.microsoft.com/office/powerpoint/2010/main" val="168127424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Psuedocode</a:t>
            </a:r>
            <a:r>
              <a:rPr lang="en-US" dirty="0"/>
              <a:t> and code</a:t>
            </a:r>
          </a:p>
        </p:txBody>
      </p:sp>
      <p:sp>
        <p:nvSpPr>
          <p:cNvPr id="4" name="Slide Number Placeholder 3"/>
          <p:cNvSpPr>
            <a:spLocks noGrp="1"/>
          </p:cNvSpPr>
          <p:nvPr>
            <p:ph type="sldNum" sz="quarter" idx="5"/>
          </p:nvPr>
        </p:nvSpPr>
        <p:spPr/>
        <p:txBody>
          <a:bodyPr/>
          <a:lstStyle/>
          <a:p>
            <a:fld id="{E2B3017C-A127-4C06-BF43-1875A8859C4B}" type="slidenum">
              <a:rPr lang="en-US" smtClean="0"/>
              <a:t>7</a:t>
            </a:fld>
            <a:endParaRPr lang="en-US"/>
          </a:p>
        </p:txBody>
      </p:sp>
    </p:spTree>
    <p:extLst>
      <p:ext uri="{BB962C8B-B14F-4D97-AF65-F5344CB8AC3E}">
        <p14:creationId xmlns:p14="http://schemas.microsoft.com/office/powerpoint/2010/main" val="366041978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t>Data</a:t>
            </a:r>
            <a:r>
              <a:rPr lang="en-US" sz="1200" baseline="0" dirty="0"/>
              <a:t> structures are ways to collect data.  There are basic categories of data structures:</a:t>
            </a:r>
          </a:p>
        </p:txBody>
      </p:sp>
      <p:sp>
        <p:nvSpPr>
          <p:cNvPr id="4" name="Slide Number Placeholder 3"/>
          <p:cNvSpPr>
            <a:spLocks noGrp="1"/>
          </p:cNvSpPr>
          <p:nvPr>
            <p:ph type="sldNum" sz="quarter" idx="5"/>
          </p:nvPr>
        </p:nvSpPr>
        <p:spPr/>
        <p:txBody>
          <a:bodyPr/>
          <a:lstStyle/>
          <a:p>
            <a:fld id="{E2B3017C-A127-4C06-BF43-1875A8859C4B}" type="slidenum">
              <a:rPr lang="en-US" smtClean="0"/>
              <a:t>8</a:t>
            </a:fld>
            <a:endParaRPr lang="en-US"/>
          </a:p>
        </p:txBody>
      </p:sp>
    </p:spTree>
    <p:extLst>
      <p:ext uri="{BB962C8B-B14F-4D97-AF65-F5344CB8AC3E}">
        <p14:creationId xmlns:p14="http://schemas.microsoft.com/office/powerpoint/2010/main" val="329084656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will be talking about various DS and Algo</a:t>
            </a:r>
          </a:p>
        </p:txBody>
      </p:sp>
      <p:sp>
        <p:nvSpPr>
          <p:cNvPr id="4" name="Slide Number Placeholder 3"/>
          <p:cNvSpPr>
            <a:spLocks noGrp="1"/>
          </p:cNvSpPr>
          <p:nvPr>
            <p:ph type="sldNum" sz="quarter" idx="5"/>
          </p:nvPr>
        </p:nvSpPr>
        <p:spPr/>
        <p:txBody>
          <a:bodyPr/>
          <a:lstStyle/>
          <a:p>
            <a:fld id="{E2B3017C-A127-4C06-BF43-1875A8859C4B}" type="slidenum">
              <a:rPr lang="en-US" smtClean="0"/>
              <a:t>9</a:t>
            </a:fld>
            <a:endParaRPr lang="en-US"/>
          </a:p>
        </p:txBody>
      </p:sp>
    </p:spTree>
    <p:extLst>
      <p:ext uri="{BB962C8B-B14F-4D97-AF65-F5344CB8AC3E}">
        <p14:creationId xmlns:p14="http://schemas.microsoft.com/office/powerpoint/2010/main" val="212386031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But what do we truly care about?</a:t>
            </a:r>
          </a:p>
        </p:txBody>
      </p:sp>
      <p:sp>
        <p:nvSpPr>
          <p:cNvPr id="4" name="Slide Number Placeholder 3"/>
          <p:cNvSpPr>
            <a:spLocks noGrp="1"/>
          </p:cNvSpPr>
          <p:nvPr>
            <p:ph type="sldNum" sz="quarter" idx="5"/>
          </p:nvPr>
        </p:nvSpPr>
        <p:spPr/>
        <p:txBody>
          <a:bodyPr/>
          <a:lstStyle/>
          <a:p>
            <a:fld id="{E2B3017C-A127-4C06-BF43-1875A8859C4B}" type="slidenum">
              <a:rPr lang="en-US" smtClean="0"/>
              <a:t>10</a:t>
            </a:fld>
            <a:endParaRPr lang="en-US"/>
          </a:p>
        </p:txBody>
      </p:sp>
    </p:spTree>
    <p:extLst>
      <p:ext uri="{BB962C8B-B14F-4D97-AF65-F5344CB8AC3E}">
        <p14:creationId xmlns:p14="http://schemas.microsoft.com/office/powerpoint/2010/main" val="217854066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2B3017C-A127-4C06-BF43-1875A8859C4B}" type="slidenum">
              <a:rPr lang="en-US" smtClean="0"/>
              <a:t>11</a:t>
            </a:fld>
            <a:endParaRPr lang="en-US"/>
          </a:p>
        </p:txBody>
      </p:sp>
    </p:spTree>
    <p:extLst>
      <p:ext uri="{BB962C8B-B14F-4D97-AF65-F5344CB8AC3E}">
        <p14:creationId xmlns:p14="http://schemas.microsoft.com/office/powerpoint/2010/main" val="216305351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2B3017C-A127-4C06-BF43-1875A8859C4B}" type="slidenum">
              <a:rPr lang="en-US" smtClean="0"/>
              <a:t>12</a:t>
            </a:fld>
            <a:endParaRPr lang="en-US"/>
          </a:p>
        </p:txBody>
      </p:sp>
    </p:spTree>
    <p:extLst>
      <p:ext uri="{BB962C8B-B14F-4D97-AF65-F5344CB8AC3E}">
        <p14:creationId xmlns:p14="http://schemas.microsoft.com/office/powerpoint/2010/main" val="104199788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2B3017C-A127-4C06-BF43-1875A8859C4B}" type="slidenum">
              <a:rPr lang="en-US" smtClean="0"/>
              <a:t>13</a:t>
            </a:fld>
            <a:endParaRPr lang="en-US"/>
          </a:p>
        </p:txBody>
      </p:sp>
    </p:spTree>
    <p:extLst>
      <p:ext uri="{BB962C8B-B14F-4D97-AF65-F5344CB8AC3E}">
        <p14:creationId xmlns:p14="http://schemas.microsoft.com/office/powerpoint/2010/main" val="261050480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2B3017C-A127-4C06-BF43-1875A8859C4B}" type="slidenum">
              <a:rPr lang="en-US" smtClean="0"/>
              <a:t>14</a:t>
            </a:fld>
            <a:endParaRPr lang="en-US"/>
          </a:p>
        </p:txBody>
      </p:sp>
    </p:spTree>
    <p:extLst>
      <p:ext uri="{BB962C8B-B14F-4D97-AF65-F5344CB8AC3E}">
        <p14:creationId xmlns:p14="http://schemas.microsoft.com/office/powerpoint/2010/main" val="28768466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2B3017C-A127-4C06-BF43-1875A8859C4B}" type="slidenum">
              <a:rPr lang="en-US" smtClean="0"/>
              <a:t>15</a:t>
            </a:fld>
            <a:endParaRPr lang="en-US"/>
          </a:p>
        </p:txBody>
      </p:sp>
    </p:spTree>
    <p:extLst>
      <p:ext uri="{BB962C8B-B14F-4D97-AF65-F5344CB8AC3E}">
        <p14:creationId xmlns:p14="http://schemas.microsoft.com/office/powerpoint/2010/main" val="289285081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2B3017C-A127-4C06-BF43-1875A8859C4B}" type="slidenum">
              <a:rPr lang="en-US" smtClean="0"/>
              <a:t>16</a:t>
            </a:fld>
            <a:endParaRPr lang="en-US"/>
          </a:p>
        </p:txBody>
      </p:sp>
    </p:spTree>
    <p:extLst>
      <p:ext uri="{BB962C8B-B14F-4D97-AF65-F5344CB8AC3E}">
        <p14:creationId xmlns:p14="http://schemas.microsoft.com/office/powerpoint/2010/main" val="414099560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2B3017C-A127-4C06-BF43-1875A8859C4B}" type="slidenum">
              <a:rPr lang="en-US" smtClean="0"/>
              <a:t>17</a:t>
            </a:fld>
            <a:endParaRPr lang="en-US"/>
          </a:p>
        </p:txBody>
      </p:sp>
    </p:spTree>
    <p:extLst>
      <p:ext uri="{BB962C8B-B14F-4D97-AF65-F5344CB8AC3E}">
        <p14:creationId xmlns:p14="http://schemas.microsoft.com/office/powerpoint/2010/main" val="285945865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2B3017C-A127-4C06-BF43-1875A8859C4B}" type="slidenum">
              <a:rPr lang="en-US" smtClean="0"/>
              <a:t>18</a:t>
            </a:fld>
            <a:endParaRPr lang="en-US"/>
          </a:p>
        </p:txBody>
      </p:sp>
    </p:spTree>
    <p:extLst>
      <p:ext uri="{BB962C8B-B14F-4D97-AF65-F5344CB8AC3E}">
        <p14:creationId xmlns:p14="http://schemas.microsoft.com/office/powerpoint/2010/main" val="142164182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Stepik: you wont have access top an ide and previously students said that it helps; </a:t>
            </a:r>
            <a:r>
              <a:rPr lang="en-US" dirty="0" err="1"/>
              <a:t>iT</a:t>
            </a:r>
            <a:r>
              <a:rPr lang="en-US" dirty="0"/>
              <a:t> wont get you a job but it will help you develop confidence</a:t>
            </a:r>
          </a:p>
        </p:txBody>
      </p:sp>
      <p:sp>
        <p:nvSpPr>
          <p:cNvPr id="4" name="Slide Number Placeholder 3"/>
          <p:cNvSpPr>
            <a:spLocks noGrp="1"/>
          </p:cNvSpPr>
          <p:nvPr>
            <p:ph type="sldNum" sz="quarter" idx="5"/>
          </p:nvPr>
        </p:nvSpPr>
        <p:spPr/>
        <p:txBody>
          <a:bodyPr/>
          <a:lstStyle/>
          <a:p>
            <a:fld id="{E2B3017C-A127-4C06-BF43-1875A8859C4B}" type="slidenum">
              <a:rPr lang="en-US" smtClean="0"/>
              <a:t>19</a:t>
            </a:fld>
            <a:endParaRPr lang="en-US"/>
          </a:p>
        </p:txBody>
      </p:sp>
    </p:spTree>
    <p:extLst>
      <p:ext uri="{BB962C8B-B14F-4D97-AF65-F5344CB8AC3E}">
        <p14:creationId xmlns:p14="http://schemas.microsoft.com/office/powerpoint/2010/main" val="321273412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752F06-6768-7FD3-CECA-D4DE33AD39A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FBCBA99-A5D3-81D3-AEF5-A6DF6DFED6C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C62211F-3372-1DCB-DCEE-B9DF619ED44E}"/>
              </a:ext>
            </a:extLst>
          </p:cNvPr>
          <p:cNvSpPr>
            <a:spLocks noGrp="1"/>
          </p:cNvSpPr>
          <p:nvPr>
            <p:ph type="body" idx="1"/>
          </p:nvPr>
        </p:nvSpPr>
        <p:spPr/>
        <p:txBody>
          <a:bodyPr/>
          <a:lstStyle/>
          <a:p>
            <a:r>
              <a:rPr lang="en-US" dirty="0"/>
              <a:t>Why Stepik: you wont have access top an ide and previously students said that it helps; </a:t>
            </a:r>
            <a:r>
              <a:rPr lang="en-US" dirty="0" err="1"/>
              <a:t>iT</a:t>
            </a:r>
            <a:r>
              <a:rPr lang="en-US" dirty="0"/>
              <a:t> wont get you a job but it will help you develop confidence</a:t>
            </a:r>
          </a:p>
        </p:txBody>
      </p:sp>
      <p:sp>
        <p:nvSpPr>
          <p:cNvPr id="4" name="Slide Number Placeholder 3">
            <a:extLst>
              <a:ext uri="{FF2B5EF4-FFF2-40B4-BE49-F238E27FC236}">
                <a16:creationId xmlns:a16="http://schemas.microsoft.com/office/drawing/2014/main" id="{8AC6BE41-58D8-65D6-0F62-A0035CCB5677}"/>
              </a:ext>
            </a:extLst>
          </p:cNvPr>
          <p:cNvSpPr>
            <a:spLocks noGrp="1"/>
          </p:cNvSpPr>
          <p:nvPr>
            <p:ph type="sldNum" sz="quarter" idx="5"/>
          </p:nvPr>
        </p:nvSpPr>
        <p:spPr/>
        <p:txBody>
          <a:bodyPr/>
          <a:lstStyle/>
          <a:p>
            <a:fld id="{E2B3017C-A127-4C06-BF43-1875A8859C4B}" type="slidenum">
              <a:rPr lang="en-US" smtClean="0"/>
              <a:t>20</a:t>
            </a:fld>
            <a:endParaRPr lang="en-US"/>
          </a:p>
        </p:txBody>
      </p:sp>
    </p:spTree>
    <p:extLst>
      <p:ext uri="{BB962C8B-B14F-4D97-AF65-F5344CB8AC3E}">
        <p14:creationId xmlns:p14="http://schemas.microsoft.com/office/powerpoint/2010/main" val="19425036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Stepik: you wont have access top an ide and previously students said that it helps; </a:t>
            </a:r>
            <a:r>
              <a:rPr lang="en-US" dirty="0" err="1"/>
              <a:t>iT</a:t>
            </a:r>
            <a:r>
              <a:rPr lang="en-US" dirty="0"/>
              <a:t> wont get you a job but it will help you develop confidence</a:t>
            </a:r>
          </a:p>
        </p:txBody>
      </p:sp>
      <p:sp>
        <p:nvSpPr>
          <p:cNvPr id="4" name="Slide Number Placeholder 3"/>
          <p:cNvSpPr>
            <a:spLocks noGrp="1"/>
          </p:cNvSpPr>
          <p:nvPr>
            <p:ph type="sldNum" sz="quarter" idx="5"/>
          </p:nvPr>
        </p:nvSpPr>
        <p:spPr/>
        <p:txBody>
          <a:bodyPr/>
          <a:lstStyle/>
          <a:p>
            <a:fld id="{E2B3017C-A127-4C06-BF43-1875A8859C4B}" type="slidenum">
              <a:rPr lang="en-US" smtClean="0"/>
              <a:t>21</a:t>
            </a:fld>
            <a:endParaRPr lang="en-US"/>
          </a:p>
        </p:txBody>
      </p:sp>
    </p:spTree>
    <p:extLst>
      <p:ext uri="{BB962C8B-B14F-4D97-AF65-F5344CB8AC3E}">
        <p14:creationId xmlns:p14="http://schemas.microsoft.com/office/powerpoint/2010/main" val="411094118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2B3017C-A127-4C06-BF43-1875A8859C4B}" type="slidenum">
              <a:rPr lang="en-US" smtClean="0"/>
              <a:t>22</a:t>
            </a:fld>
            <a:endParaRPr lang="en-US"/>
          </a:p>
        </p:txBody>
      </p:sp>
    </p:spTree>
    <p:extLst>
      <p:ext uri="{BB962C8B-B14F-4D97-AF65-F5344CB8AC3E}">
        <p14:creationId xmlns:p14="http://schemas.microsoft.com/office/powerpoint/2010/main" val="398647824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2B3017C-A127-4C06-BF43-1875A8859C4B}" type="slidenum">
              <a:rPr lang="en-US" smtClean="0"/>
              <a:t>23</a:t>
            </a:fld>
            <a:endParaRPr lang="en-US"/>
          </a:p>
        </p:txBody>
      </p:sp>
    </p:spTree>
    <p:extLst>
      <p:ext uri="{BB962C8B-B14F-4D97-AF65-F5344CB8AC3E}">
        <p14:creationId xmlns:p14="http://schemas.microsoft.com/office/powerpoint/2010/main" val="178456503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2B3017C-A127-4C06-BF43-1875A8859C4B}" type="slidenum">
              <a:rPr lang="en-US" smtClean="0"/>
              <a:t>24</a:t>
            </a:fld>
            <a:endParaRPr lang="en-US"/>
          </a:p>
        </p:txBody>
      </p:sp>
    </p:spTree>
    <p:extLst>
      <p:ext uri="{BB962C8B-B14F-4D97-AF65-F5344CB8AC3E}">
        <p14:creationId xmlns:p14="http://schemas.microsoft.com/office/powerpoint/2010/main" val="301093819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2B3017C-A127-4C06-BF43-1875A8859C4B}" type="slidenum">
              <a:rPr lang="en-US" smtClean="0"/>
              <a:t>25</a:t>
            </a:fld>
            <a:endParaRPr lang="en-US"/>
          </a:p>
        </p:txBody>
      </p:sp>
    </p:spTree>
    <p:extLst>
      <p:ext uri="{BB962C8B-B14F-4D97-AF65-F5344CB8AC3E}">
        <p14:creationId xmlns:p14="http://schemas.microsoft.com/office/powerpoint/2010/main" val="423930764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2B3017C-A127-4C06-BF43-1875A8859C4B}" type="slidenum">
              <a:rPr lang="en-US" smtClean="0"/>
              <a:t>26</a:t>
            </a:fld>
            <a:endParaRPr lang="en-US"/>
          </a:p>
        </p:txBody>
      </p:sp>
    </p:spTree>
    <p:extLst>
      <p:ext uri="{BB962C8B-B14F-4D97-AF65-F5344CB8AC3E}">
        <p14:creationId xmlns:p14="http://schemas.microsoft.com/office/powerpoint/2010/main" val="331088205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2B3017C-A127-4C06-BF43-1875A8859C4B}" type="slidenum">
              <a:rPr lang="en-US" smtClean="0"/>
              <a:t>27</a:t>
            </a:fld>
            <a:endParaRPr lang="en-US"/>
          </a:p>
        </p:txBody>
      </p:sp>
    </p:spTree>
    <p:extLst>
      <p:ext uri="{BB962C8B-B14F-4D97-AF65-F5344CB8AC3E}">
        <p14:creationId xmlns:p14="http://schemas.microsoft.com/office/powerpoint/2010/main" val="191148516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2B3017C-A127-4C06-BF43-1875A8859C4B}" type="slidenum">
              <a:rPr lang="en-US" smtClean="0"/>
              <a:t>28</a:t>
            </a:fld>
            <a:endParaRPr lang="en-US"/>
          </a:p>
        </p:txBody>
      </p:sp>
    </p:spTree>
    <p:extLst>
      <p:ext uri="{BB962C8B-B14F-4D97-AF65-F5344CB8AC3E}">
        <p14:creationId xmlns:p14="http://schemas.microsoft.com/office/powerpoint/2010/main" val="157010973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2B3017C-A127-4C06-BF43-1875A8859C4B}" type="slidenum">
              <a:rPr lang="en-US" smtClean="0"/>
              <a:t>29</a:t>
            </a:fld>
            <a:endParaRPr lang="en-US"/>
          </a:p>
        </p:txBody>
      </p:sp>
    </p:spTree>
    <p:extLst>
      <p:ext uri="{BB962C8B-B14F-4D97-AF65-F5344CB8AC3E}">
        <p14:creationId xmlns:p14="http://schemas.microsoft.com/office/powerpoint/2010/main" val="162510365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2B3017C-A127-4C06-BF43-1875A8859C4B}" type="slidenum">
              <a:rPr lang="en-US" smtClean="0"/>
              <a:t>30</a:t>
            </a:fld>
            <a:endParaRPr lang="en-US"/>
          </a:p>
        </p:txBody>
      </p:sp>
    </p:spTree>
    <p:extLst>
      <p:ext uri="{BB962C8B-B14F-4D97-AF65-F5344CB8AC3E}">
        <p14:creationId xmlns:p14="http://schemas.microsoft.com/office/powerpoint/2010/main" val="398200185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2B3017C-A127-4C06-BF43-1875A8859C4B}" type="slidenum">
              <a:rPr lang="en-US" smtClean="0"/>
              <a:t>31</a:t>
            </a:fld>
            <a:endParaRPr lang="en-US"/>
          </a:p>
        </p:txBody>
      </p:sp>
    </p:spTree>
    <p:extLst>
      <p:ext uri="{BB962C8B-B14F-4D97-AF65-F5344CB8AC3E}">
        <p14:creationId xmlns:p14="http://schemas.microsoft.com/office/powerpoint/2010/main" val="3028036539"/>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2B3017C-A127-4C06-BF43-1875A8859C4B}" type="slidenum">
              <a:rPr lang="en-US" smtClean="0"/>
              <a:t>32</a:t>
            </a:fld>
            <a:endParaRPr lang="en-US"/>
          </a:p>
        </p:txBody>
      </p:sp>
    </p:spTree>
    <p:extLst>
      <p:ext uri="{BB962C8B-B14F-4D97-AF65-F5344CB8AC3E}">
        <p14:creationId xmlns:p14="http://schemas.microsoft.com/office/powerpoint/2010/main" val="319942583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2B3017C-A127-4C06-BF43-1875A8859C4B}" type="slidenum">
              <a:rPr lang="en-US" smtClean="0"/>
              <a:t>33</a:t>
            </a:fld>
            <a:endParaRPr lang="en-US"/>
          </a:p>
        </p:txBody>
      </p:sp>
    </p:spTree>
    <p:extLst>
      <p:ext uri="{BB962C8B-B14F-4D97-AF65-F5344CB8AC3E}">
        <p14:creationId xmlns:p14="http://schemas.microsoft.com/office/powerpoint/2010/main" val="312259531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2B3017C-A127-4C06-BF43-1875A8859C4B}" type="slidenum">
              <a:rPr lang="en-US" smtClean="0"/>
              <a:t>34</a:t>
            </a:fld>
            <a:endParaRPr lang="en-US"/>
          </a:p>
        </p:txBody>
      </p:sp>
    </p:spTree>
    <p:extLst>
      <p:ext uri="{BB962C8B-B14F-4D97-AF65-F5344CB8AC3E}">
        <p14:creationId xmlns:p14="http://schemas.microsoft.com/office/powerpoint/2010/main" val="2638311296"/>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2B3017C-A127-4C06-BF43-1875A8859C4B}" type="slidenum">
              <a:rPr lang="en-US" smtClean="0"/>
              <a:t>35</a:t>
            </a:fld>
            <a:endParaRPr lang="en-US"/>
          </a:p>
        </p:txBody>
      </p:sp>
    </p:spTree>
    <p:extLst>
      <p:ext uri="{BB962C8B-B14F-4D97-AF65-F5344CB8AC3E}">
        <p14:creationId xmlns:p14="http://schemas.microsoft.com/office/powerpoint/2010/main" val="12330294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18859FD-4A18-469D-9E4F-A454099EA4DE}" type="datetime1">
              <a:rPr lang="en-US" smtClean="0"/>
              <a:t>8/20/2026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17C28E0-2F8B-4999-AEA2-B3AA3AE8994F}" type="slidenum">
              <a:rPr lang="en-US" smtClean="0"/>
              <a:t>‹#›</a:t>
            </a:fld>
            <a:endParaRPr lang="en-US"/>
          </a:p>
        </p:txBody>
      </p:sp>
    </p:spTree>
    <p:extLst>
      <p:ext uri="{BB962C8B-B14F-4D97-AF65-F5344CB8AC3E}">
        <p14:creationId xmlns:p14="http://schemas.microsoft.com/office/powerpoint/2010/main" val="120616222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203E536-4418-4D9E-A3E0-E88528F28E4B}" type="datetime1">
              <a:rPr lang="en-US" smtClean="0"/>
              <a:t>8/20/2026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17C28E0-2F8B-4999-AEA2-B3AA3AE8994F}" type="slidenum">
              <a:rPr lang="en-US" smtClean="0"/>
              <a:t>‹#›</a:t>
            </a:fld>
            <a:endParaRPr lang="en-US"/>
          </a:p>
        </p:txBody>
      </p:sp>
    </p:spTree>
    <p:extLst>
      <p:ext uri="{BB962C8B-B14F-4D97-AF65-F5344CB8AC3E}">
        <p14:creationId xmlns:p14="http://schemas.microsoft.com/office/powerpoint/2010/main" val="23294627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3E23BC6-0CCD-4AB2-81CA-43E3CCD5EE51}" type="datetime1">
              <a:rPr lang="en-US" smtClean="0"/>
              <a:t>8/20/2026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17C28E0-2F8B-4999-AEA2-B3AA3AE8994F}" type="slidenum">
              <a:rPr lang="en-US" smtClean="0"/>
              <a:t>‹#›</a:t>
            </a:fld>
            <a:endParaRPr lang="en-US"/>
          </a:p>
        </p:txBody>
      </p:sp>
    </p:spTree>
    <p:extLst>
      <p:ext uri="{BB962C8B-B14F-4D97-AF65-F5344CB8AC3E}">
        <p14:creationId xmlns:p14="http://schemas.microsoft.com/office/powerpoint/2010/main" val="221367924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7AA098F-DA8A-47AA-A10B-42006A055DDF}" type="datetime1">
              <a:rPr lang="en-US" smtClean="0"/>
              <a:t>8/20/2026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17C28E0-2F8B-4999-AEA2-B3AA3AE8994F}" type="slidenum">
              <a:rPr lang="en-US" smtClean="0"/>
              <a:t>‹#›</a:t>
            </a:fld>
            <a:endParaRPr lang="en-US"/>
          </a:p>
        </p:txBody>
      </p:sp>
    </p:spTree>
    <p:extLst>
      <p:ext uri="{BB962C8B-B14F-4D97-AF65-F5344CB8AC3E}">
        <p14:creationId xmlns:p14="http://schemas.microsoft.com/office/powerpoint/2010/main" val="67907083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A94D786E-0AE6-47C8-9B09-C40597C94076}" type="datetime1">
              <a:rPr lang="en-US" smtClean="0"/>
              <a:t>8/20/2026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17C28E0-2F8B-4999-AEA2-B3AA3AE8994F}" type="slidenum">
              <a:rPr lang="en-US" smtClean="0"/>
              <a:t>‹#›</a:t>
            </a:fld>
            <a:endParaRPr lang="en-US"/>
          </a:p>
        </p:txBody>
      </p:sp>
    </p:spTree>
    <p:extLst>
      <p:ext uri="{BB962C8B-B14F-4D97-AF65-F5344CB8AC3E}">
        <p14:creationId xmlns:p14="http://schemas.microsoft.com/office/powerpoint/2010/main" val="145390923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3F04DAE0-74C7-4D5E-AF3C-B9894D5D19BF}" type="datetime1">
              <a:rPr lang="en-US" smtClean="0"/>
              <a:t>8/20/2026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17C28E0-2F8B-4999-AEA2-B3AA3AE8994F}" type="slidenum">
              <a:rPr lang="en-US" smtClean="0"/>
              <a:t>‹#›</a:t>
            </a:fld>
            <a:endParaRPr lang="en-US"/>
          </a:p>
        </p:txBody>
      </p:sp>
    </p:spTree>
    <p:extLst>
      <p:ext uri="{BB962C8B-B14F-4D97-AF65-F5344CB8AC3E}">
        <p14:creationId xmlns:p14="http://schemas.microsoft.com/office/powerpoint/2010/main" val="44997647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1786827-E8F4-4379-8EF1-6428733FD3BC}" type="datetime1">
              <a:rPr lang="en-US" smtClean="0"/>
              <a:t>8/20/2026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017C28E0-2F8B-4999-AEA2-B3AA3AE8994F}" type="slidenum">
              <a:rPr lang="en-US" smtClean="0"/>
              <a:t>‹#›</a:t>
            </a:fld>
            <a:endParaRPr lang="en-US"/>
          </a:p>
        </p:txBody>
      </p:sp>
    </p:spTree>
    <p:extLst>
      <p:ext uri="{BB962C8B-B14F-4D97-AF65-F5344CB8AC3E}">
        <p14:creationId xmlns:p14="http://schemas.microsoft.com/office/powerpoint/2010/main" val="321164202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509088F-57A8-4376-9CF0-0496E10BAF0A}" type="datetime1">
              <a:rPr lang="en-US" smtClean="0"/>
              <a:t>8/20/2026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17C28E0-2F8B-4999-AEA2-B3AA3AE8994F}" type="slidenum">
              <a:rPr lang="en-US" smtClean="0"/>
              <a:t>‹#›</a:t>
            </a:fld>
            <a:endParaRPr lang="en-US"/>
          </a:p>
        </p:txBody>
      </p:sp>
    </p:spTree>
    <p:extLst>
      <p:ext uri="{BB962C8B-B14F-4D97-AF65-F5344CB8AC3E}">
        <p14:creationId xmlns:p14="http://schemas.microsoft.com/office/powerpoint/2010/main" val="243575215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F5D09DD1-D364-4683-964F-0C5BCF070FBA}" type="datetime1">
              <a:rPr lang="en-US" smtClean="0"/>
              <a:t>8/20/2026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17C28E0-2F8B-4999-AEA2-B3AA3AE8994F}" type="slidenum">
              <a:rPr lang="en-US" smtClean="0"/>
              <a:t>‹#›</a:t>
            </a:fld>
            <a:endParaRPr lang="en-US"/>
          </a:p>
        </p:txBody>
      </p:sp>
    </p:spTree>
    <p:extLst>
      <p:ext uri="{BB962C8B-B14F-4D97-AF65-F5344CB8AC3E}">
        <p14:creationId xmlns:p14="http://schemas.microsoft.com/office/powerpoint/2010/main" val="17470509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2873ED7-5ED7-450C-B7ED-EBEF21310B7F}" type="datetime1">
              <a:rPr lang="en-US" smtClean="0"/>
              <a:t>8/20/2026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17C28E0-2F8B-4999-AEA2-B3AA3AE8994F}" type="slidenum">
              <a:rPr lang="en-US" smtClean="0"/>
              <a:t>‹#›</a:t>
            </a:fld>
            <a:endParaRPr lang="en-US"/>
          </a:p>
        </p:txBody>
      </p:sp>
    </p:spTree>
    <p:extLst>
      <p:ext uri="{BB962C8B-B14F-4D97-AF65-F5344CB8AC3E}">
        <p14:creationId xmlns:p14="http://schemas.microsoft.com/office/powerpoint/2010/main" val="140279758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A1AB8CA-26D9-4181-B37D-04409D1280D0}" type="datetime1">
              <a:rPr lang="en-US" smtClean="0"/>
              <a:t>8/20/2026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17C28E0-2F8B-4999-AEA2-B3AA3AE8994F}" type="slidenum">
              <a:rPr lang="en-US" smtClean="0"/>
              <a:t>‹#›</a:t>
            </a:fld>
            <a:endParaRPr lang="en-US"/>
          </a:p>
        </p:txBody>
      </p:sp>
    </p:spTree>
    <p:extLst>
      <p:ext uri="{BB962C8B-B14F-4D97-AF65-F5344CB8AC3E}">
        <p14:creationId xmlns:p14="http://schemas.microsoft.com/office/powerpoint/2010/main" val="64855842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65B2B3D-9642-4A81-AE7C-4F307D91E481}" type="datetime1">
              <a:rPr lang="en-US" smtClean="0"/>
              <a:t>8/20/2026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17C28E0-2F8B-4999-AEA2-B3AA3AE8994F}" type="slidenum">
              <a:rPr lang="en-US" smtClean="0"/>
              <a:t>‹#›</a:t>
            </a:fld>
            <a:endParaRPr lang="en-US"/>
          </a:p>
        </p:txBody>
      </p:sp>
    </p:spTree>
    <p:extLst>
      <p:ext uri="{BB962C8B-B14F-4D97-AF65-F5344CB8AC3E}">
        <p14:creationId xmlns:p14="http://schemas.microsoft.com/office/powerpoint/2010/main" val="252698700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6.png"/><Relationship Id="rId13" Type="http://schemas.openxmlformats.org/officeDocument/2006/relationships/image" Target="../media/image11.png"/><Relationship Id="rId3" Type="http://schemas.openxmlformats.org/officeDocument/2006/relationships/hyperlink" Target="mailto:kapooramanpreet@ufl.edu" TargetMode="External"/><Relationship Id="rId7" Type="http://schemas.openxmlformats.org/officeDocument/2006/relationships/image" Target="../media/image5.jpeg"/><Relationship Id="rId12" Type="http://schemas.openxmlformats.org/officeDocument/2006/relationships/image" Target="../media/image10.jpeg"/><Relationship Id="rId17" Type="http://schemas.openxmlformats.org/officeDocument/2006/relationships/image" Target="../media/image1.png"/><Relationship Id="rId2" Type="http://schemas.openxmlformats.org/officeDocument/2006/relationships/notesSlide" Target="../notesSlides/notesSlide2.xml"/><Relationship Id="rId16" Type="http://schemas.openxmlformats.org/officeDocument/2006/relationships/image" Target="../media/image14.png"/><Relationship Id="rId1" Type="http://schemas.openxmlformats.org/officeDocument/2006/relationships/slideLayout" Target="../slideLayouts/slideLayout2.xml"/><Relationship Id="rId6" Type="http://schemas.openxmlformats.org/officeDocument/2006/relationships/image" Target="../media/image4.jpeg"/><Relationship Id="rId11" Type="http://schemas.openxmlformats.org/officeDocument/2006/relationships/image" Target="../media/image9.jpeg"/><Relationship Id="rId5" Type="http://schemas.openxmlformats.org/officeDocument/2006/relationships/image" Target="../media/image3.png"/><Relationship Id="rId15" Type="http://schemas.openxmlformats.org/officeDocument/2006/relationships/image" Target="../media/image13.png"/><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7.png"/><Relationship Id="rId14" Type="http://schemas.openxmlformats.org/officeDocument/2006/relationships/image" Target="../media/image12.png"/></Relationships>
</file>

<file path=ppt/slides/_rels/slide3.xml.rels><?xml version="1.0" encoding="UTF-8" standalone="yes"?>
<Relationships xmlns="http://schemas.openxmlformats.org/package/2006/relationships"><Relationship Id="rId3" Type="http://schemas.openxmlformats.org/officeDocument/2006/relationships/image" Target="../media/image15.png"/><Relationship Id="rId7" Type="http://schemas.openxmlformats.org/officeDocument/2006/relationships/image" Target="../media/image19.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7.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 Id="rId9" Type="http://schemas.openxmlformats.org/officeDocument/2006/relationships/image" Target="../media/image1.png"/></Relationships>
</file>

<file path=ppt/slides/_rels/slide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image" Target="../media/image1.png"/><Relationship Id="rId4" Type="http://schemas.openxmlformats.org/officeDocument/2006/relationships/image" Target="../media/image14.png"/></Relationships>
</file>

<file path=ppt/slides/_rels/slide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image" Target="../media/image1.png"/><Relationship Id="rId4" Type="http://schemas.openxmlformats.org/officeDocument/2006/relationships/image" Target="../media/image14.png"/></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11.xml.rels><?xml version="1.0" encoding="UTF-8" standalone="yes"?>
<Relationships xmlns="http://schemas.openxmlformats.org/package/2006/relationships"><Relationship Id="rId8" Type="http://schemas.openxmlformats.org/officeDocument/2006/relationships/image" Target="../media/image27.svg"/><Relationship Id="rId3" Type="http://schemas.openxmlformats.org/officeDocument/2006/relationships/image" Target="../media/image22.png"/><Relationship Id="rId7" Type="http://schemas.openxmlformats.org/officeDocument/2006/relationships/image" Target="../media/image26.png"/><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image" Target="../media/image25.png"/><Relationship Id="rId11" Type="http://schemas.openxmlformats.org/officeDocument/2006/relationships/image" Target="../media/image1.png"/><Relationship Id="rId5" Type="http://schemas.openxmlformats.org/officeDocument/2006/relationships/image" Target="../media/image24.svg"/><Relationship Id="rId10" Type="http://schemas.openxmlformats.org/officeDocument/2006/relationships/image" Target="../media/image14.png"/><Relationship Id="rId4" Type="http://schemas.openxmlformats.org/officeDocument/2006/relationships/image" Target="../media/image23.svg"/><Relationship Id="rId9" Type="http://schemas.openxmlformats.org/officeDocument/2006/relationships/image" Target="../media/image28.svg"/></Relationships>
</file>

<file path=ppt/slides/_rels/slide12.xml.rels><?xml version="1.0" encoding="UTF-8" standalone="yes"?>
<Relationships xmlns="http://schemas.openxmlformats.org/package/2006/relationships"><Relationship Id="rId3" Type="http://schemas.openxmlformats.org/officeDocument/2006/relationships/image" Target="../media/image29.svg"/><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image" Target="../media/image30.png"/><Relationship Id="rId5" Type="http://schemas.openxmlformats.org/officeDocument/2006/relationships/image" Target="../media/image1.png"/><Relationship Id="rId4" Type="http://schemas.openxmlformats.org/officeDocument/2006/relationships/image" Target="../media/image14.png"/></Relationships>
</file>

<file path=ppt/slides/_rels/slide13.xml.rels><?xml version="1.0" encoding="UTF-8" standalone="yes"?>
<Relationships xmlns="http://schemas.openxmlformats.org/package/2006/relationships"><Relationship Id="rId3" Type="http://schemas.openxmlformats.org/officeDocument/2006/relationships/image" Target="../media/image31.svg"/><Relationship Id="rId2" Type="http://schemas.openxmlformats.org/officeDocument/2006/relationships/notesSlide" Target="../notesSlides/notesSlide13.xml"/><Relationship Id="rId1" Type="http://schemas.openxmlformats.org/officeDocument/2006/relationships/slideLayout" Target="../slideLayouts/slideLayout2.xml"/><Relationship Id="rId5" Type="http://schemas.openxmlformats.org/officeDocument/2006/relationships/image" Target="../media/image1.png"/><Relationship Id="rId4" Type="http://schemas.openxmlformats.org/officeDocument/2006/relationships/image" Target="../media/image14.png"/></Relationships>
</file>

<file path=ppt/slides/_rels/slide14.xml.rels><?xml version="1.0" encoding="UTF-8" standalone="yes"?>
<Relationships xmlns="http://schemas.openxmlformats.org/package/2006/relationships"><Relationship Id="rId3" Type="http://schemas.openxmlformats.org/officeDocument/2006/relationships/image" Target="../media/image32.svg"/><Relationship Id="rId7"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image" Target="../media/image14.png"/><Relationship Id="rId5" Type="http://schemas.openxmlformats.org/officeDocument/2006/relationships/image" Target="../media/image34.png"/><Relationship Id="rId4" Type="http://schemas.openxmlformats.org/officeDocument/2006/relationships/image" Target="../media/image33.svg"/></Relationships>
</file>

<file path=ppt/slides/_rels/slide1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1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1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1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19.xml.rels><?xml version="1.0" encoding="UTF-8" standalone="yes"?>
<Relationships xmlns="http://schemas.openxmlformats.org/package/2006/relationships"><Relationship Id="rId8" Type="http://schemas.openxmlformats.org/officeDocument/2006/relationships/image" Target="../media/image37.svg"/><Relationship Id="rId3" Type="http://schemas.openxmlformats.org/officeDocument/2006/relationships/hyperlink" Target="https://www.onlinegdb.com/online_c++_compiler" TargetMode="External"/><Relationship Id="rId7"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2.xml"/><Relationship Id="rId6" Type="http://schemas.openxmlformats.org/officeDocument/2006/relationships/image" Target="../media/image14.png"/><Relationship Id="rId5" Type="http://schemas.openxmlformats.org/officeDocument/2006/relationships/image" Target="../media/image36.png"/><Relationship Id="rId4" Type="http://schemas.openxmlformats.org/officeDocument/2006/relationships/image" Target="../media/image35.png"/></Relationships>
</file>

<file path=ppt/slides/_rels/slide20.xml.rels><?xml version="1.0" encoding="UTF-8" standalone="yes"?>
<Relationships xmlns="http://schemas.openxmlformats.org/package/2006/relationships"><Relationship Id="rId8" Type="http://schemas.openxmlformats.org/officeDocument/2006/relationships/image" Target="../media/image39.png"/><Relationship Id="rId3" Type="http://schemas.openxmlformats.org/officeDocument/2006/relationships/image" Target="../media/image14.png"/><Relationship Id="rId7" Type="http://schemas.openxmlformats.org/officeDocument/2006/relationships/image" Target="../media/image38.png"/><Relationship Id="rId2" Type="http://schemas.openxmlformats.org/officeDocument/2006/relationships/notesSlide" Target="../notesSlides/notesSlide20.xml"/><Relationship Id="rId1" Type="http://schemas.openxmlformats.org/officeDocument/2006/relationships/slideLayout" Target="../slideLayouts/slideLayout2.xml"/><Relationship Id="rId6" Type="http://schemas.openxmlformats.org/officeDocument/2006/relationships/hyperlink" Target="https://edugator.app/" TargetMode="External"/><Relationship Id="rId5" Type="http://schemas.openxmlformats.org/officeDocument/2006/relationships/image" Target="../media/image37.svg"/><Relationship Id="rId10" Type="http://schemas.openxmlformats.org/officeDocument/2006/relationships/hyperlink" Target="mailto:support@edugator.app" TargetMode="External"/><Relationship Id="rId4" Type="http://schemas.openxmlformats.org/officeDocument/2006/relationships/image" Target="../media/image1.png"/><Relationship Id="rId9" Type="http://schemas.openxmlformats.org/officeDocument/2006/relationships/hyperlink" Target="https://edugator.app/sign-in" TargetMode="External"/></Relationships>
</file>

<file path=ppt/slides/_rels/slide2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1.xml"/><Relationship Id="rId1" Type="http://schemas.openxmlformats.org/officeDocument/2006/relationships/slideLayout" Target="../slideLayouts/slideLayout2.xml"/><Relationship Id="rId6" Type="http://schemas.openxmlformats.org/officeDocument/2006/relationships/hyperlink" Target="https://stackoverflow.com/questions/2360734/whats-a-good-directory-structure-for-larger-c-projects-using-makefile" TargetMode="External"/><Relationship Id="rId5" Type="http://schemas.openxmlformats.org/officeDocument/2006/relationships/hyperlink" Target="https://cplusplus.com/forum/beginner/261697" TargetMode="External"/><Relationship Id="rId4" Type="http://schemas.openxmlformats.org/officeDocument/2006/relationships/image" Target="../media/image1.png"/></Relationships>
</file>

<file path=ppt/slides/_rels/slide22.xml.rels><?xml version="1.0" encoding="UTF-8" standalone="yes"?>
<Relationships xmlns="http://schemas.openxmlformats.org/package/2006/relationships"><Relationship Id="rId3" Type="http://schemas.openxmlformats.org/officeDocument/2006/relationships/hyperlink" Target="https://opendsa-server.cs.vt.edu/OpenDSA/Books/Everything/html/index.html" TargetMode="External"/><Relationship Id="rId2" Type="http://schemas.openxmlformats.org/officeDocument/2006/relationships/notesSlide" Target="../notesSlides/notesSlide22.xml"/><Relationship Id="rId1" Type="http://schemas.openxmlformats.org/officeDocument/2006/relationships/slideLayout" Target="../slideLayouts/slideLayout2.xml"/><Relationship Id="rId5" Type="http://schemas.openxmlformats.org/officeDocument/2006/relationships/image" Target="../media/image1.png"/><Relationship Id="rId4" Type="http://schemas.openxmlformats.org/officeDocument/2006/relationships/image" Target="../media/image14.png"/></Relationships>
</file>

<file path=ppt/slides/_rels/slide23.xml.rels><?xml version="1.0" encoding="UTF-8" standalone="yes"?>
<Relationships xmlns="http://schemas.openxmlformats.org/package/2006/relationships"><Relationship Id="rId3" Type="http://schemas.openxmlformats.org/officeDocument/2006/relationships/hyperlink" Target="https://docs.google.com/forms/d/e/1FAIpQLSdDxsaXykD4BuhWntHAzGkfUh32TvIqPy4GMBwClhZ2GOrfWQ/viewform" TargetMode="External"/><Relationship Id="rId2" Type="http://schemas.openxmlformats.org/officeDocument/2006/relationships/notesSlide" Target="../notesSlides/notesSlide23.xml"/><Relationship Id="rId1" Type="http://schemas.openxmlformats.org/officeDocument/2006/relationships/slideLayout" Target="../slideLayouts/slideLayout2.xml"/><Relationship Id="rId6" Type="http://schemas.openxmlformats.org/officeDocument/2006/relationships/image" Target="../media/image1.png"/><Relationship Id="rId5" Type="http://schemas.openxmlformats.org/officeDocument/2006/relationships/image" Target="../media/image14.png"/><Relationship Id="rId4" Type="http://schemas.openxmlformats.org/officeDocument/2006/relationships/hyperlink" Target="https://docs.google.com/forms/d/e/1FAIpQLSf5MJP3NNd1MvIzulx4mE0zQ4K3l4TTyuT3JtUHVp_HFNifOw/viewform" TargetMode="External"/></Relationships>
</file>

<file path=ppt/slides/_rels/slide2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4.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2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5.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2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6.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2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7.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2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8.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2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9.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3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0.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31.xml.rels><?xml version="1.0" encoding="UTF-8" standalone="yes"?>
<Relationships xmlns="http://schemas.openxmlformats.org/package/2006/relationships"><Relationship Id="rId3" Type="http://schemas.openxmlformats.org/officeDocument/2006/relationships/image" Target="../media/image40.jpeg"/><Relationship Id="rId2" Type="http://schemas.openxmlformats.org/officeDocument/2006/relationships/notesSlide" Target="../notesSlides/notesSlide31.xml"/><Relationship Id="rId1" Type="http://schemas.openxmlformats.org/officeDocument/2006/relationships/slideLayout" Target="../slideLayouts/slideLayout2.xml"/><Relationship Id="rId6" Type="http://schemas.openxmlformats.org/officeDocument/2006/relationships/image" Target="../media/image1.png"/><Relationship Id="rId5" Type="http://schemas.openxmlformats.org/officeDocument/2006/relationships/image" Target="../media/image14.png"/><Relationship Id="rId4" Type="http://schemas.openxmlformats.org/officeDocument/2006/relationships/image" Target="../media/image41.jpeg"/></Relationships>
</file>

<file path=ppt/slides/_rels/slide32.xml.rels><?xml version="1.0" encoding="UTF-8" standalone="yes"?>
<Relationships xmlns="http://schemas.openxmlformats.org/package/2006/relationships"><Relationship Id="rId8" Type="http://schemas.openxmlformats.org/officeDocument/2006/relationships/hyperlink" Target="https://www.youtube.com/channel/UC7FzTMO4rKvlqIyU5vwzFKQ/playlists" TargetMode="External"/><Relationship Id="rId13" Type="http://schemas.openxmlformats.org/officeDocument/2006/relationships/hyperlink" Target="https://www.youtube.com/channel/UCmJz2DV1a3yfgrR7GqRtUUA/playlists" TargetMode="External"/><Relationship Id="rId3" Type="http://schemas.openxmlformats.org/officeDocument/2006/relationships/hyperlink" Target="https://www.cise.ufl.edu/~sahni/dsaac/" TargetMode="External"/><Relationship Id="rId7" Type="http://schemas.openxmlformats.org/officeDocument/2006/relationships/hyperlink" Target="https://cathyatseneca.gitbooks.io/data-structures-and-algorithms/" TargetMode="External"/><Relationship Id="rId12" Type="http://schemas.openxmlformats.org/officeDocument/2006/relationships/hyperlink" Target="https://www.youtube.com/playlist?list=PLI1t_8YX-ApvMthLj56t1Rf-Buio5Y8KL" TargetMode="External"/><Relationship Id="rId17" Type="http://schemas.openxmlformats.org/officeDocument/2006/relationships/image" Target="../media/image1.png"/><Relationship Id="rId2" Type="http://schemas.openxmlformats.org/officeDocument/2006/relationships/notesSlide" Target="../notesSlides/notesSlide32.xml"/><Relationship Id="rId16" Type="http://schemas.openxmlformats.org/officeDocument/2006/relationships/image" Target="../media/image14.png"/><Relationship Id="rId1" Type="http://schemas.openxmlformats.org/officeDocument/2006/relationships/slideLayout" Target="../slideLayouts/slideLayout2.xml"/><Relationship Id="rId6" Type="http://schemas.openxmlformats.org/officeDocument/2006/relationships/hyperlink" Target="https://opendsa-server.cs.vt.edu/OpenDSA/Books/Everything/html/" TargetMode="External"/><Relationship Id="rId11" Type="http://schemas.openxmlformats.org/officeDocument/2006/relationships/hyperlink" Target="https://www.youtube.com/playlist?list=PLI1t_8YX-Apv-UiRlnZwqqrRT8D1RhriX" TargetMode="External"/><Relationship Id="rId5" Type="http://schemas.openxmlformats.org/officeDocument/2006/relationships/hyperlink" Target="https://people.cs.vt.edu/~shaffer/Book/C++3elatest.pdf" TargetMode="External"/><Relationship Id="rId15" Type="http://schemas.openxmlformats.org/officeDocument/2006/relationships/hyperlink" Target="https://www.youtube.com/playlist?list=PLDN4rrl48XKpZkf03iYFl-O29szjTrs_O" TargetMode="External"/><Relationship Id="rId10" Type="http://schemas.openxmlformats.org/officeDocument/2006/relationships/hyperlink" Target="https://cuvids.io/app/course/2/" TargetMode="External"/><Relationship Id="rId4" Type="http://schemas.openxmlformats.org/officeDocument/2006/relationships/hyperlink" Target="https://www.cs.yale.edu/homes/aspnes/classes/223/notes.html" TargetMode="External"/><Relationship Id="rId9" Type="http://schemas.openxmlformats.org/officeDocument/2006/relationships/hyperlink" Target="https://www.youtube.com/playlist?list=PLUl4u3cNGP61Oq3tWYp6V_F-5jb5L2iHb" TargetMode="External"/><Relationship Id="rId14" Type="http://schemas.openxmlformats.org/officeDocument/2006/relationships/hyperlink" Target="https://www.youtube.com/user/mycodeschool/playlists" TargetMode="External"/></Relationships>
</file>

<file path=ppt/slides/_rels/slide3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3.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3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4.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3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5.xml"/><Relationship Id="rId1" Type="http://schemas.openxmlformats.org/officeDocument/2006/relationships/slideLayout" Target="../slideLayouts/slideLayout2.xml"/><Relationship Id="rId4"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pic>
        <p:nvPicPr>
          <p:cNvPr id="2" name="Picture 1" descr="Course Logo">
            <a:extLst>
              <a:ext uri="{FF2B5EF4-FFF2-40B4-BE49-F238E27FC236}">
                <a16:creationId xmlns:a16="http://schemas.microsoft.com/office/drawing/2014/main" id="{F5930E70-AA2A-4DEA-8F19-8204A14E7598}"/>
              </a:ext>
            </a:extLst>
          </p:cNvPr>
          <p:cNvPicPr>
            <a:picLocks noChangeAspect="1"/>
          </p:cNvPicPr>
          <p:nvPr/>
        </p:nvPicPr>
        <p:blipFill>
          <a:blip r:embed="rId3"/>
          <a:stretch>
            <a:fillRect/>
          </a:stretch>
        </p:blipFill>
        <p:spPr>
          <a:xfrm>
            <a:off x="9911632" y="5303558"/>
            <a:ext cx="2162976" cy="1506182"/>
          </a:xfrm>
          <a:prstGeom prst="rect">
            <a:avLst/>
          </a:prstGeom>
        </p:spPr>
      </p:pic>
      <p:sp>
        <p:nvSpPr>
          <p:cNvPr id="3" name="TextBox 2">
            <a:extLst>
              <a:ext uri="{FF2B5EF4-FFF2-40B4-BE49-F238E27FC236}">
                <a16:creationId xmlns:a16="http://schemas.microsoft.com/office/drawing/2014/main" id="{309D5D4F-8054-48EF-9170-C7D04C6E7DC6}"/>
              </a:ext>
            </a:extLst>
          </p:cNvPr>
          <p:cNvSpPr txBox="1"/>
          <p:nvPr/>
        </p:nvSpPr>
        <p:spPr>
          <a:xfrm>
            <a:off x="801830" y="1873457"/>
            <a:ext cx="10588339" cy="2031325"/>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5400" b="0" i="0" u="none" strike="noStrike" kern="1200" cap="none" spc="0" normalizeH="0" baseline="0" noProof="0" dirty="0">
                <a:ln>
                  <a:noFill/>
                </a:ln>
                <a:solidFill>
                  <a:schemeClr val="bg1"/>
                </a:solidFill>
                <a:effectLst/>
                <a:uLnTx/>
                <a:uFillTx/>
                <a:latin typeface="Gotham Bold" pitchFamily="50" charset="0"/>
                <a:ea typeface="+mn-ea"/>
                <a:cs typeface="+mn-cs"/>
              </a:rPr>
              <a:t>Data Structures &amp; Algorithms</a:t>
            </a:r>
          </a:p>
          <a:p>
            <a:pPr marL="0" marR="0" lvl="0" indent="0" algn="ctr" defTabSz="457200" rtl="0" eaLnBrk="1" fontAlgn="auto" latinLnBrk="0" hangingPunct="1">
              <a:lnSpc>
                <a:spcPct val="100000"/>
              </a:lnSpc>
              <a:spcBef>
                <a:spcPts val="0"/>
              </a:spcBef>
              <a:spcAft>
                <a:spcPts val="0"/>
              </a:spcAft>
              <a:buClrTx/>
              <a:buSzTx/>
              <a:buFontTx/>
              <a:buNone/>
              <a:tabLst/>
              <a:defRPr/>
            </a:pPr>
            <a:endParaRPr lang="en-US" sz="2000" dirty="0">
              <a:solidFill>
                <a:schemeClr val="bg1"/>
              </a:solidFill>
              <a:latin typeface="Gotham Bold" pitchFamily="50" charset="0"/>
            </a:endParaRPr>
          </a:p>
          <a:p>
            <a:pPr marL="0" marR="0" lvl="0" indent="0" algn="ctr" defTabSz="457200" rtl="0" eaLnBrk="1" fontAlgn="auto" latinLnBrk="0" hangingPunct="1">
              <a:lnSpc>
                <a:spcPct val="100000"/>
              </a:lnSpc>
              <a:spcBef>
                <a:spcPts val="0"/>
              </a:spcBef>
              <a:spcAft>
                <a:spcPts val="0"/>
              </a:spcAft>
              <a:buClrTx/>
              <a:buSzTx/>
              <a:buFontTx/>
              <a:buNone/>
              <a:tabLst/>
              <a:defRPr/>
            </a:pPr>
            <a:r>
              <a:rPr lang="en-US" sz="4800" dirty="0">
                <a:solidFill>
                  <a:schemeClr val="bg1"/>
                </a:solidFill>
                <a:latin typeface="Gotham Bold" pitchFamily="50" charset="0"/>
              </a:rPr>
              <a:t>COP 3530 : Fall 2026 </a:t>
            </a:r>
            <a:endParaRPr kumimoji="0" lang="en-US" sz="4800" b="0" i="0" u="none" strike="noStrike" kern="1200" cap="none" spc="0" normalizeH="0" baseline="0" noProof="0" dirty="0">
              <a:ln>
                <a:noFill/>
              </a:ln>
              <a:solidFill>
                <a:schemeClr val="bg1"/>
              </a:solidFill>
              <a:effectLst/>
              <a:uLnTx/>
              <a:uFillTx/>
              <a:latin typeface="Gotham Bold" pitchFamily="50" charset="0"/>
            </a:endParaRPr>
          </a:p>
        </p:txBody>
      </p:sp>
    </p:spTree>
    <p:extLst>
      <p:ext uri="{BB962C8B-B14F-4D97-AF65-F5344CB8AC3E}">
        <p14:creationId xmlns:p14="http://schemas.microsoft.com/office/powerpoint/2010/main" val="3060050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98DF2D-4C21-45B7-8CEE-41E2C22A3166}"/>
              </a:ext>
            </a:extLst>
          </p:cNvPr>
          <p:cNvSpPr>
            <a:spLocks noGrp="1"/>
          </p:cNvSpPr>
          <p:nvPr>
            <p:ph type="title"/>
          </p:nvPr>
        </p:nvSpPr>
        <p:spPr/>
        <p:txBody>
          <a:bodyPr>
            <a:noAutofit/>
          </a:bodyPr>
          <a:lstStyle/>
          <a:p>
            <a:br>
              <a:rPr lang="en-US" sz="4000" dirty="0">
                <a:solidFill>
                  <a:schemeClr val="bg1"/>
                </a:solidFill>
                <a:latin typeface="Gotham Bold" pitchFamily="50" charset="0"/>
              </a:rPr>
            </a:br>
            <a:br>
              <a:rPr lang="en-US" sz="4000" dirty="0">
                <a:solidFill>
                  <a:schemeClr val="bg1"/>
                </a:solidFill>
                <a:latin typeface="Gotham Bold" pitchFamily="50" charset="0"/>
              </a:rPr>
            </a:br>
            <a:br>
              <a:rPr lang="en-US" sz="4000" dirty="0">
                <a:solidFill>
                  <a:schemeClr val="bg1"/>
                </a:solidFill>
                <a:latin typeface="Gotham Bold" pitchFamily="50" charset="0"/>
              </a:rPr>
            </a:br>
            <a:r>
              <a:rPr lang="en-US" sz="4000" dirty="0">
                <a:solidFill>
                  <a:schemeClr val="bg1"/>
                </a:solidFill>
                <a:latin typeface="Gotham Bold" pitchFamily="50" charset="0"/>
              </a:rPr>
              <a:t>About Me: </a:t>
            </a:r>
            <a:r>
              <a:rPr lang="en-US" sz="4000" dirty="0">
                <a:solidFill>
                  <a:schemeClr val="bg1"/>
                </a:solidFill>
                <a:latin typeface="Gotham Bold" pitchFamily="50" charset="0"/>
                <a:ea typeface="Roboto" panose="02000000000000000000" pitchFamily="2" charset="0"/>
                <a:cs typeface="Roboto" panose="02000000000000000000" pitchFamily="2" charset="0"/>
              </a:rPr>
              <a:t>Amanpreet Kapoor       </a:t>
            </a:r>
            <a:br>
              <a:rPr lang="en-US" sz="4000" dirty="0">
                <a:solidFill>
                  <a:schemeClr val="bg1"/>
                </a:solidFill>
                <a:latin typeface="Gotham Bold" pitchFamily="50" charset="0"/>
              </a:rPr>
            </a:br>
            <a:br>
              <a:rPr lang="en-US" sz="4000" dirty="0">
                <a:solidFill>
                  <a:schemeClr val="bg1"/>
                </a:solidFill>
                <a:latin typeface="Gotham Bold" pitchFamily="50" charset="0"/>
              </a:rPr>
            </a:br>
            <a:br>
              <a:rPr lang="en-US" sz="4000" dirty="0">
                <a:solidFill>
                  <a:schemeClr val="bg1"/>
                </a:solidFill>
                <a:latin typeface="Gotham Bold" pitchFamily="50" charset="0"/>
              </a:rPr>
            </a:br>
            <a:endParaRPr lang="en-US" sz="4000" dirty="0">
              <a:solidFill>
                <a:schemeClr val="bg1"/>
              </a:solidFill>
              <a:latin typeface="Gotham Bold" pitchFamily="50" charset="0"/>
            </a:endParaRPr>
          </a:p>
        </p:txBody>
      </p:sp>
      <p:sp>
        <p:nvSpPr>
          <p:cNvPr id="7" name="TextBox 6">
            <a:extLst>
              <a:ext uri="{FF2B5EF4-FFF2-40B4-BE49-F238E27FC236}">
                <a16:creationId xmlns:a16="http://schemas.microsoft.com/office/drawing/2014/main" id="{39E8CF07-07E0-45F6-A282-CC4C225A5950}"/>
              </a:ext>
            </a:extLst>
          </p:cNvPr>
          <p:cNvSpPr txBox="1"/>
          <p:nvPr/>
        </p:nvSpPr>
        <p:spPr>
          <a:xfrm>
            <a:off x="1175426" y="1390544"/>
            <a:ext cx="9240252" cy="3170099"/>
          </a:xfrm>
          <a:prstGeom prst="rect">
            <a:avLst/>
          </a:prstGeom>
          <a:noFill/>
        </p:spPr>
        <p:txBody>
          <a:bodyPr wrap="square" rtlCol="0">
            <a:spAutoFit/>
          </a:bodyPr>
          <a:lstStyle/>
          <a:p>
            <a:endParaRPr lang="en-US" sz="3200" dirty="0">
              <a:solidFill>
                <a:schemeClr val="bg1"/>
              </a:solidFill>
              <a:latin typeface="Gotham Bold" pitchFamily="50" charset="0"/>
              <a:ea typeface="Roboto" panose="02000000000000000000" pitchFamily="2" charset="0"/>
              <a:cs typeface="Roboto" panose="02000000000000000000" pitchFamily="2" charset="0"/>
            </a:endParaRPr>
          </a:p>
          <a:p>
            <a:pPr marL="457200" indent="-457200">
              <a:buFont typeface="Arial" panose="020B0604020202020204" pitchFamily="34" charset="0"/>
              <a:buChar char="•"/>
            </a:pPr>
            <a:endParaRPr lang="en-US" sz="2000" dirty="0">
              <a:solidFill>
                <a:schemeClr val="bg1"/>
              </a:solidFill>
              <a:latin typeface="Gotham Bold" pitchFamily="50" charset="0"/>
              <a:ea typeface="Roboto" panose="02000000000000000000" pitchFamily="2" charset="0"/>
              <a:cs typeface="Roboto" panose="02000000000000000000" pitchFamily="2" charset="0"/>
            </a:endParaRPr>
          </a:p>
          <a:p>
            <a:pPr marL="914400" lvl="1" indent="-457200">
              <a:buFont typeface="Arial" panose="020B0604020202020204" pitchFamily="34" charset="0"/>
              <a:buChar char="•"/>
            </a:pPr>
            <a:r>
              <a:rPr lang="en-US" sz="2000" dirty="0">
                <a:solidFill>
                  <a:schemeClr val="bg1"/>
                </a:solidFill>
                <a:latin typeface="Gotham Bold" pitchFamily="50" charset="0"/>
                <a:ea typeface="Roboto" panose="02000000000000000000" pitchFamily="2" charset="0"/>
                <a:cs typeface="Roboto" panose="02000000000000000000" pitchFamily="2" charset="0"/>
              </a:rPr>
              <a:t>Educator</a:t>
            </a:r>
          </a:p>
          <a:p>
            <a:pPr marL="914400" lvl="1" indent="-457200">
              <a:buFont typeface="Arial" panose="020B0604020202020204" pitchFamily="34" charset="0"/>
              <a:buChar char="•"/>
            </a:pPr>
            <a:endParaRPr lang="en-US" sz="1200" dirty="0">
              <a:solidFill>
                <a:schemeClr val="bg1"/>
              </a:solidFill>
              <a:latin typeface="Gotham Bold" pitchFamily="50" charset="0"/>
              <a:ea typeface="Roboto" panose="02000000000000000000" pitchFamily="2" charset="0"/>
              <a:cs typeface="Roboto" panose="02000000000000000000" pitchFamily="2" charset="0"/>
            </a:endParaRPr>
          </a:p>
          <a:p>
            <a:pPr marL="914400" lvl="1" indent="-457200">
              <a:buFont typeface="Arial" panose="020B0604020202020204" pitchFamily="34" charset="0"/>
              <a:buChar char="•"/>
            </a:pPr>
            <a:r>
              <a:rPr lang="en-US" sz="2000" dirty="0">
                <a:solidFill>
                  <a:schemeClr val="bg1"/>
                </a:solidFill>
                <a:latin typeface="Gotham Bold" pitchFamily="50" charset="0"/>
                <a:ea typeface="Roboto" panose="02000000000000000000" pitchFamily="2" charset="0"/>
                <a:cs typeface="Roboto" panose="02000000000000000000" pitchFamily="2" charset="0"/>
              </a:rPr>
              <a:t>CS Education Researcher</a:t>
            </a:r>
          </a:p>
          <a:p>
            <a:pPr marL="914400" lvl="1" indent="-457200">
              <a:buFont typeface="Arial" panose="020B0604020202020204" pitchFamily="34" charset="0"/>
              <a:buChar char="•"/>
            </a:pPr>
            <a:endParaRPr lang="en-US" sz="1200" dirty="0">
              <a:solidFill>
                <a:schemeClr val="bg1"/>
              </a:solidFill>
              <a:latin typeface="Gotham Bold" pitchFamily="50" charset="0"/>
              <a:ea typeface="Roboto" panose="02000000000000000000" pitchFamily="2" charset="0"/>
              <a:cs typeface="Roboto" panose="02000000000000000000" pitchFamily="2" charset="0"/>
            </a:endParaRPr>
          </a:p>
          <a:p>
            <a:pPr marL="914400" lvl="1" indent="-457200">
              <a:buFont typeface="Arial" panose="020B0604020202020204" pitchFamily="34" charset="0"/>
              <a:buChar char="•"/>
            </a:pPr>
            <a:r>
              <a:rPr lang="en-US" sz="2000" dirty="0">
                <a:solidFill>
                  <a:schemeClr val="bg1"/>
                </a:solidFill>
                <a:latin typeface="Gotham Bold" pitchFamily="50" charset="0"/>
                <a:ea typeface="Roboto" panose="02000000000000000000" pitchFamily="2" charset="0"/>
                <a:cs typeface="Roboto" panose="02000000000000000000" pitchFamily="2" charset="0"/>
              </a:rPr>
              <a:t>Mentor</a:t>
            </a:r>
          </a:p>
          <a:p>
            <a:pPr marL="914400" lvl="1" indent="-457200">
              <a:buFont typeface="Arial" panose="020B0604020202020204" pitchFamily="34" charset="0"/>
              <a:buChar char="•"/>
            </a:pPr>
            <a:endParaRPr lang="en-US" sz="1200" dirty="0">
              <a:solidFill>
                <a:schemeClr val="bg1"/>
              </a:solidFill>
              <a:latin typeface="Gotham Bold" pitchFamily="50" charset="0"/>
              <a:ea typeface="Roboto" panose="02000000000000000000" pitchFamily="2" charset="0"/>
              <a:cs typeface="Roboto" panose="02000000000000000000" pitchFamily="2" charset="0"/>
            </a:endParaRPr>
          </a:p>
          <a:p>
            <a:pPr marL="914400" lvl="1" indent="-457200">
              <a:buFont typeface="Arial" panose="020B0604020202020204" pitchFamily="34" charset="0"/>
              <a:buChar char="•"/>
            </a:pPr>
            <a:r>
              <a:rPr lang="en-US" sz="2000" dirty="0">
                <a:solidFill>
                  <a:schemeClr val="bg1"/>
                </a:solidFill>
                <a:latin typeface="Gotham Bold" pitchFamily="50" charset="0"/>
                <a:ea typeface="Roboto" panose="02000000000000000000" pitchFamily="2" charset="0"/>
                <a:cs typeface="Roboto" panose="02000000000000000000" pitchFamily="2" charset="0"/>
              </a:rPr>
              <a:t>Software Engineer</a:t>
            </a:r>
          </a:p>
          <a:p>
            <a:pPr marL="914400" lvl="1" indent="-457200">
              <a:buFont typeface="Arial" panose="020B0604020202020204" pitchFamily="34" charset="0"/>
              <a:buChar char="•"/>
            </a:pPr>
            <a:endParaRPr lang="en-US" sz="1200" dirty="0">
              <a:solidFill>
                <a:schemeClr val="bg1"/>
              </a:solidFill>
              <a:latin typeface="Gotham Bold" pitchFamily="50" charset="0"/>
              <a:ea typeface="Roboto" panose="02000000000000000000" pitchFamily="2" charset="0"/>
              <a:cs typeface="Roboto" panose="02000000000000000000" pitchFamily="2" charset="0"/>
            </a:endParaRPr>
          </a:p>
          <a:p>
            <a:pPr marL="914400" lvl="1" indent="-457200">
              <a:buFont typeface="Arial" panose="020B0604020202020204" pitchFamily="34" charset="0"/>
              <a:buChar char="•"/>
            </a:pPr>
            <a:r>
              <a:rPr lang="en-US" sz="2000" dirty="0">
                <a:solidFill>
                  <a:schemeClr val="bg1"/>
                </a:solidFill>
                <a:latin typeface="Gotham Bold" pitchFamily="50" charset="0"/>
                <a:ea typeface="Roboto" panose="02000000000000000000" pitchFamily="2" charset="0"/>
                <a:cs typeface="Roboto" panose="02000000000000000000" pitchFamily="2" charset="0"/>
              </a:rPr>
              <a:t>Lifelong Learner</a:t>
            </a:r>
          </a:p>
        </p:txBody>
      </p:sp>
      <p:sp>
        <p:nvSpPr>
          <p:cNvPr id="3" name="Rectangle 2">
            <a:extLst>
              <a:ext uri="{FF2B5EF4-FFF2-40B4-BE49-F238E27FC236}">
                <a16:creationId xmlns:a16="http://schemas.microsoft.com/office/drawing/2014/main" id="{61142335-EBCA-46E8-A79F-94FB4556A3BE}"/>
              </a:ext>
            </a:extLst>
          </p:cNvPr>
          <p:cNvSpPr/>
          <p:nvPr/>
        </p:nvSpPr>
        <p:spPr>
          <a:xfrm>
            <a:off x="4121150" y="6078504"/>
            <a:ext cx="3651641" cy="400110"/>
          </a:xfrm>
          <a:prstGeom prst="rect">
            <a:avLst/>
          </a:prstGeom>
        </p:spPr>
        <p:txBody>
          <a:bodyPr wrap="none">
            <a:spAutoFit/>
          </a:bodyPr>
          <a:lstStyle/>
          <a:p>
            <a:r>
              <a:rPr lang="en-US" sz="2000" dirty="0">
                <a:solidFill>
                  <a:srgbClr val="1D9EFF"/>
                </a:solidFill>
                <a:latin typeface="Gotham Bold" pitchFamily="50" charset="0"/>
                <a:ea typeface="Roboto" panose="02000000000000000000" pitchFamily="2" charset="0"/>
                <a:cs typeface="Roboto" panose="02000000000000000000" pitchFamily="2" charset="0"/>
                <a:hlinkClick r:id="rId3">
                  <a:extLst>
                    <a:ext uri="{A12FA001-AC4F-418D-AE19-62706E023703}">
                      <ahyp:hlinkClr xmlns:ahyp="http://schemas.microsoft.com/office/drawing/2018/hyperlinkcolor" val="tx"/>
                    </a:ext>
                  </a:extLst>
                </a:hlinkClick>
              </a:rPr>
              <a:t>kapooramanpreet@ufl.edu</a:t>
            </a:r>
            <a:endParaRPr lang="en-US" sz="4000" dirty="0">
              <a:solidFill>
                <a:srgbClr val="1D9EFF"/>
              </a:solidFill>
              <a:latin typeface="Gotham Bold" pitchFamily="50" charset="0"/>
              <a:ea typeface="Roboto" panose="02000000000000000000" pitchFamily="2" charset="0"/>
              <a:cs typeface="Roboto" panose="02000000000000000000" pitchFamily="2" charset="0"/>
            </a:endParaRPr>
          </a:p>
        </p:txBody>
      </p:sp>
      <p:grpSp>
        <p:nvGrpSpPr>
          <p:cNvPr id="5" name="Group 4">
            <a:extLst>
              <a:ext uri="{FF2B5EF4-FFF2-40B4-BE49-F238E27FC236}">
                <a16:creationId xmlns:a16="http://schemas.microsoft.com/office/drawing/2014/main" id="{DC00D76F-B46B-41FD-90F9-39CD2642C87F}"/>
              </a:ext>
            </a:extLst>
          </p:cNvPr>
          <p:cNvGrpSpPr/>
          <p:nvPr/>
        </p:nvGrpSpPr>
        <p:grpSpPr>
          <a:xfrm>
            <a:off x="6966309" y="1675200"/>
            <a:ext cx="4605448" cy="3944149"/>
            <a:chOff x="7085578" y="2456142"/>
            <a:chExt cx="4605448" cy="3944149"/>
          </a:xfrm>
        </p:grpSpPr>
        <p:pic>
          <p:nvPicPr>
            <p:cNvPr id="18" name="Picture 14" descr="UF Type Logo">
              <a:extLst>
                <a:ext uri="{FF2B5EF4-FFF2-40B4-BE49-F238E27FC236}">
                  <a16:creationId xmlns:a16="http://schemas.microsoft.com/office/drawing/2014/main" id="{71F9D184-2757-438D-9F83-A3C704E90C9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357176" y="3153287"/>
              <a:ext cx="2133912" cy="529032"/>
            </a:xfrm>
            <a:prstGeom prst="rect">
              <a:avLst/>
            </a:prstGeom>
            <a:solidFill>
              <a:schemeClr val="tx1"/>
            </a:solidFill>
          </p:spPr>
        </p:pic>
        <p:grpSp>
          <p:nvGrpSpPr>
            <p:cNvPr id="4" name="Group 3">
              <a:extLst>
                <a:ext uri="{FF2B5EF4-FFF2-40B4-BE49-F238E27FC236}">
                  <a16:creationId xmlns:a16="http://schemas.microsoft.com/office/drawing/2014/main" id="{B30C5631-CDAB-48BF-A973-CA20E640E815}"/>
                </a:ext>
              </a:extLst>
            </p:cNvPr>
            <p:cNvGrpSpPr/>
            <p:nvPr/>
          </p:nvGrpSpPr>
          <p:grpSpPr>
            <a:xfrm>
              <a:off x="7085578" y="2456142"/>
              <a:ext cx="4605448" cy="3944149"/>
              <a:chOff x="7225093" y="1064056"/>
              <a:chExt cx="4605448" cy="3944149"/>
            </a:xfrm>
          </p:grpSpPr>
          <p:pic>
            <p:nvPicPr>
              <p:cNvPr id="12" name="Picture 2" descr="Career Connection Center Logo">
                <a:extLst>
                  <a:ext uri="{FF2B5EF4-FFF2-40B4-BE49-F238E27FC236}">
                    <a16:creationId xmlns:a16="http://schemas.microsoft.com/office/drawing/2014/main" id="{C936218A-C33F-49B9-9287-C625118933C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916141" y="2231622"/>
                <a:ext cx="914400" cy="914400"/>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4" descr="Deloitte Logo">
                <a:extLst>
                  <a:ext uri="{FF2B5EF4-FFF2-40B4-BE49-F238E27FC236}">
                    <a16:creationId xmlns:a16="http://schemas.microsoft.com/office/drawing/2014/main" id="{5B25D8EC-A9BA-4E48-9F7D-303277345FDE}"/>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l="6471" t="20748" r="8519" b="16114"/>
              <a:stretch/>
            </p:blipFill>
            <p:spPr bwMode="auto">
              <a:xfrm>
                <a:off x="8799853" y="2514069"/>
                <a:ext cx="1910991" cy="577339"/>
              </a:xfrm>
              <a:prstGeom prst="rect">
                <a:avLst/>
              </a:prstGeom>
              <a:noFill/>
              <a:extLst>
                <a:ext uri="{909E8E84-426E-40DD-AFC4-6F175D3DCCD1}">
                  <a14:hiddenFill xmlns:a14="http://schemas.microsoft.com/office/drawing/2010/main">
                    <a:solidFill>
                      <a:srgbClr val="FFFFFF"/>
                    </a:solidFill>
                  </a14:hiddenFill>
                </a:ext>
              </a:extLst>
            </p:spPr>
          </p:pic>
          <p:pic>
            <p:nvPicPr>
              <p:cNvPr id="14" name="Picture 6" descr="UF CISE Logo">
                <a:extLst>
                  <a:ext uri="{FF2B5EF4-FFF2-40B4-BE49-F238E27FC236}">
                    <a16:creationId xmlns:a16="http://schemas.microsoft.com/office/drawing/2014/main" id="{5420C428-2EE6-4B12-954E-C308867464F9}"/>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0892419" y="1064056"/>
                <a:ext cx="914400" cy="914400"/>
              </a:xfrm>
              <a:prstGeom prst="rect">
                <a:avLst/>
              </a:prstGeom>
              <a:noFill/>
              <a:extLst>
                <a:ext uri="{909E8E84-426E-40DD-AFC4-6F175D3DCCD1}">
                  <a14:hiddenFill xmlns:a14="http://schemas.microsoft.com/office/drawing/2010/main">
                    <a:solidFill>
                      <a:srgbClr val="FFFFFF"/>
                    </a:solidFill>
                  </a14:hiddenFill>
                </a:ext>
              </a:extLst>
            </p:spPr>
          </p:pic>
          <p:pic>
            <p:nvPicPr>
              <p:cNvPr id="15" name="Picture 8" descr="BSI logo">
                <a:extLst>
                  <a:ext uri="{FF2B5EF4-FFF2-40B4-BE49-F238E27FC236}">
                    <a16:creationId xmlns:a16="http://schemas.microsoft.com/office/drawing/2014/main" id="{1C120B50-98CB-40E3-86BE-09E141F9EDE4}"/>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276607" y="2987552"/>
                <a:ext cx="1828800" cy="1565857"/>
              </a:xfrm>
              <a:prstGeom prst="rect">
                <a:avLst/>
              </a:prstGeom>
              <a:noFill/>
              <a:extLst>
                <a:ext uri="{909E8E84-426E-40DD-AFC4-6F175D3DCCD1}">
                  <a14:hiddenFill xmlns:a14="http://schemas.microsoft.com/office/drawing/2010/main">
                    <a:solidFill>
                      <a:srgbClr val="FFFFFF"/>
                    </a:solidFill>
                  </a14:hiddenFill>
                </a:ext>
              </a:extLst>
            </p:spPr>
          </p:pic>
          <p:pic>
            <p:nvPicPr>
              <p:cNvPr id="16" name="Picture 10" descr="Siemens Healthineers logo">
                <a:extLst>
                  <a:ext uri="{FF2B5EF4-FFF2-40B4-BE49-F238E27FC236}">
                    <a16:creationId xmlns:a16="http://schemas.microsoft.com/office/drawing/2014/main" id="{32309053-2C71-4D29-9E00-04C69FEB5217}"/>
                  </a:ext>
                </a:extLst>
              </p:cNvPr>
              <p:cNvPicPr>
                <a:picLocks noChangeAspect="1" noChangeArrowheads="1"/>
              </p:cNvPicPr>
              <p:nvPr/>
            </p:nvPicPr>
            <p:blipFill rotWithShape="1">
              <a:blip r:embed="rId9">
                <a:extLst>
                  <a:ext uri="{28A0092B-C50C-407E-A947-70E740481C1C}">
                    <a14:useLocalDpi xmlns:a14="http://schemas.microsoft.com/office/drawing/2010/main" val="0"/>
                  </a:ext>
                </a:extLst>
              </a:blip>
              <a:srcRect t="37049" b="35457"/>
              <a:stretch/>
            </p:blipFill>
            <p:spPr bwMode="auto">
              <a:xfrm>
                <a:off x="9213548" y="3374463"/>
                <a:ext cx="2616993" cy="719526"/>
              </a:xfrm>
              <a:prstGeom prst="rect">
                <a:avLst/>
              </a:prstGeom>
              <a:noFill/>
              <a:extLst>
                <a:ext uri="{909E8E84-426E-40DD-AFC4-6F175D3DCCD1}">
                  <a14:hiddenFill xmlns:a14="http://schemas.microsoft.com/office/drawing/2010/main">
                    <a:solidFill>
                      <a:srgbClr val="FFFFFF"/>
                    </a:solidFill>
                  </a14:hiddenFill>
                </a:ext>
              </a:extLst>
            </p:spPr>
          </p:pic>
          <p:pic>
            <p:nvPicPr>
              <p:cNvPr id="17" name="Picture 12" descr="Gatorloop Logo">
                <a:extLst>
                  <a:ext uri="{FF2B5EF4-FFF2-40B4-BE49-F238E27FC236}">
                    <a16:creationId xmlns:a16="http://schemas.microsoft.com/office/drawing/2014/main" id="{000CBDC4-58CB-474B-9F69-E43EDCB283B6}"/>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0676956" y="4319804"/>
                <a:ext cx="1153585" cy="647011"/>
              </a:xfrm>
              <a:prstGeom prst="rect">
                <a:avLst/>
              </a:prstGeom>
              <a:noFill/>
              <a:extLst>
                <a:ext uri="{909E8E84-426E-40DD-AFC4-6F175D3DCCD1}">
                  <a14:hiddenFill xmlns:a14="http://schemas.microsoft.com/office/drawing/2010/main">
                    <a:solidFill>
                      <a:srgbClr val="FFFFFF"/>
                    </a:solidFill>
                  </a14:hiddenFill>
                </a:ext>
              </a:extLst>
            </p:spPr>
          </p:pic>
          <p:pic>
            <p:nvPicPr>
              <p:cNvPr id="19" name="Picture 16" descr="JUET logo">
                <a:extLst>
                  <a:ext uri="{FF2B5EF4-FFF2-40B4-BE49-F238E27FC236}">
                    <a16:creationId xmlns:a16="http://schemas.microsoft.com/office/drawing/2014/main" id="{850AB03E-4F29-4521-99ED-73F8752A4498}"/>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9786254" y="1071917"/>
                <a:ext cx="914400" cy="914400"/>
              </a:xfrm>
              <a:prstGeom prst="rect">
                <a:avLst/>
              </a:prstGeom>
              <a:noFill/>
              <a:extLst>
                <a:ext uri="{909E8E84-426E-40DD-AFC4-6F175D3DCCD1}">
                  <a14:hiddenFill xmlns:a14="http://schemas.microsoft.com/office/drawing/2010/main">
                    <a:solidFill>
                      <a:srgbClr val="FFFFFF"/>
                    </a:solidFill>
                  </a14:hiddenFill>
                </a:ext>
              </a:extLst>
            </p:spPr>
          </p:pic>
          <p:pic>
            <p:nvPicPr>
              <p:cNvPr id="20" name="Picture 18" descr="SIGCSE logo">
                <a:extLst>
                  <a:ext uri="{FF2B5EF4-FFF2-40B4-BE49-F238E27FC236}">
                    <a16:creationId xmlns:a16="http://schemas.microsoft.com/office/drawing/2014/main" id="{56AF58B4-B1BF-44C3-A5EF-337503392C32}"/>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9785458" y="4333559"/>
                <a:ext cx="669377" cy="669377"/>
              </a:xfrm>
              <a:prstGeom prst="rect">
                <a:avLst/>
              </a:prstGeom>
              <a:noFill/>
              <a:extLst>
                <a:ext uri="{909E8E84-426E-40DD-AFC4-6F175D3DCCD1}">
                  <a14:hiddenFill xmlns:a14="http://schemas.microsoft.com/office/drawing/2010/main">
                    <a:solidFill>
                      <a:srgbClr val="FFFFFF"/>
                    </a:solidFill>
                  </a14:hiddenFill>
                </a:ext>
              </a:extLst>
            </p:spPr>
          </p:pic>
          <p:pic>
            <p:nvPicPr>
              <p:cNvPr id="21" name="Picture 20" descr="F3S logo">
                <a:extLst>
                  <a:ext uri="{FF2B5EF4-FFF2-40B4-BE49-F238E27FC236}">
                    <a16:creationId xmlns:a16="http://schemas.microsoft.com/office/drawing/2014/main" id="{A2388231-A697-4C05-BA8B-1C0C17FE1E53}"/>
                  </a:ext>
                </a:extLst>
              </p:cNvPr>
              <p:cNvPicPr>
                <a:picLocks noChangeAspect="1"/>
              </p:cNvPicPr>
              <p:nvPr/>
            </p:nvPicPr>
            <p:blipFill>
              <a:blip r:embed="rId13"/>
              <a:stretch>
                <a:fillRect/>
              </a:stretch>
            </p:blipFill>
            <p:spPr>
              <a:xfrm>
                <a:off x="7225093" y="4334493"/>
                <a:ext cx="1329695" cy="673712"/>
              </a:xfrm>
              <a:prstGeom prst="rect">
                <a:avLst/>
              </a:prstGeom>
            </p:spPr>
          </p:pic>
          <p:pic>
            <p:nvPicPr>
              <p:cNvPr id="22" name="Picture 4" descr="UF ACM logo">
                <a:extLst>
                  <a:ext uri="{FF2B5EF4-FFF2-40B4-BE49-F238E27FC236}">
                    <a16:creationId xmlns:a16="http://schemas.microsoft.com/office/drawing/2014/main" id="{79CA34F7-B459-476F-92C6-684EA23BB631}"/>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8724342" y="4338506"/>
                <a:ext cx="892503" cy="669377"/>
              </a:xfrm>
              <a:prstGeom prst="rect">
                <a:avLst/>
              </a:prstGeom>
              <a:noFill/>
              <a:extLst>
                <a:ext uri="{909E8E84-426E-40DD-AFC4-6F175D3DCCD1}">
                  <a14:hiddenFill xmlns:a14="http://schemas.microsoft.com/office/drawing/2010/main">
                    <a:solidFill>
                      <a:srgbClr val="FFFFFF"/>
                    </a:solidFill>
                  </a14:hiddenFill>
                </a:ext>
              </a:extLst>
            </p:spPr>
          </p:pic>
        </p:grpSp>
      </p:grpSp>
      <p:pic>
        <p:nvPicPr>
          <p:cNvPr id="1026" name="Picture 2" descr="Slack logo">
            <a:extLst>
              <a:ext uri="{FF2B5EF4-FFF2-40B4-BE49-F238E27FC236}">
                <a16:creationId xmlns:a16="http://schemas.microsoft.com/office/drawing/2014/main" id="{EFB01683-EDC0-44E8-AE70-D38DADD579B7}"/>
              </a:ext>
            </a:extLst>
          </p:cNvPr>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3397066" y="6078504"/>
            <a:ext cx="426471" cy="426471"/>
          </a:xfrm>
          <a:prstGeom prst="rect">
            <a:avLst/>
          </a:prstGeom>
          <a:noFill/>
          <a:extLst>
            <a:ext uri="{909E8E84-426E-40DD-AFC4-6F175D3DCCD1}">
              <a14:hiddenFill xmlns:a14="http://schemas.microsoft.com/office/drawing/2010/main">
                <a:solidFill>
                  <a:srgbClr val="FFFFFF"/>
                </a:solidFill>
              </a14:hiddenFill>
            </a:ext>
          </a:extLst>
        </p:spPr>
      </p:pic>
      <p:grpSp>
        <p:nvGrpSpPr>
          <p:cNvPr id="23" name="Group 22">
            <a:extLst>
              <a:ext uri="{FF2B5EF4-FFF2-40B4-BE49-F238E27FC236}">
                <a16:creationId xmlns:a16="http://schemas.microsoft.com/office/drawing/2014/main" id="{85867D74-2598-EBC3-F562-60BCB4B146BD}"/>
              </a:ext>
            </a:extLst>
          </p:cNvPr>
          <p:cNvGrpSpPr/>
          <p:nvPr/>
        </p:nvGrpSpPr>
        <p:grpSpPr>
          <a:xfrm>
            <a:off x="11317255" y="5989103"/>
            <a:ext cx="841781" cy="748032"/>
            <a:chOff x="11337354" y="6025684"/>
            <a:chExt cx="841781" cy="748032"/>
          </a:xfrm>
        </p:grpSpPr>
        <p:pic>
          <p:nvPicPr>
            <p:cNvPr id="24" name="Picture 23">
              <a:extLst>
                <a:ext uri="{FF2B5EF4-FFF2-40B4-BE49-F238E27FC236}">
                  <a16:creationId xmlns:a16="http://schemas.microsoft.com/office/drawing/2014/main" id="{2AE99D1B-1CE7-554D-A81A-A9D449C04E47}"/>
                </a:ext>
              </a:extLst>
            </p:cNvPr>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11424975" y="6538912"/>
              <a:ext cx="666541" cy="234804"/>
            </a:xfrm>
            <a:prstGeom prst="rect">
              <a:avLst/>
            </a:prstGeom>
            <a:noFill/>
            <a:extLst>
              <a:ext uri="{909E8E84-426E-40DD-AFC4-6F175D3DCCD1}">
                <a14:hiddenFill xmlns:a14="http://schemas.microsoft.com/office/drawing/2010/main">
                  <a:solidFill>
                    <a:srgbClr val="FFFFFF"/>
                  </a:solidFill>
                </a14:hiddenFill>
              </a:ext>
            </a:extLst>
          </p:spPr>
        </p:pic>
        <p:pic>
          <p:nvPicPr>
            <p:cNvPr id="25" name="Picture 24" descr="Logo COP3530">
              <a:extLst>
                <a:ext uri="{FF2B5EF4-FFF2-40B4-BE49-F238E27FC236}">
                  <a16:creationId xmlns:a16="http://schemas.microsoft.com/office/drawing/2014/main" id="{85BD8942-C369-1941-0C26-A6F5170B4576}"/>
                </a:ext>
              </a:extLst>
            </p:cNvPr>
            <p:cNvPicPr>
              <a:picLocks noChangeAspect="1"/>
            </p:cNvPicPr>
            <p:nvPr/>
          </p:nvPicPr>
          <p:blipFill rotWithShape="1">
            <a:blip r:embed="rId17"/>
            <a:srcRect t="1" b="20587"/>
            <a:stretch/>
          </p:blipFill>
          <p:spPr>
            <a:xfrm>
              <a:off x="11337354" y="6025684"/>
              <a:ext cx="841781" cy="465491"/>
            </a:xfrm>
            <a:prstGeom prst="rect">
              <a:avLst/>
            </a:prstGeom>
          </p:spPr>
        </p:pic>
      </p:grpSp>
      <p:sp>
        <p:nvSpPr>
          <p:cNvPr id="6" name="Slide Number Placeholder 5">
            <a:extLst>
              <a:ext uri="{FF2B5EF4-FFF2-40B4-BE49-F238E27FC236}">
                <a16:creationId xmlns:a16="http://schemas.microsoft.com/office/drawing/2014/main" id="{2AEEF487-B065-D2E7-BC5E-0DF6C5CEAA8A}"/>
              </a:ext>
            </a:extLst>
          </p:cNvPr>
          <p:cNvSpPr>
            <a:spLocks noGrp="1"/>
          </p:cNvSpPr>
          <p:nvPr>
            <p:ph type="sldNum" sz="quarter" idx="12"/>
          </p:nvPr>
        </p:nvSpPr>
        <p:spPr/>
        <p:txBody>
          <a:bodyPr/>
          <a:lstStyle/>
          <a:p>
            <a:fld id="{017C28E0-2F8B-4999-AEA2-B3AA3AE8994F}" type="slidenum">
              <a:rPr lang="en-US" smtClean="0"/>
              <a:t>2</a:t>
            </a:fld>
            <a:endParaRPr lang="en-US"/>
          </a:p>
        </p:txBody>
      </p:sp>
    </p:spTree>
    <p:extLst>
      <p:ext uri="{BB962C8B-B14F-4D97-AF65-F5344CB8AC3E}">
        <p14:creationId xmlns:p14="http://schemas.microsoft.com/office/powerpoint/2010/main" val="57111838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E6443A69-9B40-F39B-8137-E3BCB7FAEFF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D6F1073-E7C7-4609-C2E6-5526C71B0838}"/>
              </a:ext>
            </a:extLst>
          </p:cNvPr>
          <p:cNvSpPr>
            <a:spLocks noGrp="1"/>
          </p:cNvSpPr>
          <p:nvPr>
            <p:ph type="title"/>
          </p:nvPr>
        </p:nvSpPr>
        <p:spPr/>
        <p:txBody>
          <a:bodyPr>
            <a:normAutofit fontScale="90000"/>
          </a:bodyPr>
          <a:lstStyle/>
          <a:p>
            <a:br>
              <a:rPr lang="en-US" dirty="0">
                <a:solidFill>
                  <a:schemeClr val="bg1"/>
                </a:solidFill>
                <a:latin typeface="Gotham Bold" pitchFamily="50" charset="0"/>
              </a:rPr>
            </a:br>
            <a:br>
              <a:rPr lang="en-US" dirty="0">
                <a:solidFill>
                  <a:schemeClr val="bg1"/>
                </a:solidFill>
                <a:latin typeface="Gotham Bold" pitchFamily="50" charset="0"/>
              </a:rPr>
            </a:br>
            <a:br>
              <a:rPr lang="en-US" dirty="0">
                <a:solidFill>
                  <a:schemeClr val="bg1"/>
                </a:solidFill>
                <a:latin typeface="Gotham Bold" pitchFamily="50" charset="0"/>
              </a:rPr>
            </a:br>
            <a:r>
              <a:rPr lang="en-US" dirty="0">
                <a:solidFill>
                  <a:schemeClr val="bg1"/>
                </a:solidFill>
                <a:latin typeface="Gotham Bold" pitchFamily="50" charset="0"/>
              </a:rPr>
              <a:t>Course Staff</a:t>
            </a:r>
            <a:br>
              <a:rPr lang="en-US" dirty="0">
                <a:solidFill>
                  <a:schemeClr val="bg1"/>
                </a:solidFill>
                <a:latin typeface="Gotham Bold" pitchFamily="50" charset="0"/>
              </a:rPr>
            </a:br>
            <a:br>
              <a:rPr lang="en-US" dirty="0">
                <a:solidFill>
                  <a:schemeClr val="bg1"/>
                </a:solidFill>
                <a:latin typeface="Gotham Bold" pitchFamily="50" charset="0"/>
              </a:rPr>
            </a:br>
            <a:br>
              <a:rPr lang="en-US" dirty="0">
                <a:solidFill>
                  <a:schemeClr val="bg1"/>
                </a:solidFill>
                <a:latin typeface="Gotham Bold" pitchFamily="50" charset="0"/>
              </a:rPr>
            </a:br>
            <a:endParaRPr lang="en-US" dirty="0">
              <a:solidFill>
                <a:schemeClr val="bg1"/>
              </a:solidFill>
              <a:latin typeface="Gotham Bold" pitchFamily="50" charset="0"/>
            </a:endParaRPr>
          </a:p>
        </p:txBody>
      </p:sp>
      <p:sp>
        <p:nvSpPr>
          <p:cNvPr id="8" name="Rectangle 5">
            <a:extLst>
              <a:ext uri="{FF2B5EF4-FFF2-40B4-BE49-F238E27FC236}">
                <a16:creationId xmlns:a16="http://schemas.microsoft.com/office/drawing/2014/main" id="{5BA2EDC8-617B-2656-6E5B-7DEE396AAAAD}"/>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 name="Rectangle 6">
            <a:extLst>
              <a:ext uri="{FF2B5EF4-FFF2-40B4-BE49-F238E27FC236}">
                <a16:creationId xmlns:a16="http://schemas.microsoft.com/office/drawing/2014/main" id="{8458EDCD-F4ED-8B00-C267-ECE17E4A9D5B}"/>
              </a:ext>
            </a:extLst>
          </p:cNvPr>
          <p:cNvSpPr>
            <a:spLocks noChangeArrowheads="1"/>
          </p:cNvSpPr>
          <p:nvPr/>
        </p:nvSpPr>
        <p:spPr bwMode="auto">
          <a:xfrm>
            <a:off x="0" y="2053590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2" name="TextBox 21">
            <a:extLst>
              <a:ext uri="{FF2B5EF4-FFF2-40B4-BE49-F238E27FC236}">
                <a16:creationId xmlns:a16="http://schemas.microsoft.com/office/drawing/2014/main" id="{651C0EA9-312D-3CAD-E59E-2EA61289834B}"/>
              </a:ext>
            </a:extLst>
          </p:cNvPr>
          <p:cNvSpPr txBox="1"/>
          <p:nvPr/>
        </p:nvSpPr>
        <p:spPr>
          <a:xfrm>
            <a:off x="464219" y="3575335"/>
            <a:ext cx="2338137" cy="538609"/>
          </a:xfrm>
          <a:prstGeom prst="rect">
            <a:avLst/>
          </a:prstGeom>
          <a:noFill/>
        </p:spPr>
        <p:txBody>
          <a:bodyPr wrap="square" rtlCol="0">
            <a:spAutoFit/>
          </a:bodyPr>
          <a:lstStyle/>
          <a:p>
            <a:pPr algn="ctr"/>
            <a:r>
              <a:rPr lang="en-US" dirty="0">
                <a:solidFill>
                  <a:srgbClr val="EB6E19"/>
                </a:solidFill>
                <a:latin typeface="Consolas" panose="020B0609020204030204" pitchFamily="49" charset="0"/>
              </a:rPr>
              <a:t>Cole </a:t>
            </a:r>
          </a:p>
          <a:p>
            <a:pPr algn="ctr"/>
            <a:r>
              <a:rPr lang="en-US" sz="1100" dirty="0">
                <a:solidFill>
                  <a:srgbClr val="00B050"/>
                </a:solidFill>
                <a:latin typeface="Consolas" panose="020B0609020204030204" pitchFamily="49" charset="0"/>
              </a:rPr>
              <a:t>(Head TA &amp; Lead - Teaching)</a:t>
            </a:r>
            <a:endParaRPr lang="en-US" sz="1050" dirty="0">
              <a:solidFill>
                <a:srgbClr val="00B050"/>
              </a:solidFill>
              <a:latin typeface="Consolas" panose="020B0609020204030204" pitchFamily="49" charset="0"/>
            </a:endParaRPr>
          </a:p>
        </p:txBody>
      </p:sp>
      <p:pic>
        <p:nvPicPr>
          <p:cNvPr id="4" name="Picture 3">
            <a:extLst>
              <a:ext uri="{FF2B5EF4-FFF2-40B4-BE49-F238E27FC236}">
                <a16:creationId xmlns:a16="http://schemas.microsoft.com/office/drawing/2014/main" id="{E95F023B-4653-0205-BEF9-26A42DEC82C7}"/>
              </a:ext>
            </a:extLst>
          </p:cNvPr>
          <p:cNvPicPr>
            <a:picLocks noChangeAspect="1"/>
          </p:cNvPicPr>
          <p:nvPr/>
        </p:nvPicPr>
        <p:blipFill>
          <a:blip r:embed="rId3"/>
          <a:srcRect t="9903"/>
          <a:stretch>
            <a:fillRect/>
          </a:stretch>
        </p:blipFill>
        <p:spPr>
          <a:xfrm>
            <a:off x="863987" y="1902444"/>
            <a:ext cx="1659254" cy="1645920"/>
          </a:xfrm>
          <a:prstGeom prst="rect">
            <a:avLst/>
          </a:prstGeom>
        </p:spPr>
      </p:pic>
      <p:pic>
        <p:nvPicPr>
          <p:cNvPr id="10" name="Picture 9">
            <a:extLst>
              <a:ext uri="{FF2B5EF4-FFF2-40B4-BE49-F238E27FC236}">
                <a16:creationId xmlns:a16="http://schemas.microsoft.com/office/drawing/2014/main" id="{5FF9D598-101B-416D-7A16-6C879674B3F8}"/>
              </a:ext>
            </a:extLst>
          </p:cNvPr>
          <p:cNvPicPr>
            <a:picLocks noChangeAspect="1"/>
          </p:cNvPicPr>
          <p:nvPr/>
        </p:nvPicPr>
        <p:blipFill>
          <a:blip r:embed="rId4"/>
          <a:stretch>
            <a:fillRect/>
          </a:stretch>
        </p:blipFill>
        <p:spPr>
          <a:xfrm>
            <a:off x="6099952" y="1913950"/>
            <a:ext cx="1234440" cy="1645920"/>
          </a:xfrm>
          <a:prstGeom prst="rect">
            <a:avLst/>
          </a:prstGeom>
        </p:spPr>
      </p:pic>
      <p:pic>
        <p:nvPicPr>
          <p:cNvPr id="12" name="Picture 11">
            <a:extLst>
              <a:ext uri="{FF2B5EF4-FFF2-40B4-BE49-F238E27FC236}">
                <a16:creationId xmlns:a16="http://schemas.microsoft.com/office/drawing/2014/main" id="{6EE45F28-EDD1-1D4B-D895-EB3A6D7DA65D}"/>
              </a:ext>
            </a:extLst>
          </p:cNvPr>
          <p:cNvPicPr>
            <a:picLocks noChangeAspect="1"/>
          </p:cNvPicPr>
          <p:nvPr/>
        </p:nvPicPr>
        <p:blipFill>
          <a:blip r:embed="rId5"/>
          <a:stretch>
            <a:fillRect/>
          </a:stretch>
        </p:blipFill>
        <p:spPr>
          <a:xfrm>
            <a:off x="4315911" y="1902444"/>
            <a:ext cx="1296162" cy="1645920"/>
          </a:xfrm>
          <a:prstGeom prst="rect">
            <a:avLst/>
          </a:prstGeom>
        </p:spPr>
      </p:pic>
      <p:pic>
        <p:nvPicPr>
          <p:cNvPr id="14" name="Picture 13">
            <a:extLst>
              <a:ext uri="{FF2B5EF4-FFF2-40B4-BE49-F238E27FC236}">
                <a16:creationId xmlns:a16="http://schemas.microsoft.com/office/drawing/2014/main" id="{2224E43F-68A9-ACF8-4D17-2C910A75C85F}"/>
              </a:ext>
            </a:extLst>
          </p:cNvPr>
          <p:cNvPicPr>
            <a:picLocks noChangeAspect="1"/>
          </p:cNvPicPr>
          <p:nvPr/>
        </p:nvPicPr>
        <p:blipFill>
          <a:blip r:embed="rId6"/>
          <a:stretch>
            <a:fillRect/>
          </a:stretch>
        </p:blipFill>
        <p:spPr>
          <a:xfrm>
            <a:off x="2802356" y="1902444"/>
            <a:ext cx="1234440" cy="1645920"/>
          </a:xfrm>
          <a:prstGeom prst="rect">
            <a:avLst/>
          </a:prstGeom>
        </p:spPr>
      </p:pic>
      <p:sp>
        <p:nvSpPr>
          <p:cNvPr id="18" name="TextBox 17">
            <a:extLst>
              <a:ext uri="{FF2B5EF4-FFF2-40B4-BE49-F238E27FC236}">
                <a16:creationId xmlns:a16="http://schemas.microsoft.com/office/drawing/2014/main" id="{FDE52127-06FC-E02B-1C3F-9066A4FA5C6E}"/>
              </a:ext>
            </a:extLst>
          </p:cNvPr>
          <p:cNvSpPr txBox="1"/>
          <p:nvPr/>
        </p:nvSpPr>
        <p:spPr>
          <a:xfrm>
            <a:off x="2921151" y="3575335"/>
            <a:ext cx="876197" cy="369332"/>
          </a:xfrm>
          <a:prstGeom prst="rect">
            <a:avLst/>
          </a:prstGeom>
          <a:noFill/>
        </p:spPr>
        <p:txBody>
          <a:bodyPr wrap="square" rtlCol="0">
            <a:spAutoFit/>
          </a:bodyPr>
          <a:lstStyle/>
          <a:p>
            <a:r>
              <a:rPr lang="en-US" dirty="0">
                <a:solidFill>
                  <a:srgbClr val="EB6E19"/>
                </a:solidFill>
                <a:latin typeface="Consolas" panose="020B0609020204030204" pitchFamily="49" charset="0"/>
              </a:rPr>
              <a:t>Emma</a:t>
            </a:r>
            <a:endParaRPr lang="en-US" sz="1200" dirty="0">
              <a:solidFill>
                <a:srgbClr val="00B050"/>
              </a:solidFill>
              <a:latin typeface="Consolas" panose="020B0609020204030204" pitchFamily="49" charset="0"/>
            </a:endParaRPr>
          </a:p>
        </p:txBody>
      </p:sp>
      <p:sp>
        <p:nvSpPr>
          <p:cNvPr id="20" name="TextBox 19">
            <a:extLst>
              <a:ext uri="{FF2B5EF4-FFF2-40B4-BE49-F238E27FC236}">
                <a16:creationId xmlns:a16="http://schemas.microsoft.com/office/drawing/2014/main" id="{26E9FB41-8421-93C8-D8D2-1EC87BC37C69}"/>
              </a:ext>
            </a:extLst>
          </p:cNvPr>
          <p:cNvSpPr txBox="1"/>
          <p:nvPr/>
        </p:nvSpPr>
        <p:spPr>
          <a:xfrm>
            <a:off x="5478521" y="3559870"/>
            <a:ext cx="2407720" cy="738664"/>
          </a:xfrm>
          <a:prstGeom prst="rect">
            <a:avLst/>
          </a:prstGeom>
          <a:noFill/>
        </p:spPr>
        <p:txBody>
          <a:bodyPr wrap="square" rtlCol="0">
            <a:spAutoFit/>
          </a:bodyPr>
          <a:lstStyle/>
          <a:p>
            <a:pPr algn="ctr"/>
            <a:r>
              <a:rPr lang="en-US" dirty="0">
                <a:solidFill>
                  <a:srgbClr val="EB6E19"/>
                </a:solidFill>
                <a:latin typeface="Consolas" panose="020B0609020204030204" pitchFamily="49" charset="0"/>
              </a:rPr>
              <a:t>Josh</a:t>
            </a:r>
          </a:p>
          <a:p>
            <a:pPr algn="ctr"/>
            <a:r>
              <a:rPr lang="en-US" sz="1200" dirty="0">
                <a:solidFill>
                  <a:srgbClr val="00B050"/>
                </a:solidFill>
                <a:latin typeface="Consolas" panose="020B0609020204030204" pitchFamily="49" charset="0"/>
              </a:rPr>
              <a:t>(Co-lead Infra)</a:t>
            </a:r>
            <a:endParaRPr lang="en-US" sz="1100" dirty="0">
              <a:solidFill>
                <a:srgbClr val="00B050"/>
              </a:solidFill>
              <a:latin typeface="Consolas" panose="020B0609020204030204" pitchFamily="49" charset="0"/>
            </a:endParaRPr>
          </a:p>
          <a:p>
            <a:pPr algn="ctr"/>
            <a:endParaRPr lang="en-US" sz="1200" dirty="0">
              <a:solidFill>
                <a:srgbClr val="00B050"/>
              </a:solidFill>
              <a:latin typeface="Consolas" panose="020B0609020204030204" pitchFamily="49" charset="0"/>
            </a:endParaRPr>
          </a:p>
        </p:txBody>
      </p:sp>
      <p:sp>
        <p:nvSpPr>
          <p:cNvPr id="25" name="TextBox 24">
            <a:extLst>
              <a:ext uri="{FF2B5EF4-FFF2-40B4-BE49-F238E27FC236}">
                <a16:creationId xmlns:a16="http://schemas.microsoft.com/office/drawing/2014/main" id="{9B690810-DA47-F527-87C5-9A9AF2997699}"/>
              </a:ext>
            </a:extLst>
          </p:cNvPr>
          <p:cNvSpPr txBox="1"/>
          <p:nvPr/>
        </p:nvSpPr>
        <p:spPr>
          <a:xfrm>
            <a:off x="3779051" y="3575335"/>
            <a:ext cx="2157914" cy="738664"/>
          </a:xfrm>
          <a:prstGeom prst="rect">
            <a:avLst/>
          </a:prstGeom>
          <a:noFill/>
        </p:spPr>
        <p:txBody>
          <a:bodyPr wrap="square" rtlCol="0">
            <a:spAutoFit/>
          </a:bodyPr>
          <a:lstStyle/>
          <a:p>
            <a:pPr algn="ctr"/>
            <a:r>
              <a:rPr lang="en-US" dirty="0">
                <a:solidFill>
                  <a:srgbClr val="EB6E19"/>
                </a:solidFill>
                <a:latin typeface="Consolas" panose="020B0609020204030204" pitchFamily="49" charset="0"/>
              </a:rPr>
              <a:t>Jackie</a:t>
            </a:r>
          </a:p>
          <a:p>
            <a:pPr algn="ctr"/>
            <a:r>
              <a:rPr lang="en-US" sz="1200" dirty="0">
                <a:solidFill>
                  <a:srgbClr val="00B050"/>
                </a:solidFill>
                <a:latin typeface="Consolas" panose="020B0609020204030204" pitchFamily="49" charset="0"/>
              </a:rPr>
              <a:t>(Lead - Communications)</a:t>
            </a:r>
            <a:endParaRPr lang="en-US" sz="1100" dirty="0">
              <a:solidFill>
                <a:srgbClr val="00B050"/>
              </a:solidFill>
              <a:latin typeface="Consolas" panose="020B0609020204030204" pitchFamily="49" charset="0"/>
            </a:endParaRPr>
          </a:p>
          <a:p>
            <a:pPr algn="ctr"/>
            <a:endParaRPr lang="en-US" sz="1200" dirty="0">
              <a:solidFill>
                <a:srgbClr val="00B050"/>
              </a:solidFill>
              <a:latin typeface="Consolas" panose="020B0609020204030204" pitchFamily="49" charset="0"/>
            </a:endParaRPr>
          </a:p>
        </p:txBody>
      </p:sp>
      <p:pic>
        <p:nvPicPr>
          <p:cNvPr id="5" name="Picture 4">
            <a:extLst>
              <a:ext uri="{FF2B5EF4-FFF2-40B4-BE49-F238E27FC236}">
                <a16:creationId xmlns:a16="http://schemas.microsoft.com/office/drawing/2014/main" id="{083BDAC0-71DF-78BE-31FD-1D67A44E56F6}"/>
              </a:ext>
            </a:extLst>
          </p:cNvPr>
          <p:cNvPicPr>
            <a:picLocks noChangeAspect="1"/>
          </p:cNvPicPr>
          <p:nvPr/>
        </p:nvPicPr>
        <p:blipFill>
          <a:blip r:embed="rId7"/>
          <a:srcRect t="18666"/>
          <a:stretch>
            <a:fillRect/>
          </a:stretch>
        </p:blipFill>
        <p:spPr>
          <a:xfrm>
            <a:off x="7636435" y="1929415"/>
            <a:ext cx="1347795" cy="1645920"/>
          </a:xfrm>
          <a:prstGeom prst="rect">
            <a:avLst/>
          </a:prstGeom>
        </p:spPr>
      </p:pic>
      <p:sp>
        <p:nvSpPr>
          <p:cNvPr id="7" name="TextBox 6">
            <a:extLst>
              <a:ext uri="{FF2B5EF4-FFF2-40B4-BE49-F238E27FC236}">
                <a16:creationId xmlns:a16="http://schemas.microsoft.com/office/drawing/2014/main" id="{7FDB2307-6956-9B4E-E4E9-C3B0D7D9496E}"/>
              </a:ext>
            </a:extLst>
          </p:cNvPr>
          <p:cNvSpPr txBox="1"/>
          <p:nvPr/>
        </p:nvSpPr>
        <p:spPr>
          <a:xfrm>
            <a:off x="7177991" y="3575335"/>
            <a:ext cx="2407720" cy="738664"/>
          </a:xfrm>
          <a:prstGeom prst="rect">
            <a:avLst/>
          </a:prstGeom>
          <a:noFill/>
        </p:spPr>
        <p:txBody>
          <a:bodyPr wrap="square" rtlCol="0">
            <a:spAutoFit/>
          </a:bodyPr>
          <a:lstStyle/>
          <a:p>
            <a:pPr algn="ctr"/>
            <a:r>
              <a:rPr lang="en-US" dirty="0">
                <a:solidFill>
                  <a:srgbClr val="EB6E19"/>
                </a:solidFill>
                <a:latin typeface="Consolas" panose="020B0609020204030204" pitchFamily="49" charset="0"/>
              </a:rPr>
              <a:t>Adrian</a:t>
            </a:r>
          </a:p>
          <a:p>
            <a:pPr algn="ctr"/>
            <a:r>
              <a:rPr lang="en-US" sz="1200" dirty="0">
                <a:solidFill>
                  <a:srgbClr val="00B050"/>
                </a:solidFill>
                <a:latin typeface="Consolas" panose="020B0609020204030204" pitchFamily="49" charset="0"/>
              </a:rPr>
              <a:t>(Lead Content)</a:t>
            </a:r>
            <a:endParaRPr lang="en-US" sz="1100" dirty="0">
              <a:solidFill>
                <a:srgbClr val="00B050"/>
              </a:solidFill>
              <a:latin typeface="Consolas" panose="020B0609020204030204" pitchFamily="49" charset="0"/>
            </a:endParaRPr>
          </a:p>
          <a:p>
            <a:pPr algn="ctr"/>
            <a:endParaRPr lang="en-US" sz="1200" dirty="0">
              <a:solidFill>
                <a:srgbClr val="00B050"/>
              </a:solidFill>
              <a:latin typeface="Consolas" panose="020B0609020204030204" pitchFamily="49" charset="0"/>
            </a:endParaRPr>
          </a:p>
        </p:txBody>
      </p:sp>
    </p:spTree>
    <p:extLst>
      <p:ext uri="{BB962C8B-B14F-4D97-AF65-F5344CB8AC3E}">
        <p14:creationId xmlns:p14="http://schemas.microsoft.com/office/powerpoint/2010/main" val="236905164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98DF2D-4C21-45B7-8CEE-41E2C22A3166}"/>
              </a:ext>
            </a:extLst>
          </p:cNvPr>
          <p:cNvSpPr>
            <a:spLocks noGrp="1"/>
          </p:cNvSpPr>
          <p:nvPr>
            <p:ph type="title"/>
          </p:nvPr>
        </p:nvSpPr>
        <p:spPr/>
        <p:txBody>
          <a:bodyPr>
            <a:normAutofit fontScale="90000"/>
          </a:bodyPr>
          <a:lstStyle/>
          <a:p>
            <a:br>
              <a:rPr lang="en-US" dirty="0">
                <a:solidFill>
                  <a:schemeClr val="bg1"/>
                </a:solidFill>
                <a:latin typeface="Gotham Bold" pitchFamily="50" charset="0"/>
              </a:rPr>
            </a:br>
            <a:br>
              <a:rPr lang="en-US" dirty="0">
                <a:solidFill>
                  <a:schemeClr val="bg1"/>
                </a:solidFill>
                <a:latin typeface="Gotham Bold" pitchFamily="50" charset="0"/>
              </a:rPr>
            </a:br>
            <a:br>
              <a:rPr lang="en-US" dirty="0">
                <a:solidFill>
                  <a:schemeClr val="bg1"/>
                </a:solidFill>
                <a:latin typeface="Gotham Bold" pitchFamily="50" charset="0"/>
              </a:rPr>
            </a:br>
            <a:r>
              <a:rPr lang="en-US" dirty="0">
                <a:solidFill>
                  <a:schemeClr val="bg1"/>
                </a:solidFill>
                <a:latin typeface="Gotham Bold" pitchFamily="50" charset="0"/>
              </a:rPr>
              <a:t>Learners: Let’s Get to Know You</a:t>
            </a:r>
            <a:br>
              <a:rPr lang="en-US" dirty="0">
                <a:solidFill>
                  <a:schemeClr val="bg1"/>
                </a:solidFill>
                <a:latin typeface="Gotham Bold" pitchFamily="50" charset="0"/>
              </a:rPr>
            </a:br>
            <a:br>
              <a:rPr lang="en-US" dirty="0">
                <a:solidFill>
                  <a:schemeClr val="bg1"/>
                </a:solidFill>
                <a:latin typeface="Gotham Bold" pitchFamily="50" charset="0"/>
              </a:rPr>
            </a:br>
            <a:br>
              <a:rPr lang="en-US" dirty="0">
                <a:solidFill>
                  <a:schemeClr val="bg1"/>
                </a:solidFill>
                <a:latin typeface="Gotham Bold" pitchFamily="50" charset="0"/>
              </a:rPr>
            </a:br>
            <a:endParaRPr lang="en-US" dirty="0">
              <a:solidFill>
                <a:schemeClr val="bg1"/>
              </a:solidFill>
              <a:latin typeface="Gotham Bold" pitchFamily="50" charset="0"/>
            </a:endParaRPr>
          </a:p>
        </p:txBody>
      </p:sp>
      <p:sp>
        <p:nvSpPr>
          <p:cNvPr id="3" name="TextBox 2">
            <a:extLst>
              <a:ext uri="{FF2B5EF4-FFF2-40B4-BE49-F238E27FC236}">
                <a16:creationId xmlns:a16="http://schemas.microsoft.com/office/drawing/2014/main" id="{226E172D-A4D1-4143-82E9-A1F5E97C5906}"/>
              </a:ext>
            </a:extLst>
          </p:cNvPr>
          <p:cNvSpPr txBox="1"/>
          <p:nvPr/>
        </p:nvSpPr>
        <p:spPr>
          <a:xfrm>
            <a:off x="3472069" y="2738313"/>
            <a:ext cx="5247861" cy="1938992"/>
          </a:xfrm>
          <a:prstGeom prst="rect">
            <a:avLst/>
          </a:prstGeom>
          <a:noFill/>
        </p:spPr>
        <p:txBody>
          <a:bodyPr wrap="square" rtlCol="0">
            <a:spAutoFit/>
          </a:bodyPr>
          <a:lstStyle/>
          <a:p>
            <a:r>
              <a:rPr lang="en-US" sz="4000" dirty="0">
                <a:solidFill>
                  <a:srgbClr val="F16000"/>
                </a:solidFill>
                <a:latin typeface="Gotham Bold" pitchFamily="50" charset="0"/>
              </a:rPr>
              <a:t>Go To Menti.com</a:t>
            </a:r>
          </a:p>
          <a:p>
            <a:endParaRPr lang="en-US" sz="4000" dirty="0">
              <a:solidFill>
                <a:srgbClr val="F16000"/>
              </a:solidFill>
              <a:latin typeface="Gotham Bold" pitchFamily="50" charset="0"/>
            </a:endParaRPr>
          </a:p>
          <a:p>
            <a:r>
              <a:rPr lang="en-US" sz="4000" dirty="0">
                <a:solidFill>
                  <a:srgbClr val="F16000"/>
                </a:solidFill>
                <a:latin typeface="Gotham Bold" pitchFamily="50" charset="0"/>
              </a:rPr>
              <a:t> Code: </a:t>
            </a:r>
            <a:r>
              <a:rPr lang="en-US" sz="4000" dirty="0">
                <a:solidFill>
                  <a:srgbClr val="1988DC"/>
                </a:solidFill>
                <a:latin typeface="Gotham Bold" pitchFamily="50" charset="0"/>
              </a:rPr>
              <a:t>3655 6919</a:t>
            </a:r>
          </a:p>
        </p:txBody>
      </p:sp>
      <p:sp>
        <p:nvSpPr>
          <p:cNvPr id="4" name="Slide Number Placeholder 3">
            <a:extLst>
              <a:ext uri="{FF2B5EF4-FFF2-40B4-BE49-F238E27FC236}">
                <a16:creationId xmlns:a16="http://schemas.microsoft.com/office/drawing/2014/main" id="{A26E7489-E6AD-8355-CF48-DDD7EFC96836}"/>
              </a:ext>
            </a:extLst>
          </p:cNvPr>
          <p:cNvSpPr>
            <a:spLocks noGrp="1"/>
          </p:cNvSpPr>
          <p:nvPr>
            <p:ph type="sldNum" sz="quarter" idx="12"/>
          </p:nvPr>
        </p:nvSpPr>
        <p:spPr/>
        <p:txBody>
          <a:bodyPr/>
          <a:lstStyle/>
          <a:p>
            <a:fld id="{017C28E0-2F8B-4999-AEA2-B3AA3AE8994F}" type="slidenum">
              <a:rPr lang="en-US" smtClean="0"/>
              <a:t>4</a:t>
            </a:fld>
            <a:endParaRPr lang="en-US"/>
          </a:p>
        </p:txBody>
      </p:sp>
      <p:grpSp>
        <p:nvGrpSpPr>
          <p:cNvPr id="6" name="Group 5">
            <a:extLst>
              <a:ext uri="{FF2B5EF4-FFF2-40B4-BE49-F238E27FC236}">
                <a16:creationId xmlns:a16="http://schemas.microsoft.com/office/drawing/2014/main" id="{C4B3778A-A7BC-22BE-E19B-A908FE7E3637}"/>
              </a:ext>
            </a:extLst>
          </p:cNvPr>
          <p:cNvGrpSpPr/>
          <p:nvPr/>
        </p:nvGrpSpPr>
        <p:grpSpPr>
          <a:xfrm>
            <a:off x="11317255" y="5989103"/>
            <a:ext cx="841781" cy="748032"/>
            <a:chOff x="11337354" y="6025684"/>
            <a:chExt cx="841781" cy="748032"/>
          </a:xfrm>
        </p:grpSpPr>
        <p:pic>
          <p:nvPicPr>
            <p:cNvPr id="7" name="Picture 6">
              <a:extLst>
                <a:ext uri="{FF2B5EF4-FFF2-40B4-BE49-F238E27FC236}">
                  <a16:creationId xmlns:a16="http://schemas.microsoft.com/office/drawing/2014/main" id="{D3AB87B0-F813-CB85-AB0D-32A9CC2DB98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424975" y="6538912"/>
              <a:ext cx="666541" cy="234804"/>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8" descr="Logo COP3530">
              <a:extLst>
                <a:ext uri="{FF2B5EF4-FFF2-40B4-BE49-F238E27FC236}">
                  <a16:creationId xmlns:a16="http://schemas.microsoft.com/office/drawing/2014/main" id="{28000F9C-81BC-C949-6746-CCCF36B5A635}"/>
                </a:ext>
              </a:extLst>
            </p:cNvPr>
            <p:cNvPicPr>
              <a:picLocks noChangeAspect="1"/>
            </p:cNvPicPr>
            <p:nvPr/>
          </p:nvPicPr>
          <p:blipFill rotWithShape="1">
            <a:blip r:embed="rId4"/>
            <a:srcRect t="1" b="20587"/>
            <a:stretch/>
          </p:blipFill>
          <p:spPr>
            <a:xfrm>
              <a:off x="11337354" y="6025684"/>
              <a:ext cx="841781" cy="465491"/>
            </a:xfrm>
            <a:prstGeom prst="rect">
              <a:avLst/>
            </a:prstGeom>
          </p:spPr>
        </p:pic>
      </p:grpSp>
    </p:spTree>
    <p:extLst>
      <p:ext uri="{BB962C8B-B14F-4D97-AF65-F5344CB8AC3E}">
        <p14:creationId xmlns:p14="http://schemas.microsoft.com/office/powerpoint/2010/main" val="256978227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98DF2D-4C21-45B7-8CEE-41E2C22A3166}"/>
              </a:ext>
            </a:extLst>
          </p:cNvPr>
          <p:cNvSpPr>
            <a:spLocks noGrp="1"/>
          </p:cNvSpPr>
          <p:nvPr>
            <p:ph type="title"/>
          </p:nvPr>
        </p:nvSpPr>
        <p:spPr>
          <a:xfrm>
            <a:off x="838200" y="2249383"/>
            <a:ext cx="10515600" cy="1325563"/>
          </a:xfrm>
        </p:spPr>
        <p:txBody>
          <a:bodyPr>
            <a:normAutofit fontScale="90000"/>
          </a:bodyPr>
          <a:lstStyle/>
          <a:p>
            <a:pPr algn="ctr"/>
            <a:br>
              <a:rPr lang="en-US" dirty="0">
                <a:solidFill>
                  <a:schemeClr val="bg1"/>
                </a:solidFill>
                <a:latin typeface="Gotham Bold" pitchFamily="50" charset="0"/>
              </a:rPr>
            </a:br>
            <a:br>
              <a:rPr lang="en-US" dirty="0">
                <a:solidFill>
                  <a:schemeClr val="bg1"/>
                </a:solidFill>
                <a:latin typeface="Gotham Bold" pitchFamily="50" charset="0"/>
              </a:rPr>
            </a:br>
            <a:br>
              <a:rPr lang="en-US" dirty="0">
                <a:solidFill>
                  <a:schemeClr val="bg1"/>
                </a:solidFill>
                <a:latin typeface="Gotham Bold" pitchFamily="50" charset="0"/>
              </a:rPr>
            </a:br>
            <a:r>
              <a:rPr lang="en-US" sz="7300" dirty="0">
                <a:solidFill>
                  <a:schemeClr val="bg1"/>
                </a:solidFill>
                <a:latin typeface="Gotham Bold" pitchFamily="50" charset="0"/>
              </a:rPr>
              <a:t>Course Objectives</a:t>
            </a:r>
            <a:br>
              <a:rPr lang="en-US" dirty="0">
                <a:solidFill>
                  <a:schemeClr val="bg1"/>
                </a:solidFill>
                <a:latin typeface="Gotham Bold" pitchFamily="50" charset="0"/>
              </a:rPr>
            </a:br>
            <a:br>
              <a:rPr lang="en-US" dirty="0">
                <a:solidFill>
                  <a:schemeClr val="bg1"/>
                </a:solidFill>
                <a:latin typeface="Gotham Bold" pitchFamily="50" charset="0"/>
              </a:rPr>
            </a:br>
            <a:br>
              <a:rPr lang="en-US" dirty="0">
                <a:solidFill>
                  <a:schemeClr val="bg1"/>
                </a:solidFill>
                <a:latin typeface="Gotham Bold" pitchFamily="50" charset="0"/>
              </a:rPr>
            </a:br>
            <a:endParaRPr lang="en-US" dirty="0">
              <a:solidFill>
                <a:schemeClr val="bg1"/>
              </a:solidFill>
              <a:latin typeface="Gotham Bold" pitchFamily="50" charset="0"/>
            </a:endParaRPr>
          </a:p>
        </p:txBody>
      </p:sp>
      <p:sp>
        <p:nvSpPr>
          <p:cNvPr id="3" name="Slide Number Placeholder 2">
            <a:extLst>
              <a:ext uri="{FF2B5EF4-FFF2-40B4-BE49-F238E27FC236}">
                <a16:creationId xmlns:a16="http://schemas.microsoft.com/office/drawing/2014/main" id="{F148F4E2-B1B2-E07C-F43F-56CFA54B8424}"/>
              </a:ext>
            </a:extLst>
          </p:cNvPr>
          <p:cNvSpPr>
            <a:spLocks noGrp="1"/>
          </p:cNvSpPr>
          <p:nvPr>
            <p:ph type="sldNum" sz="quarter" idx="12"/>
          </p:nvPr>
        </p:nvSpPr>
        <p:spPr/>
        <p:txBody>
          <a:bodyPr/>
          <a:lstStyle/>
          <a:p>
            <a:fld id="{017C28E0-2F8B-4999-AEA2-B3AA3AE8994F}" type="slidenum">
              <a:rPr lang="en-US" smtClean="0"/>
              <a:t>5</a:t>
            </a:fld>
            <a:endParaRPr lang="en-US"/>
          </a:p>
        </p:txBody>
      </p:sp>
      <p:grpSp>
        <p:nvGrpSpPr>
          <p:cNvPr id="4" name="Group 3">
            <a:extLst>
              <a:ext uri="{FF2B5EF4-FFF2-40B4-BE49-F238E27FC236}">
                <a16:creationId xmlns:a16="http://schemas.microsoft.com/office/drawing/2014/main" id="{0D3F0DF4-6586-72F5-C277-A843FE1A6057}"/>
              </a:ext>
            </a:extLst>
          </p:cNvPr>
          <p:cNvGrpSpPr/>
          <p:nvPr/>
        </p:nvGrpSpPr>
        <p:grpSpPr>
          <a:xfrm>
            <a:off x="11317255" y="5989103"/>
            <a:ext cx="841781" cy="748032"/>
            <a:chOff x="11337354" y="6025684"/>
            <a:chExt cx="841781" cy="748032"/>
          </a:xfrm>
        </p:grpSpPr>
        <p:pic>
          <p:nvPicPr>
            <p:cNvPr id="5" name="Picture 4">
              <a:extLst>
                <a:ext uri="{FF2B5EF4-FFF2-40B4-BE49-F238E27FC236}">
                  <a16:creationId xmlns:a16="http://schemas.microsoft.com/office/drawing/2014/main" id="{4B11F365-266E-CDC4-15CD-5BA8C4162CF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424975" y="6538912"/>
              <a:ext cx="666541" cy="234804"/>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5" descr="Logo COP3530">
              <a:extLst>
                <a:ext uri="{FF2B5EF4-FFF2-40B4-BE49-F238E27FC236}">
                  <a16:creationId xmlns:a16="http://schemas.microsoft.com/office/drawing/2014/main" id="{74CE84FA-0434-0E4A-9E74-78CFC038BA21}"/>
                </a:ext>
              </a:extLst>
            </p:cNvPr>
            <p:cNvPicPr>
              <a:picLocks noChangeAspect="1"/>
            </p:cNvPicPr>
            <p:nvPr/>
          </p:nvPicPr>
          <p:blipFill rotWithShape="1">
            <a:blip r:embed="rId4"/>
            <a:srcRect t="1" b="20587"/>
            <a:stretch/>
          </p:blipFill>
          <p:spPr>
            <a:xfrm>
              <a:off x="11337354" y="6025684"/>
              <a:ext cx="841781" cy="465491"/>
            </a:xfrm>
            <a:prstGeom prst="rect">
              <a:avLst/>
            </a:prstGeom>
          </p:spPr>
        </p:pic>
      </p:grpSp>
    </p:spTree>
    <p:extLst>
      <p:ext uri="{BB962C8B-B14F-4D97-AF65-F5344CB8AC3E}">
        <p14:creationId xmlns:p14="http://schemas.microsoft.com/office/powerpoint/2010/main" val="131440191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98DF2D-4C21-45B7-8CEE-41E2C22A3166}"/>
              </a:ext>
            </a:extLst>
          </p:cNvPr>
          <p:cNvSpPr>
            <a:spLocks noGrp="1"/>
          </p:cNvSpPr>
          <p:nvPr>
            <p:ph type="title"/>
          </p:nvPr>
        </p:nvSpPr>
        <p:spPr/>
        <p:txBody>
          <a:bodyPr>
            <a:normAutofit fontScale="90000"/>
          </a:bodyPr>
          <a:lstStyle/>
          <a:p>
            <a:br>
              <a:rPr lang="en-US" dirty="0">
                <a:solidFill>
                  <a:schemeClr val="bg1"/>
                </a:solidFill>
                <a:latin typeface="Gotham Bold" pitchFamily="50" charset="0"/>
              </a:rPr>
            </a:br>
            <a:br>
              <a:rPr lang="en-US" dirty="0">
                <a:solidFill>
                  <a:schemeClr val="bg1"/>
                </a:solidFill>
                <a:latin typeface="Gotham Bold" pitchFamily="50" charset="0"/>
              </a:rPr>
            </a:br>
            <a:br>
              <a:rPr lang="en-US" dirty="0">
                <a:solidFill>
                  <a:schemeClr val="bg1"/>
                </a:solidFill>
                <a:latin typeface="Gotham Bold" pitchFamily="50" charset="0"/>
              </a:rPr>
            </a:br>
            <a:r>
              <a:rPr lang="en-US" dirty="0">
                <a:solidFill>
                  <a:schemeClr val="bg1"/>
                </a:solidFill>
                <a:latin typeface="Gotham Bold" pitchFamily="50" charset="0"/>
              </a:rPr>
              <a:t>What is this Course About?</a:t>
            </a:r>
            <a:br>
              <a:rPr lang="en-US" dirty="0">
                <a:solidFill>
                  <a:schemeClr val="bg1"/>
                </a:solidFill>
                <a:latin typeface="Gotham Bold" pitchFamily="50" charset="0"/>
              </a:rPr>
            </a:br>
            <a:br>
              <a:rPr lang="en-US" dirty="0">
                <a:solidFill>
                  <a:schemeClr val="bg1"/>
                </a:solidFill>
                <a:latin typeface="Gotham Bold" pitchFamily="50" charset="0"/>
              </a:rPr>
            </a:br>
            <a:br>
              <a:rPr lang="en-US" dirty="0">
                <a:solidFill>
                  <a:schemeClr val="bg1"/>
                </a:solidFill>
                <a:latin typeface="Gotham Bold" pitchFamily="50" charset="0"/>
              </a:rPr>
            </a:br>
            <a:endParaRPr lang="en-US" dirty="0">
              <a:solidFill>
                <a:schemeClr val="bg1"/>
              </a:solidFill>
              <a:latin typeface="Gotham Bold" pitchFamily="50" charset="0"/>
            </a:endParaRPr>
          </a:p>
        </p:txBody>
      </p:sp>
      <p:sp>
        <p:nvSpPr>
          <p:cNvPr id="3" name="Rectangle 2">
            <a:extLst>
              <a:ext uri="{FF2B5EF4-FFF2-40B4-BE49-F238E27FC236}">
                <a16:creationId xmlns:a16="http://schemas.microsoft.com/office/drawing/2014/main" id="{37E61027-BE86-4A1E-9CB0-D6F19CE5A4CE}"/>
              </a:ext>
            </a:extLst>
          </p:cNvPr>
          <p:cNvSpPr/>
          <p:nvPr/>
        </p:nvSpPr>
        <p:spPr>
          <a:xfrm>
            <a:off x="1175426" y="1973385"/>
            <a:ext cx="10354559" cy="3474797"/>
          </a:xfrm>
          <a:prstGeom prst="rect">
            <a:avLst/>
          </a:prstGeom>
        </p:spPr>
        <p:txBody>
          <a:bodyPr wrap="square">
            <a:spAutoFit/>
          </a:bodyPr>
          <a:lstStyle/>
          <a:p>
            <a:pPr algn="just"/>
            <a:r>
              <a:rPr lang="en-US" sz="3200" dirty="0">
                <a:solidFill>
                  <a:srgbClr val="1D9EFF"/>
                </a:solidFill>
                <a:latin typeface="Gotham Bold" pitchFamily="50" charset="0"/>
                <a:ea typeface="Times New Roman" panose="02020603050405020304" pitchFamily="18" charset="0"/>
                <a:cs typeface="Times New Roman" panose="02020603050405020304" pitchFamily="18" charset="0"/>
              </a:rPr>
              <a:t>This course covers algorithm development using</a:t>
            </a:r>
          </a:p>
          <a:p>
            <a:pPr algn="just"/>
            <a:r>
              <a:rPr lang="en-US" sz="1200" dirty="0">
                <a:solidFill>
                  <a:srgbClr val="0070C0"/>
                </a:solidFill>
                <a:latin typeface="Gotham Bold" pitchFamily="50" charset="0"/>
                <a:ea typeface="Times New Roman" panose="02020603050405020304" pitchFamily="18" charset="0"/>
                <a:cs typeface="Times New Roman" panose="02020603050405020304" pitchFamily="18" charset="0"/>
              </a:rPr>
              <a:t> </a:t>
            </a:r>
          </a:p>
          <a:p>
            <a:pPr marL="800100" lvl="1" indent="-342900" algn="just">
              <a:lnSpc>
                <a:spcPct val="150000"/>
              </a:lnSpc>
              <a:buFont typeface="Wingdings" panose="05000000000000000000" pitchFamily="2" charset="2"/>
              <a:buChar char="§"/>
            </a:pPr>
            <a:r>
              <a:rPr lang="en-US" sz="2400" dirty="0">
                <a:solidFill>
                  <a:schemeClr val="bg1"/>
                </a:solidFill>
                <a:latin typeface="Gotham Bold" pitchFamily="50" charset="0"/>
                <a:ea typeface="Times New Roman" panose="02020603050405020304" pitchFamily="18" charset="0"/>
                <a:cs typeface="Times New Roman" panose="02020603050405020304" pitchFamily="18" charset="0"/>
              </a:rPr>
              <a:t>pseudo languages</a:t>
            </a:r>
          </a:p>
          <a:p>
            <a:pPr marL="800100" lvl="1" indent="-342900" algn="just">
              <a:lnSpc>
                <a:spcPct val="150000"/>
              </a:lnSpc>
              <a:buFont typeface="Wingdings" panose="05000000000000000000" pitchFamily="2" charset="2"/>
              <a:buChar char="§"/>
            </a:pPr>
            <a:r>
              <a:rPr lang="en-US" sz="2400" dirty="0">
                <a:solidFill>
                  <a:schemeClr val="bg1"/>
                </a:solidFill>
                <a:latin typeface="Gotham Bold" pitchFamily="50" charset="0"/>
                <a:ea typeface="Times New Roman" panose="02020603050405020304" pitchFamily="18" charset="0"/>
                <a:cs typeface="Times New Roman" panose="02020603050405020304" pitchFamily="18" charset="0"/>
              </a:rPr>
              <a:t>basic program structures</a:t>
            </a:r>
          </a:p>
          <a:p>
            <a:pPr marL="800100" lvl="1" indent="-342900" algn="just">
              <a:lnSpc>
                <a:spcPct val="150000"/>
              </a:lnSpc>
              <a:buFont typeface="Wingdings" panose="05000000000000000000" pitchFamily="2" charset="2"/>
              <a:buChar char="§"/>
            </a:pPr>
            <a:r>
              <a:rPr lang="en-US" sz="2400" dirty="0">
                <a:solidFill>
                  <a:schemeClr val="bg1"/>
                </a:solidFill>
                <a:latin typeface="Gotham Bold" pitchFamily="50" charset="0"/>
                <a:ea typeface="Times New Roman" panose="02020603050405020304" pitchFamily="18" charset="0"/>
                <a:cs typeface="Times New Roman" panose="02020603050405020304" pitchFamily="18" charset="0"/>
              </a:rPr>
              <a:t>program design techniques</a:t>
            </a:r>
          </a:p>
          <a:p>
            <a:pPr marL="800100" lvl="1" indent="-342900" algn="just">
              <a:lnSpc>
                <a:spcPct val="150000"/>
              </a:lnSpc>
              <a:buFont typeface="Wingdings" panose="05000000000000000000" pitchFamily="2" charset="2"/>
              <a:buChar char="§"/>
            </a:pPr>
            <a:r>
              <a:rPr lang="en-US" sz="2400" dirty="0">
                <a:solidFill>
                  <a:schemeClr val="bg1"/>
                </a:solidFill>
                <a:latin typeface="Gotham Bold" pitchFamily="50" charset="0"/>
                <a:ea typeface="Times New Roman" panose="02020603050405020304" pitchFamily="18" charset="0"/>
                <a:cs typeface="Times New Roman" panose="02020603050405020304" pitchFamily="18" charset="0"/>
              </a:rPr>
              <a:t>storage and manipulation of basic data structures </a:t>
            </a:r>
          </a:p>
          <a:p>
            <a:pPr marL="800100" lvl="1" indent="-342900" algn="just">
              <a:lnSpc>
                <a:spcPct val="150000"/>
              </a:lnSpc>
              <a:buFont typeface="Wingdings" panose="05000000000000000000" pitchFamily="2" charset="2"/>
              <a:buChar char="§"/>
            </a:pPr>
            <a:r>
              <a:rPr lang="en-US" sz="2400" dirty="0">
                <a:solidFill>
                  <a:srgbClr val="F16000"/>
                </a:solidFill>
                <a:latin typeface="Gotham Bold" pitchFamily="50" charset="0"/>
                <a:ea typeface="Times New Roman" panose="02020603050405020304" pitchFamily="18" charset="0"/>
                <a:cs typeface="Times New Roman" panose="02020603050405020304" pitchFamily="18" charset="0"/>
              </a:rPr>
              <a:t>3 Credit Hours</a:t>
            </a:r>
          </a:p>
        </p:txBody>
      </p:sp>
      <p:sp>
        <p:nvSpPr>
          <p:cNvPr id="4" name="Slide Number Placeholder 3">
            <a:extLst>
              <a:ext uri="{FF2B5EF4-FFF2-40B4-BE49-F238E27FC236}">
                <a16:creationId xmlns:a16="http://schemas.microsoft.com/office/drawing/2014/main" id="{995EAD50-1DDF-8500-4BC8-376FDD26A367}"/>
              </a:ext>
            </a:extLst>
          </p:cNvPr>
          <p:cNvSpPr>
            <a:spLocks noGrp="1"/>
          </p:cNvSpPr>
          <p:nvPr>
            <p:ph type="sldNum" sz="quarter" idx="12"/>
          </p:nvPr>
        </p:nvSpPr>
        <p:spPr/>
        <p:txBody>
          <a:bodyPr/>
          <a:lstStyle/>
          <a:p>
            <a:fld id="{017C28E0-2F8B-4999-AEA2-B3AA3AE8994F}" type="slidenum">
              <a:rPr lang="en-US" smtClean="0"/>
              <a:t>6</a:t>
            </a:fld>
            <a:endParaRPr lang="en-US"/>
          </a:p>
        </p:txBody>
      </p:sp>
      <p:grpSp>
        <p:nvGrpSpPr>
          <p:cNvPr id="5" name="Group 4">
            <a:extLst>
              <a:ext uri="{FF2B5EF4-FFF2-40B4-BE49-F238E27FC236}">
                <a16:creationId xmlns:a16="http://schemas.microsoft.com/office/drawing/2014/main" id="{09A2AD65-81F4-0974-CF9B-4B60FC62020C}"/>
              </a:ext>
            </a:extLst>
          </p:cNvPr>
          <p:cNvGrpSpPr/>
          <p:nvPr/>
        </p:nvGrpSpPr>
        <p:grpSpPr>
          <a:xfrm>
            <a:off x="11317255" y="5989103"/>
            <a:ext cx="841781" cy="748032"/>
            <a:chOff x="11337354" y="6025684"/>
            <a:chExt cx="841781" cy="748032"/>
          </a:xfrm>
        </p:grpSpPr>
        <p:pic>
          <p:nvPicPr>
            <p:cNvPr id="6" name="Picture 5">
              <a:extLst>
                <a:ext uri="{FF2B5EF4-FFF2-40B4-BE49-F238E27FC236}">
                  <a16:creationId xmlns:a16="http://schemas.microsoft.com/office/drawing/2014/main" id="{4CDFB150-66E7-347C-0444-A64FAB396A8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424975" y="6538912"/>
              <a:ext cx="666541" cy="234804"/>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descr="Logo COP3530">
              <a:extLst>
                <a:ext uri="{FF2B5EF4-FFF2-40B4-BE49-F238E27FC236}">
                  <a16:creationId xmlns:a16="http://schemas.microsoft.com/office/drawing/2014/main" id="{FBE1B763-702D-6B29-C917-447C1BB30C04}"/>
                </a:ext>
              </a:extLst>
            </p:cNvPr>
            <p:cNvPicPr>
              <a:picLocks noChangeAspect="1"/>
            </p:cNvPicPr>
            <p:nvPr/>
          </p:nvPicPr>
          <p:blipFill rotWithShape="1">
            <a:blip r:embed="rId4"/>
            <a:srcRect t="1" b="20587"/>
            <a:stretch/>
          </p:blipFill>
          <p:spPr>
            <a:xfrm>
              <a:off x="11337354" y="6025684"/>
              <a:ext cx="841781" cy="465491"/>
            </a:xfrm>
            <a:prstGeom prst="rect">
              <a:avLst/>
            </a:prstGeom>
          </p:spPr>
        </p:pic>
      </p:grpSp>
    </p:spTree>
    <p:extLst>
      <p:ext uri="{BB962C8B-B14F-4D97-AF65-F5344CB8AC3E}">
        <p14:creationId xmlns:p14="http://schemas.microsoft.com/office/powerpoint/2010/main" val="231333599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98DF2D-4C21-45B7-8CEE-41E2C22A3166}"/>
              </a:ext>
            </a:extLst>
          </p:cNvPr>
          <p:cNvSpPr>
            <a:spLocks noGrp="1"/>
          </p:cNvSpPr>
          <p:nvPr>
            <p:ph type="title"/>
          </p:nvPr>
        </p:nvSpPr>
        <p:spPr/>
        <p:txBody>
          <a:bodyPr>
            <a:normAutofit fontScale="90000"/>
          </a:bodyPr>
          <a:lstStyle/>
          <a:p>
            <a:br>
              <a:rPr lang="en-US" dirty="0">
                <a:solidFill>
                  <a:schemeClr val="bg1"/>
                </a:solidFill>
                <a:latin typeface="Gotham Bold" pitchFamily="50" charset="0"/>
              </a:rPr>
            </a:br>
            <a:br>
              <a:rPr lang="en-US" dirty="0">
                <a:solidFill>
                  <a:schemeClr val="bg1"/>
                </a:solidFill>
                <a:latin typeface="Gotham Bold" pitchFamily="50" charset="0"/>
              </a:rPr>
            </a:br>
            <a:br>
              <a:rPr lang="en-US" dirty="0">
                <a:solidFill>
                  <a:schemeClr val="bg1"/>
                </a:solidFill>
                <a:latin typeface="Gotham Bold" pitchFamily="50" charset="0"/>
              </a:rPr>
            </a:br>
            <a:r>
              <a:rPr lang="en-US" dirty="0">
                <a:solidFill>
                  <a:schemeClr val="bg1"/>
                </a:solidFill>
                <a:latin typeface="Gotham Bold" pitchFamily="50" charset="0"/>
              </a:rPr>
              <a:t>What is this Course About?</a:t>
            </a:r>
            <a:br>
              <a:rPr lang="en-US" dirty="0">
                <a:solidFill>
                  <a:schemeClr val="bg1"/>
                </a:solidFill>
                <a:latin typeface="Gotham Bold" pitchFamily="50" charset="0"/>
              </a:rPr>
            </a:br>
            <a:br>
              <a:rPr lang="en-US" dirty="0">
                <a:solidFill>
                  <a:schemeClr val="bg1"/>
                </a:solidFill>
                <a:latin typeface="Gotham Bold" pitchFamily="50" charset="0"/>
              </a:rPr>
            </a:br>
            <a:br>
              <a:rPr lang="en-US" dirty="0">
                <a:solidFill>
                  <a:schemeClr val="bg1"/>
                </a:solidFill>
                <a:latin typeface="Gotham Bold" pitchFamily="50" charset="0"/>
              </a:rPr>
            </a:br>
            <a:endParaRPr lang="en-US" dirty="0">
              <a:solidFill>
                <a:schemeClr val="bg1"/>
              </a:solidFill>
              <a:latin typeface="Gotham Bold" pitchFamily="50" charset="0"/>
            </a:endParaRPr>
          </a:p>
        </p:txBody>
      </p:sp>
      <p:graphicFrame>
        <p:nvGraphicFramePr>
          <p:cNvPr id="3" name="Diagram 2" descr="This course will cover conceptual understanding, implementation and critical thinking while problem solving and applying various data structures and algorithms">
            <a:extLst>
              <a:ext uri="{FF2B5EF4-FFF2-40B4-BE49-F238E27FC236}">
                <a16:creationId xmlns:a16="http://schemas.microsoft.com/office/drawing/2014/main" id="{50C8CCE4-B2C3-41C3-8399-F255D9C2F0EB}"/>
              </a:ext>
            </a:extLst>
          </p:cNvPr>
          <p:cNvGraphicFramePr/>
          <p:nvPr>
            <p:extLst>
              <p:ext uri="{D42A27DB-BD31-4B8C-83A1-F6EECF244321}">
                <p14:modId xmlns:p14="http://schemas.microsoft.com/office/powerpoint/2010/main" val="1529937206"/>
              </p:ext>
            </p:extLst>
          </p:nvPr>
        </p:nvGraphicFramePr>
        <p:xfrm>
          <a:off x="677945" y="1690688"/>
          <a:ext cx="9625552" cy="480218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 name="Slide Number Placeholder 3">
            <a:extLst>
              <a:ext uri="{FF2B5EF4-FFF2-40B4-BE49-F238E27FC236}">
                <a16:creationId xmlns:a16="http://schemas.microsoft.com/office/drawing/2014/main" id="{15028256-ADE8-C301-9880-86FBE6324ABF}"/>
              </a:ext>
            </a:extLst>
          </p:cNvPr>
          <p:cNvSpPr>
            <a:spLocks noGrp="1"/>
          </p:cNvSpPr>
          <p:nvPr>
            <p:ph type="sldNum" sz="quarter" idx="12"/>
          </p:nvPr>
        </p:nvSpPr>
        <p:spPr/>
        <p:txBody>
          <a:bodyPr/>
          <a:lstStyle/>
          <a:p>
            <a:fld id="{017C28E0-2F8B-4999-AEA2-B3AA3AE8994F}" type="slidenum">
              <a:rPr lang="en-US" smtClean="0"/>
              <a:t>7</a:t>
            </a:fld>
            <a:endParaRPr lang="en-US"/>
          </a:p>
        </p:txBody>
      </p:sp>
      <p:grpSp>
        <p:nvGrpSpPr>
          <p:cNvPr id="5" name="Group 4">
            <a:extLst>
              <a:ext uri="{FF2B5EF4-FFF2-40B4-BE49-F238E27FC236}">
                <a16:creationId xmlns:a16="http://schemas.microsoft.com/office/drawing/2014/main" id="{7A57AFBA-28BC-C1A7-729C-EB6E789EDA55}"/>
              </a:ext>
            </a:extLst>
          </p:cNvPr>
          <p:cNvGrpSpPr/>
          <p:nvPr/>
        </p:nvGrpSpPr>
        <p:grpSpPr>
          <a:xfrm>
            <a:off x="11317255" y="5989103"/>
            <a:ext cx="841781" cy="748032"/>
            <a:chOff x="11337354" y="6025684"/>
            <a:chExt cx="841781" cy="748032"/>
          </a:xfrm>
        </p:grpSpPr>
        <p:pic>
          <p:nvPicPr>
            <p:cNvPr id="6" name="Picture 5">
              <a:extLst>
                <a:ext uri="{FF2B5EF4-FFF2-40B4-BE49-F238E27FC236}">
                  <a16:creationId xmlns:a16="http://schemas.microsoft.com/office/drawing/2014/main" id="{B47BD94B-7124-2C69-E984-823C5AF22B52}"/>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1424975" y="6538912"/>
              <a:ext cx="666541" cy="234804"/>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descr="Logo COP3530">
              <a:extLst>
                <a:ext uri="{FF2B5EF4-FFF2-40B4-BE49-F238E27FC236}">
                  <a16:creationId xmlns:a16="http://schemas.microsoft.com/office/drawing/2014/main" id="{66E2B795-2DC9-DC32-4F8D-39D3DF808F82}"/>
                </a:ext>
              </a:extLst>
            </p:cNvPr>
            <p:cNvPicPr>
              <a:picLocks noChangeAspect="1"/>
            </p:cNvPicPr>
            <p:nvPr/>
          </p:nvPicPr>
          <p:blipFill rotWithShape="1">
            <a:blip r:embed="rId9"/>
            <a:srcRect t="1" b="20587"/>
            <a:stretch/>
          </p:blipFill>
          <p:spPr>
            <a:xfrm>
              <a:off x="11337354" y="6025684"/>
              <a:ext cx="841781" cy="465491"/>
            </a:xfrm>
            <a:prstGeom prst="rect">
              <a:avLst/>
            </a:prstGeom>
          </p:spPr>
        </p:pic>
      </p:grpSp>
    </p:spTree>
    <p:extLst>
      <p:ext uri="{BB962C8B-B14F-4D97-AF65-F5344CB8AC3E}">
        <p14:creationId xmlns:p14="http://schemas.microsoft.com/office/powerpoint/2010/main" val="425358440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98DF2D-4C21-45B7-8CEE-41E2C22A3166}"/>
              </a:ext>
            </a:extLst>
          </p:cNvPr>
          <p:cNvSpPr>
            <a:spLocks noGrp="1"/>
          </p:cNvSpPr>
          <p:nvPr>
            <p:ph type="title"/>
          </p:nvPr>
        </p:nvSpPr>
        <p:spPr/>
        <p:txBody>
          <a:bodyPr>
            <a:normAutofit fontScale="90000"/>
          </a:bodyPr>
          <a:lstStyle/>
          <a:p>
            <a:br>
              <a:rPr lang="en-US" dirty="0">
                <a:solidFill>
                  <a:schemeClr val="bg1"/>
                </a:solidFill>
                <a:latin typeface="Gotham Bold" pitchFamily="50" charset="0"/>
              </a:rPr>
            </a:br>
            <a:br>
              <a:rPr lang="en-US" dirty="0">
                <a:solidFill>
                  <a:schemeClr val="bg1"/>
                </a:solidFill>
                <a:latin typeface="Gotham Bold" pitchFamily="50" charset="0"/>
              </a:rPr>
            </a:br>
            <a:r>
              <a:rPr lang="en-US" dirty="0">
                <a:solidFill>
                  <a:schemeClr val="bg1"/>
                </a:solidFill>
                <a:latin typeface="Gotham Bold" pitchFamily="50" charset="0"/>
              </a:rPr>
              <a:t>Categories of Data Structures</a:t>
            </a:r>
            <a:br>
              <a:rPr lang="en-US" dirty="0">
                <a:solidFill>
                  <a:schemeClr val="bg1"/>
                </a:solidFill>
                <a:latin typeface="Gotham Bold" pitchFamily="50" charset="0"/>
              </a:rPr>
            </a:br>
            <a:br>
              <a:rPr lang="en-US" dirty="0">
                <a:solidFill>
                  <a:schemeClr val="bg1"/>
                </a:solidFill>
                <a:latin typeface="Gotham Bold" pitchFamily="50" charset="0"/>
              </a:rPr>
            </a:br>
            <a:endParaRPr lang="en-US" dirty="0">
              <a:solidFill>
                <a:schemeClr val="bg1"/>
              </a:solidFill>
              <a:latin typeface="Gotham Bold" pitchFamily="50" charset="0"/>
            </a:endParaRPr>
          </a:p>
        </p:txBody>
      </p:sp>
      <p:pic>
        <p:nvPicPr>
          <p:cNvPr id="12" name="Picture 11">
            <a:extLst>
              <a:ext uri="{FF2B5EF4-FFF2-40B4-BE49-F238E27FC236}">
                <a16:creationId xmlns:a16="http://schemas.microsoft.com/office/drawing/2014/main" id="{EAEFC034-0267-4D84-A453-3651AA072CF9}"/>
              </a:ext>
              <a:ext uri="{C183D7F6-B498-43B3-948B-1728B52AA6E4}">
                <adec:decorative xmlns:adec="http://schemas.microsoft.com/office/drawing/2017/decorative" val="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200533" y="4243348"/>
            <a:ext cx="1789980" cy="1789980"/>
          </a:xfrm>
          <a:prstGeom prst="rect">
            <a:avLst/>
          </a:prstGeom>
        </p:spPr>
      </p:pic>
      <p:grpSp>
        <p:nvGrpSpPr>
          <p:cNvPr id="4" name="Group 3">
            <a:extLst>
              <a:ext uri="{FF2B5EF4-FFF2-40B4-BE49-F238E27FC236}">
                <a16:creationId xmlns:a16="http://schemas.microsoft.com/office/drawing/2014/main" id="{C685F916-A659-4071-B659-A0FE2CFB6111}"/>
              </a:ext>
            </a:extLst>
          </p:cNvPr>
          <p:cNvGrpSpPr/>
          <p:nvPr/>
        </p:nvGrpSpPr>
        <p:grpSpPr>
          <a:xfrm>
            <a:off x="1409223" y="1869648"/>
            <a:ext cx="8233794" cy="3996889"/>
            <a:chOff x="1409223" y="2171307"/>
            <a:chExt cx="8233794" cy="3996889"/>
          </a:xfrm>
        </p:grpSpPr>
        <p:grpSp>
          <p:nvGrpSpPr>
            <p:cNvPr id="3" name="Group 2">
              <a:extLst>
                <a:ext uri="{FF2B5EF4-FFF2-40B4-BE49-F238E27FC236}">
                  <a16:creationId xmlns:a16="http://schemas.microsoft.com/office/drawing/2014/main" id="{C0B27B9E-6CF0-48EF-BC3E-2E2F4092D07B}"/>
                </a:ext>
              </a:extLst>
            </p:cNvPr>
            <p:cNvGrpSpPr/>
            <p:nvPr/>
          </p:nvGrpSpPr>
          <p:grpSpPr>
            <a:xfrm>
              <a:off x="1409223" y="2171307"/>
              <a:ext cx="8233794" cy="2602300"/>
              <a:chOff x="1409223" y="2171307"/>
              <a:chExt cx="8233794" cy="2602300"/>
            </a:xfrm>
          </p:grpSpPr>
          <p:sp>
            <p:nvSpPr>
              <p:cNvPr id="6" name="Rectangle 3" descr="Linear Ordered&#10;">
                <a:extLst>
                  <a:ext uri="{FF2B5EF4-FFF2-40B4-BE49-F238E27FC236}">
                    <a16:creationId xmlns:a16="http://schemas.microsoft.com/office/drawing/2014/main" id="{DE85FF53-6E49-47B6-8225-7E1DAC29FE5C}"/>
                  </a:ext>
                </a:extLst>
              </p:cNvPr>
              <p:cNvSpPr>
                <a:spLocks noChangeArrowheads="1"/>
              </p:cNvSpPr>
              <p:nvPr/>
            </p:nvSpPr>
            <p:spPr bwMode="auto">
              <a:xfrm>
                <a:off x="1409223" y="2171307"/>
                <a:ext cx="2286000" cy="457200"/>
              </a:xfrm>
              <a:prstGeom prst="rect">
                <a:avLst/>
              </a:prstGeom>
              <a:solidFill>
                <a:schemeClr val="accent4">
                  <a:lumMod val="50000"/>
                </a:schemeClr>
              </a:solidFill>
              <a:ln w="9525">
                <a:noFill/>
                <a:round/>
                <a:headEnd/>
                <a:tailEnd/>
              </a:ln>
            </p:spPr>
            <p:txBody>
              <a:bodyPr anchor="ctr"/>
              <a:lstStyle/>
              <a:p>
                <a:pPr algn="ctr"/>
                <a:r>
                  <a:rPr lang="en-US" sz="1600" dirty="0">
                    <a:solidFill>
                      <a:schemeClr val="bg1"/>
                    </a:solidFill>
                    <a:latin typeface="Gotham Bold" pitchFamily="50" charset="0"/>
                  </a:rPr>
                  <a:t>Linear Ordered</a:t>
                </a:r>
              </a:p>
            </p:txBody>
          </p:sp>
          <p:sp>
            <p:nvSpPr>
              <p:cNvPr id="7" name="Rectangle 4" descr="Non-linear Ordered&#10;">
                <a:extLst>
                  <a:ext uri="{FF2B5EF4-FFF2-40B4-BE49-F238E27FC236}">
                    <a16:creationId xmlns:a16="http://schemas.microsoft.com/office/drawing/2014/main" id="{730497DA-87E3-4A4E-9552-C89037D50ABD}"/>
                  </a:ext>
                </a:extLst>
              </p:cNvPr>
              <p:cNvSpPr>
                <a:spLocks noChangeArrowheads="1"/>
              </p:cNvSpPr>
              <p:nvPr/>
            </p:nvSpPr>
            <p:spPr bwMode="auto">
              <a:xfrm>
                <a:off x="4383120" y="2171307"/>
                <a:ext cx="2286000" cy="457200"/>
              </a:xfrm>
              <a:prstGeom prst="rect">
                <a:avLst/>
              </a:prstGeom>
              <a:solidFill>
                <a:schemeClr val="accent2">
                  <a:lumMod val="75000"/>
                </a:schemeClr>
              </a:solidFill>
              <a:ln w="9525">
                <a:noFill/>
                <a:round/>
                <a:headEnd/>
                <a:tailEnd/>
              </a:ln>
            </p:spPr>
            <p:txBody>
              <a:bodyPr anchor="ctr"/>
              <a:lstStyle/>
              <a:p>
                <a:pPr algn="ctr"/>
                <a:r>
                  <a:rPr lang="en-US" sz="1600" dirty="0">
                    <a:solidFill>
                      <a:schemeClr val="bg1"/>
                    </a:solidFill>
                    <a:latin typeface="Gotham Bold" pitchFamily="50" charset="0"/>
                  </a:rPr>
                  <a:t>Non-linear Ordered</a:t>
                </a:r>
              </a:p>
            </p:txBody>
          </p:sp>
          <p:sp>
            <p:nvSpPr>
              <p:cNvPr id="8" name="Rectangle 12" descr="Not Ordered&#10;">
                <a:extLst>
                  <a:ext uri="{FF2B5EF4-FFF2-40B4-BE49-F238E27FC236}">
                    <a16:creationId xmlns:a16="http://schemas.microsoft.com/office/drawing/2014/main" id="{D25B0EDD-7867-4D65-BDBC-5EDF27FB2CB3}"/>
                  </a:ext>
                </a:extLst>
              </p:cNvPr>
              <p:cNvSpPr>
                <a:spLocks noChangeArrowheads="1"/>
              </p:cNvSpPr>
              <p:nvPr/>
            </p:nvSpPr>
            <p:spPr bwMode="auto">
              <a:xfrm>
                <a:off x="7357017" y="2171307"/>
                <a:ext cx="2286000" cy="457200"/>
              </a:xfrm>
              <a:prstGeom prst="rect">
                <a:avLst/>
              </a:prstGeom>
              <a:solidFill>
                <a:schemeClr val="accent6"/>
              </a:solidFill>
              <a:ln w="9525">
                <a:noFill/>
                <a:round/>
                <a:headEnd/>
                <a:tailEnd/>
              </a:ln>
            </p:spPr>
            <p:txBody>
              <a:bodyPr anchor="ctr"/>
              <a:lstStyle/>
              <a:p>
                <a:pPr algn="ctr"/>
                <a:r>
                  <a:rPr lang="en-US" sz="1600" dirty="0">
                    <a:solidFill>
                      <a:schemeClr val="bg1"/>
                    </a:solidFill>
                    <a:latin typeface="Gotham Bold" pitchFamily="50" charset="0"/>
                  </a:rPr>
                  <a:t>Not Ordered</a:t>
                </a:r>
              </a:p>
            </p:txBody>
          </p:sp>
          <p:sp>
            <p:nvSpPr>
              <p:cNvPr id="11" name="Rectangle 5" descr="lists">
                <a:extLst>
                  <a:ext uri="{FF2B5EF4-FFF2-40B4-BE49-F238E27FC236}">
                    <a16:creationId xmlns:a16="http://schemas.microsoft.com/office/drawing/2014/main" id="{BBD6B998-2174-4960-9806-558F886FCB85}"/>
                  </a:ext>
                </a:extLst>
              </p:cNvPr>
              <p:cNvSpPr>
                <a:spLocks noChangeArrowheads="1"/>
              </p:cNvSpPr>
              <p:nvPr/>
            </p:nvSpPr>
            <p:spPr bwMode="auto">
              <a:xfrm>
                <a:off x="1409223" y="2889761"/>
                <a:ext cx="2286000" cy="457200"/>
              </a:xfrm>
              <a:prstGeom prst="rect">
                <a:avLst/>
              </a:prstGeom>
              <a:solidFill>
                <a:schemeClr val="accent4">
                  <a:lumMod val="40000"/>
                  <a:lumOff val="60000"/>
                </a:schemeClr>
              </a:solidFill>
              <a:ln w="9525">
                <a:noFill/>
                <a:round/>
                <a:headEnd/>
                <a:tailEnd/>
              </a:ln>
            </p:spPr>
            <p:txBody>
              <a:bodyPr anchor="ctr"/>
              <a:lstStyle/>
              <a:p>
                <a:pPr algn="ctr"/>
                <a:r>
                  <a:rPr lang="en-US" sz="1600" dirty="0">
                    <a:solidFill>
                      <a:srgbClr val="000000"/>
                    </a:solidFill>
                    <a:latin typeface="Gotham Bold" pitchFamily="50" charset="0"/>
                  </a:rPr>
                  <a:t>Lists</a:t>
                </a:r>
              </a:p>
            </p:txBody>
          </p:sp>
          <p:sp>
            <p:nvSpPr>
              <p:cNvPr id="13" name="Rectangle 6" descr="stacks">
                <a:extLst>
                  <a:ext uri="{FF2B5EF4-FFF2-40B4-BE49-F238E27FC236}">
                    <a16:creationId xmlns:a16="http://schemas.microsoft.com/office/drawing/2014/main" id="{93E8E40F-D540-4C4F-975D-8707208E0269}"/>
                  </a:ext>
                </a:extLst>
              </p:cNvPr>
              <p:cNvSpPr>
                <a:spLocks noChangeArrowheads="1"/>
              </p:cNvSpPr>
              <p:nvPr/>
            </p:nvSpPr>
            <p:spPr bwMode="auto">
              <a:xfrm>
                <a:off x="1409223" y="3603084"/>
                <a:ext cx="2286000" cy="457200"/>
              </a:xfrm>
              <a:prstGeom prst="rect">
                <a:avLst/>
              </a:prstGeom>
              <a:solidFill>
                <a:schemeClr val="accent4">
                  <a:lumMod val="40000"/>
                  <a:lumOff val="60000"/>
                </a:schemeClr>
              </a:solidFill>
              <a:ln w="9525">
                <a:noFill/>
                <a:round/>
                <a:headEnd/>
                <a:tailEnd/>
              </a:ln>
            </p:spPr>
            <p:txBody>
              <a:bodyPr anchor="ctr"/>
              <a:lstStyle/>
              <a:p>
                <a:pPr algn="ctr"/>
                <a:r>
                  <a:rPr lang="en-US" sz="1600">
                    <a:solidFill>
                      <a:srgbClr val="000000"/>
                    </a:solidFill>
                    <a:latin typeface="Gotham Bold" pitchFamily="50" charset="0"/>
                  </a:rPr>
                  <a:t>Stacks</a:t>
                </a:r>
              </a:p>
            </p:txBody>
          </p:sp>
          <p:sp>
            <p:nvSpPr>
              <p:cNvPr id="14" name="Rectangle 7" descr="queues">
                <a:extLst>
                  <a:ext uri="{FF2B5EF4-FFF2-40B4-BE49-F238E27FC236}">
                    <a16:creationId xmlns:a16="http://schemas.microsoft.com/office/drawing/2014/main" id="{DBB16A03-0ADE-4DE8-A76F-D33130AF0BD3}"/>
                  </a:ext>
                </a:extLst>
              </p:cNvPr>
              <p:cNvSpPr>
                <a:spLocks noChangeArrowheads="1"/>
              </p:cNvSpPr>
              <p:nvPr/>
            </p:nvSpPr>
            <p:spPr bwMode="auto">
              <a:xfrm>
                <a:off x="1409223" y="4316407"/>
                <a:ext cx="2286000" cy="457200"/>
              </a:xfrm>
              <a:prstGeom prst="rect">
                <a:avLst/>
              </a:prstGeom>
              <a:solidFill>
                <a:schemeClr val="accent4">
                  <a:lumMod val="40000"/>
                  <a:lumOff val="60000"/>
                </a:schemeClr>
              </a:solidFill>
              <a:ln w="9525">
                <a:noFill/>
                <a:round/>
                <a:headEnd/>
                <a:tailEnd/>
              </a:ln>
            </p:spPr>
            <p:txBody>
              <a:bodyPr anchor="ctr"/>
              <a:lstStyle/>
              <a:p>
                <a:pPr algn="ctr"/>
                <a:r>
                  <a:rPr lang="en-US" sz="1600">
                    <a:solidFill>
                      <a:srgbClr val="000000"/>
                    </a:solidFill>
                    <a:latin typeface="Gotham Bold" pitchFamily="50" charset="0"/>
                  </a:rPr>
                  <a:t>Queues</a:t>
                </a:r>
              </a:p>
            </p:txBody>
          </p:sp>
          <p:sp>
            <p:nvSpPr>
              <p:cNvPr id="15" name="Rectangle 8" descr="trees">
                <a:extLst>
                  <a:ext uri="{FF2B5EF4-FFF2-40B4-BE49-F238E27FC236}">
                    <a16:creationId xmlns:a16="http://schemas.microsoft.com/office/drawing/2014/main" id="{CA97C4B6-41C6-4BDA-B757-AFF8296F1FAF}"/>
                  </a:ext>
                </a:extLst>
              </p:cNvPr>
              <p:cNvSpPr>
                <a:spLocks noChangeArrowheads="1"/>
              </p:cNvSpPr>
              <p:nvPr/>
            </p:nvSpPr>
            <p:spPr bwMode="auto">
              <a:xfrm>
                <a:off x="4383120" y="2901093"/>
                <a:ext cx="2286000" cy="457200"/>
              </a:xfrm>
              <a:prstGeom prst="rect">
                <a:avLst/>
              </a:prstGeom>
              <a:solidFill>
                <a:schemeClr val="accent2">
                  <a:lumMod val="40000"/>
                  <a:lumOff val="60000"/>
                </a:schemeClr>
              </a:solidFill>
              <a:ln w="9525">
                <a:noFill/>
                <a:round/>
                <a:headEnd/>
                <a:tailEnd/>
              </a:ln>
            </p:spPr>
            <p:txBody>
              <a:bodyPr anchor="ctr"/>
              <a:lstStyle/>
              <a:p>
                <a:pPr algn="ctr"/>
                <a:r>
                  <a:rPr lang="en-US" sz="1600">
                    <a:solidFill>
                      <a:srgbClr val="000000"/>
                    </a:solidFill>
                    <a:latin typeface="Gotham Bold" pitchFamily="50" charset="0"/>
                  </a:rPr>
                  <a:t>Trees</a:t>
                </a:r>
              </a:p>
            </p:txBody>
          </p:sp>
          <p:sp>
            <p:nvSpPr>
              <p:cNvPr id="16" name="Rectangle 9" descr="graphs">
                <a:extLst>
                  <a:ext uri="{FF2B5EF4-FFF2-40B4-BE49-F238E27FC236}">
                    <a16:creationId xmlns:a16="http://schemas.microsoft.com/office/drawing/2014/main" id="{5A639A53-6E3A-46B8-96B3-AE35D359F227}"/>
                  </a:ext>
                </a:extLst>
              </p:cNvPr>
              <p:cNvSpPr>
                <a:spLocks noChangeArrowheads="1"/>
              </p:cNvSpPr>
              <p:nvPr/>
            </p:nvSpPr>
            <p:spPr bwMode="auto">
              <a:xfrm>
                <a:off x="4390154" y="3603084"/>
                <a:ext cx="2286000" cy="457200"/>
              </a:xfrm>
              <a:prstGeom prst="rect">
                <a:avLst/>
              </a:prstGeom>
              <a:solidFill>
                <a:schemeClr val="accent2">
                  <a:lumMod val="40000"/>
                  <a:lumOff val="60000"/>
                </a:schemeClr>
              </a:solidFill>
              <a:ln w="9525">
                <a:noFill/>
                <a:round/>
                <a:headEnd/>
                <a:tailEnd/>
              </a:ln>
            </p:spPr>
            <p:txBody>
              <a:bodyPr anchor="ctr"/>
              <a:lstStyle/>
              <a:p>
                <a:pPr algn="ctr"/>
                <a:r>
                  <a:rPr lang="en-US" sz="1600" dirty="0">
                    <a:solidFill>
                      <a:srgbClr val="000000"/>
                    </a:solidFill>
                    <a:latin typeface="Gotham Bold" pitchFamily="50" charset="0"/>
                  </a:rPr>
                  <a:t>Graphs</a:t>
                </a:r>
              </a:p>
            </p:txBody>
          </p:sp>
          <p:sp>
            <p:nvSpPr>
              <p:cNvPr id="17" name="Rectangle 10" descr="sets">
                <a:extLst>
                  <a:ext uri="{FF2B5EF4-FFF2-40B4-BE49-F238E27FC236}">
                    <a16:creationId xmlns:a16="http://schemas.microsoft.com/office/drawing/2014/main" id="{427D114F-9822-4AEC-85B6-AB7AA86FC1EF}"/>
                  </a:ext>
                </a:extLst>
              </p:cNvPr>
              <p:cNvSpPr>
                <a:spLocks noChangeArrowheads="1"/>
              </p:cNvSpPr>
              <p:nvPr/>
            </p:nvSpPr>
            <p:spPr bwMode="auto">
              <a:xfrm>
                <a:off x="7357017" y="2886293"/>
                <a:ext cx="2286000" cy="457200"/>
              </a:xfrm>
              <a:prstGeom prst="rect">
                <a:avLst/>
              </a:prstGeom>
              <a:solidFill>
                <a:schemeClr val="accent6">
                  <a:lumMod val="20000"/>
                  <a:lumOff val="80000"/>
                </a:schemeClr>
              </a:solidFill>
              <a:ln w="9525">
                <a:noFill/>
                <a:round/>
                <a:headEnd/>
                <a:tailEnd/>
              </a:ln>
            </p:spPr>
            <p:txBody>
              <a:bodyPr anchor="ctr"/>
              <a:lstStyle/>
              <a:p>
                <a:pPr algn="ctr"/>
                <a:r>
                  <a:rPr lang="en-US" sz="1600">
                    <a:solidFill>
                      <a:srgbClr val="000000"/>
                    </a:solidFill>
                    <a:latin typeface="Gotham Bold" pitchFamily="50" charset="0"/>
                  </a:rPr>
                  <a:t>Sets</a:t>
                </a:r>
              </a:p>
            </p:txBody>
          </p:sp>
          <p:sp>
            <p:nvSpPr>
              <p:cNvPr id="18" name="Rectangle 11" descr="tables/maps">
                <a:extLst>
                  <a:ext uri="{FF2B5EF4-FFF2-40B4-BE49-F238E27FC236}">
                    <a16:creationId xmlns:a16="http://schemas.microsoft.com/office/drawing/2014/main" id="{91B71668-7876-4A5F-BBA8-A87FE410596D}"/>
                  </a:ext>
                </a:extLst>
              </p:cNvPr>
              <p:cNvSpPr>
                <a:spLocks noChangeArrowheads="1"/>
              </p:cNvSpPr>
              <p:nvPr/>
            </p:nvSpPr>
            <p:spPr bwMode="auto">
              <a:xfrm>
                <a:off x="7357017" y="3603084"/>
                <a:ext cx="2286000" cy="457200"/>
              </a:xfrm>
              <a:prstGeom prst="rect">
                <a:avLst/>
              </a:prstGeom>
              <a:solidFill>
                <a:schemeClr val="accent6">
                  <a:lumMod val="20000"/>
                  <a:lumOff val="80000"/>
                </a:schemeClr>
              </a:solidFill>
              <a:ln w="9525">
                <a:noFill/>
                <a:round/>
                <a:headEnd/>
                <a:tailEnd/>
              </a:ln>
            </p:spPr>
            <p:txBody>
              <a:bodyPr anchor="ctr"/>
              <a:lstStyle/>
              <a:p>
                <a:pPr algn="ctr"/>
                <a:r>
                  <a:rPr lang="en-US" sz="1600">
                    <a:solidFill>
                      <a:srgbClr val="000000"/>
                    </a:solidFill>
                    <a:latin typeface="Gotham Bold" pitchFamily="50" charset="0"/>
                  </a:rPr>
                  <a:t>Tables/Maps</a:t>
                </a:r>
              </a:p>
            </p:txBody>
          </p:sp>
        </p:grpSp>
        <p:grpSp>
          <p:nvGrpSpPr>
            <p:cNvPr id="19" name="Group 18" descr="Unordered Data Structures">
              <a:extLst>
                <a:ext uri="{FF2B5EF4-FFF2-40B4-BE49-F238E27FC236}">
                  <a16:creationId xmlns:a16="http://schemas.microsoft.com/office/drawing/2014/main" id="{9DB3FDB7-0936-41DB-AB4E-89612624879A}"/>
                </a:ext>
              </a:extLst>
            </p:cNvPr>
            <p:cNvGrpSpPr/>
            <p:nvPr/>
          </p:nvGrpSpPr>
          <p:grpSpPr>
            <a:xfrm>
              <a:off x="7735077" y="4720396"/>
              <a:ext cx="1752600" cy="1447800"/>
              <a:chOff x="6664452" y="3364300"/>
              <a:chExt cx="1752600" cy="1447800"/>
            </a:xfrm>
          </p:grpSpPr>
          <p:sp>
            <p:nvSpPr>
              <p:cNvPr id="20" name="Oval 34">
                <a:extLst>
                  <a:ext uri="{FF2B5EF4-FFF2-40B4-BE49-F238E27FC236}">
                    <a16:creationId xmlns:a16="http://schemas.microsoft.com/office/drawing/2014/main" id="{4DA0BD3C-FE2F-43DD-82C7-53C99E353609}"/>
                  </a:ext>
                </a:extLst>
              </p:cNvPr>
              <p:cNvSpPr>
                <a:spLocks noChangeArrowheads="1"/>
              </p:cNvSpPr>
              <p:nvPr/>
            </p:nvSpPr>
            <p:spPr bwMode="auto">
              <a:xfrm>
                <a:off x="7245091" y="3583885"/>
                <a:ext cx="301752" cy="301752"/>
              </a:xfrm>
              <a:prstGeom prst="ellipse">
                <a:avLst/>
              </a:prstGeom>
              <a:solidFill>
                <a:schemeClr val="accent6"/>
              </a:solidFill>
              <a:ln w="9525">
                <a:noFill/>
                <a:round/>
                <a:headEnd/>
                <a:tailEnd/>
              </a:ln>
            </p:spPr>
            <p:txBody>
              <a:bodyPr/>
              <a:lstStyle/>
              <a:p>
                <a:endParaRPr lang="en-US"/>
              </a:p>
            </p:txBody>
          </p:sp>
          <p:sp>
            <p:nvSpPr>
              <p:cNvPr id="21" name="Oval 35">
                <a:extLst>
                  <a:ext uri="{FF2B5EF4-FFF2-40B4-BE49-F238E27FC236}">
                    <a16:creationId xmlns:a16="http://schemas.microsoft.com/office/drawing/2014/main" id="{6F36547F-F6D3-4F93-A534-9BE6FD96771D}"/>
                  </a:ext>
                </a:extLst>
              </p:cNvPr>
              <p:cNvSpPr>
                <a:spLocks noChangeArrowheads="1"/>
              </p:cNvSpPr>
              <p:nvPr/>
            </p:nvSpPr>
            <p:spPr bwMode="auto">
              <a:xfrm>
                <a:off x="7854691" y="3812485"/>
                <a:ext cx="301752" cy="301752"/>
              </a:xfrm>
              <a:prstGeom prst="ellipse">
                <a:avLst/>
              </a:prstGeom>
              <a:solidFill>
                <a:schemeClr val="accent6"/>
              </a:solidFill>
              <a:ln w="9525">
                <a:noFill/>
                <a:round/>
                <a:headEnd/>
                <a:tailEnd/>
              </a:ln>
            </p:spPr>
            <p:txBody>
              <a:bodyPr/>
              <a:lstStyle/>
              <a:p>
                <a:endParaRPr lang="en-US"/>
              </a:p>
            </p:txBody>
          </p:sp>
          <p:sp>
            <p:nvSpPr>
              <p:cNvPr id="22" name="Oval 36">
                <a:extLst>
                  <a:ext uri="{FF2B5EF4-FFF2-40B4-BE49-F238E27FC236}">
                    <a16:creationId xmlns:a16="http://schemas.microsoft.com/office/drawing/2014/main" id="{7ED1D9A0-9254-4941-8BA5-7F80FC0B6597}"/>
                  </a:ext>
                </a:extLst>
              </p:cNvPr>
              <p:cNvSpPr>
                <a:spLocks noChangeArrowheads="1"/>
              </p:cNvSpPr>
              <p:nvPr/>
            </p:nvSpPr>
            <p:spPr bwMode="auto">
              <a:xfrm>
                <a:off x="7016491" y="4193485"/>
                <a:ext cx="301752" cy="301752"/>
              </a:xfrm>
              <a:prstGeom prst="ellipse">
                <a:avLst/>
              </a:prstGeom>
              <a:solidFill>
                <a:schemeClr val="accent6"/>
              </a:solidFill>
              <a:ln w="9525">
                <a:noFill/>
                <a:round/>
                <a:headEnd/>
                <a:tailEnd/>
              </a:ln>
            </p:spPr>
            <p:txBody>
              <a:bodyPr/>
              <a:lstStyle/>
              <a:p>
                <a:endParaRPr lang="en-US"/>
              </a:p>
            </p:txBody>
          </p:sp>
          <p:sp>
            <p:nvSpPr>
              <p:cNvPr id="23" name="Oval 37">
                <a:extLst>
                  <a:ext uri="{FF2B5EF4-FFF2-40B4-BE49-F238E27FC236}">
                    <a16:creationId xmlns:a16="http://schemas.microsoft.com/office/drawing/2014/main" id="{7EAC7BCB-669A-4D38-907E-A5D53411E62E}"/>
                  </a:ext>
                </a:extLst>
              </p:cNvPr>
              <p:cNvSpPr>
                <a:spLocks noChangeArrowheads="1"/>
              </p:cNvSpPr>
              <p:nvPr/>
            </p:nvSpPr>
            <p:spPr bwMode="auto">
              <a:xfrm>
                <a:off x="7563420" y="4191292"/>
                <a:ext cx="301752" cy="301752"/>
              </a:xfrm>
              <a:prstGeom prst="ellipse">
                <a:avLst/>
              </a:prstGeom>
              <a:solidFill>
                <a:schemeClr val="accent6"/>
              </a:solidFill>
              <a:ln w="9525">
                <a:noFill/>
                <a:round/>
                <a:headEnd/>
                <a:tailEnd/>
              </a:ln>
            </p:spPr>
            <p:txBody>
              <a:bodyPr/>
              <a:lstStyle/>
              <a:p>
                <a:endParaRPr lang="en-US"/>
              </a:p>
            </p:txBody>
          </p:sp>
          <p:sp>
            <p:nvSpPr>
              <p:cNvPr id="24" name="Oval 33">
                <a:extLst>
                  <a:ext uri="{FF2B5EF4-FFF2-40B4-BE49-F238E27FC236}">
                    <a16:creationId xmlns:a16="http://schemas.microsoft.com/office/drawing/2014/main" id="{34594F30-7AE2-4A79-A664-861715F4D7CC}"/>
                  </a:ext>
                </a:extLst>
              </p:cNvPr>
              <p:cNvSpPr>
                <a:spLocks noChangeArrowheads="1"/>
              </p:cNvSpPr>
              <p:nvPr/>
            </p:nvSpPr>
            <p:spPr bwMode="auto">
              <a:xfrm>
                <a:off x="6664452" y="3364300"/>
                <a:ext cx="1752600" cy="1447800"/>
              </a:xfrm>
              <a:prstGeom prst="ellipse">
                <a:avLst/>
              </a:prstGeom>
              <a:noFill/>
              <a:ln w="19050">
                <a:solidFill>
                  <a:schemeClr val="accent6">
                    <a:lumMod val="75000"/>
                  </a:schemeClr>
                </a:solidFill>
                <a:round/>
                <a:headEnd/>
                <a:tailEnd/>
              </a:ln>
              <a:extLst>
                <a:ext uri="{909E8E84-426E-40dd-AFC4-6F175D3DCCD1}">
                  <a14:hiddenFill xmlns="" xmlns:a14="http://schemas.microsoft.com/office/drawing/2010/main">
                    <a:solidFill>
                      <a:srgbClr val="FFFFFF"/>
                    </a:solidFill>
                  </a14:hiddenFill>
                </a:ext>
              </a:extLst>
            </p:spPr>
            <p:txBody>
              <a:bodyPr/>
              <a:lstStyle/>
              <a:p>
                <a:endParaRPr lang="en-US"/>
              </a:p>
            </p:txBody>
          </p:sp>
        </p:grpSp>
        <p:grpSp>
          <p:nvGrpSpPr>
            <p:cNvPr id="25" name="Group 24" descr="Linear Data Structures">
              <a:extLst>
                <a:ext uri="{FF2B5EF4-FFF2-40B4-BE49-F238E27FC236}">
                  <a16:creationId xmlns:a16="http://schemas.microsoft.com/office/drawing/2014/main" id="{C4FE9C71-86DE-4070-982E-BADCC35B4E91}"/>
                </a:ext>
              </a:extLst>
            </p:cNvPr>
            <p:cNvGrpSpPr/>
            <p:nvPr/>
          </p:nvGrpSpPr>
          <p:grpSpPr>
            <a:xfrm>
              <a:off x="1831868" y="5295507"/>
              <a:ext cx="1456888" cy="304800"/>
              <a:chOff x="877748" y="4343400"/>
              <a:chExt cx="1456888" cy="304800"/>
            </a:xfrm>
          </p:grpSpPr>
          <p:sp>
            <p:nvSpPr>
              <p:cNvPr id="26" name="Oval 13">
                <a:extLst>
                  <a:ext uri="{FF2B5EF4-FFF2-40B4-BE49-F238E27FC236}">
                    <a16:creationId xmlns:a16="http://schemas.microsoft.com/office/drawing/2014/main" id="{1FDDD2FA-8EB8-4969-BDE9-BBEFF8E1747E}"/>
                  </a:ext>
                </a:extLst>
              </p:cNvPr>
              <p:cNvSpPr>
                <a:spLocks noChangeArrowheads="1"/>
              </p:cNvSpPr>
              <p:nvPr/>
            </p:nvSpPr>
            <p:spPr bwMode="auto">
              <a:xfrm>
                <a:off x="877748" y="4343400"/>
                <a:ext cx="304800" cy="304800"/>
              </a:xfrm>
              <a:prstGeom prst="ellipse">
                <a:avLst/>
              </a:prstGeom>
              <a:solidFill>
                <a:schemeClr val="accent4">
                  <a:lumMod val="50000"/>
                </a:schemeClr>
              </a:solidFill>
              <a:ln w="9525">
                <a:noFill/>
                <a:round/>
                <a:headEnd/>
                <a:tailEnd/>
              </a:ln>
            </p:spPr>
            <p:txBody>
              <a:bodyPr/>
              <a:lstStyle/>
              <a:p>
                <a:endParaRPr lang="en-US"/>
              </a:p>
            </p:txBody>
          </p:sp>
          <p:sp>
            <p:nvSpPr>
              <p:cNvPr id="27" name="Oval 14">
                <a:extLst>
                  <a:ext uri="{FF2B5EF4-FFF2-40B4-BE49-F238E27FC236}">
                    <a16:creationId xmlns:a16="http://schemas.microsoft.com/office/drawing/2014/main" id="{81226823-D927-4CFC-9D60-DFF03265882C}"/>
                  </a:ext>
                </a:extLst>
              </p:cNvPr>
              <p:cNvSpPr>
                <a:spLocks noChangeArrowheads="1"/>
              </p:cNvSpPr>
              <p:nvPr/>
            </p:nvSpPr>
            <p:spPr bwMode="auto">
              <a:xfrm>
                <a:off x="1453792" y="4343400"/>
                <a:ext cx="304800" cy="304800"/>
              </a:xfrm>
              <a:prstGeom prst="ellipse">
                <a:avLst/>
              </a:prstGeom>
              <a:solidFill>
                <a:schemeClr val="accent4">
                  <a:lumMod val="50000"/>
                </a:schemeClr>
              </a:solidFill>
              <a:ln w="9525">
                <a:noFill/>
                <a:round/>
                <a:headEnd/>
                <a:tailEnd/>
              </a:ln>
            </p:spPr>
            <p:txBody>
              <a:bodyPr/>
              <a:lstStyle/>
              <a:p>
                <a:endParaRPr lang="en-US"/>
              </a:p>
            </p:txBody>
          </p:sp>
          <p:sp>
            <p:nvSpPr>
              <p:cNvPr id="28" name="Oval 15">
                <a:extLst>
                  <a:ext uri="{FF2B5EF4-FFF2-40B4-BE49-F238E27FC236}">
                    <a16:creationId xmlns:a16="http://schemas.microsoft.com/office/drawing/2014/main" id="{44CAFCF0-8DD4-458A-BF11-416332294BBE}"/>
                  </a:ext>
                </a:extLst>
              </p:cNvPr>
              <p:cNvSpPr>
                <a:spLocks noChangeArrowheads="1"/>
              </p:cNvSpPr>
              <p:nvPr/>
            </p:nvSpPr>
            <p:spPr bwMode="auto">
              <a:xfrm>
                <a:off x="2029836" y="4343400"/>
                <a:ext cx="304800" cy="304800"/>
              </a:xfrm>
              <a:prstGeom prst="ellipse">
                <a:avLst/>
              </a:prstGeom>
              <a:solidFill>
                <a:schemeClr val="accent4">
                  <a:lumMod val="50000"/>
                </a:schemeClr>
              </a:solidFill>
              <a:ln w="9525">
                <a:noFill/>
                <a:round/>
                <a:headEnd/>
                <a:tailEnd/>
              </a:ln>
            </p:spPr>
            <p:txBody>
              <a:bodyPr/>
              <a:lstStyle/>
              <a:p>
                <a:endParaRPr lang="en-US"/>
              </a:p>
            </p:txBody>
          </p:sp>
          <p:cxnSp>
            <p:nvCxnSpPr>
              <p:cNvPr id="29" name="Straight Connector 28">
                <a:extLst>
                  <a:ext uri="{FF2B5EF4-FFF2-40B4-BE49-F238E27FC236}">
                    <a16:creationId xmlns:a16="http://schemas.microsoft.com/office/drawing/2014/main" id="{549FE957-18FD-4073-A520-F7172DE43CA8}"/>
                  </a:ext>
                </a:extLst>
              </p:cNvPr>
              <p:cNvCxnSpPr>
                <a:cxnSpLocks noChangeShapeType="1"/>
                <a:stCxn id="26" idx="6"/>
                <a:endCxn id="27" idx="2"/>
              </p:cNvCxnSpPr>
              <p:nvPr/>
            </p:nvCxnSpPr>
            <p:spPr bwMode="auto">
              <a:xfrm>
                <a:off x="1182548" y="4495800"/>
                <a:ext cx="271244" cy="0"/>
              </a:xfrm>
              <a:prstGeom prst="line">
                <a:avLst/>
              </a:prstGeom>
              <a:noFill/>
              <a:ln w="25400">
                <a:solidFill>
                  <a:schemeClr val="accent4">
                    <a:lumMod val="50000"/>
                  </a:schemeClr>
                </a:solidFill>
                <a:round/>
                <a:headEnd/>
                <a:tailEnd/>
              </a:ln>
              <a:extLst>
                <a:ext uri="{909E8E84-426E-40dd-AFC4-6F175D3DCCD1}">
                  <a14:hiddenFill xmlns="" xmlns:a14="http://schemas.microsoft.com/office/drawing/2010/main">
                    <a:noFill/>
                  </a14:hiddenFill>
                </a:ext>
              </a:extLst>
            </p:spPr>
          </p:cxnSp>
          <p:cxnSp>
            <p:nvCxnSpPr>
              <p:cNvPr id="30" name="Straight Connector 29">
                <a:extLst>
                  <a:ext uri="{FF2B5EF4-FFF2-40B4-BE49-F238E27FC236}">
                    <a16:creationId xmlns:a16="http://schemas.microsoft.com/office/drawing/2014/main" id="{EB6D8996-2669-4634-9753-F687C728F274}"/>
                  </a:ext>
                </a:extLst>
              </p:cNvPr>
              <p:cNvCxnSpPr>
                <a:cxnSpLocks noChangeShapeType="1"/>
              </p:cNvCxnSpPr>
              <p:nvPr/>
            </p:nvCxnSpPr>
            <p:spPr bwMode="auto">
              <a:xfrm>
                <a:off x="1750203" y="4495800"/>
                <a:ext cx="304800" cy="0"/>
              </a:xfrm>
              <a:prstGeom prst="line">
                <a:avLst/>
              </a:prstGeom>
              <a:noFill/>
              <a:ln w="25400">
                <a:solidFill>
                  <a:schemeClr val="accent4">
                    <a:lumMod val="50000"/>
                  </a:schemeClr>
                </a:solidFill>
                <a:round/>
                <a:headEnd/>
                <a:tailEnd/>
              </a:ln>
              <a:extLst>
                <a:ext uri="{909E8E84-426E-40dd-AFC4-6F175D3DCCD1}">
                  <a14:hiddenFill xmlns="" xmlns:a14="http://schemas.microsoft.com/office/drawing/2010/main">
                    <a:noFill/>
                  </a14:hiddenFill>
                </a:ext>
              </a:extLst>
            </p:spPr>
          </p:cxnSp>
        </p:grpSp>
        <p:grpSp>
          <p:nvGrpSpPr>
            <p:cNvPr id="31" name="Group 30" descr="Non-Linear Data Structures">
              <a:extLst>
                <a:ext uri="{FF2B5EF4-FFF2-40B4-BE49-F238E27FC236}">
                  <a16:creationId xmlns:a16="http://schemas.microsoft.com/office/drawing/2014/main" id="{BBCA3FB5-E4E4-4A55-A2BA-67A34490B071}"/>
                </a:ext>
              </a:extLst>
            </p:cNvPr>
            <p:cNvGrpSpPr/>
            <p:nvPr/>
          </p:nvGrpSpPr>
          <p:grpSpPr>
            <a:xfrm>
              <a:off x="5225372" y="4988620"/>
              <a:ext cx="987552" cy="911352"/>
              <a:chOff x="4079846" y="3744286"/>
              <a:chExt cx="987552" cy="911352"/>
            </a:xfrm>
          </p:grpSpPr>
          <p:sp>
            <p:nvSpPr>
              <p:cNvPr id="32" name="Oval 31">
                <a:extLst>
                  <a:ext uri="{FF2B5EF4-FFF2-40B4-BE49-F238E27FC236}">
                    <a16:creationId xmlns:a16="http://schemas.microsoft.com/office/drawing/2014/main" id="{8D06E595-9B3B-4CCB-9BDB-BBDFCB0F342C}"/>
                  </a:ext>
                </a:extLst>
              </p:cNvPr>
              <p:cNvSpPr>
                <a:spLocks noChangeArrowheads="1"/>
              </p:cNvSpPr>
              <p:nvPr/>
            </p:nvSpPr>
            <p:spPr bwMode="auto">
              <a:xfrm>
                <a:off x="4079846" y="3744286"/>
                <a:ext cx="301752" cy="301752"/>
              </a:xfrm>
              <a:prstGeom prst="ellipse">
                <a:avLst/>
              </a:prstGeom>
              <a:solidFill>
                <a:schemeClr val="accent2">
                  <a:lumMod val="75000"/>
                </a:schemeClr>
              </a:solidFill>
              <a:ln w="9525">
                <a:noFill/>
                <a:round/>
                <a:headEnd/>
                <a:tailEnd/>
              </a:ln>
            </p:spPr>
            <p:txBody>
              <a:bodyPr/>
              <a:lstStyle/>
              <a:p>
                <a:endParaRPr lang="en-US"/>
              </a:p>
            </p:txBody>
          </p:sp>
          <p:sp>
            <p:nvSpPr>
              <p:cNvPr id="33" name="Oval 32">
                <a:extLst>
                  <a:ext uri="{FF2B5EF4-FFF2-40B4-BE49-F238E27FC236}">
                    <a16:creationId xmlns:a16="http://schemas.microsoft.com/office/drawing/2014/main" id="{5247F677-4DCC-4D8C-A1AE-1F791E081050}"/>
                  </a:ext>
                </a:extLst>
              </p:cNvPr>
              <p:cNvSpPr>
                <a:spLocks noChangeArrowheads="1"/>
              </p:cNvSpPr>
              <p:nvPr/>
            </p:nvSpPr>
            <p:spPr bwMode="auto">
              <a:xfrm>
                <a:off x="4765646" y="3820486"/>
                <a:ext cx="301752" cy="301752"/>
              </a:xfrm>
              <a:prstGeom prst="ellipse">
                <a:avLst/>
              </a:prstGeom>
              <a:solidFill>
                <a:schemeClr val="accent2">
                  <a:lumMod val="75000"/>
                </a:schemeClr>
              </a:solidFill>
              <a:ln w="9525">
                <a:noFill/>
                <a:round/>
                <a:headEnd/>
                <a:tailEnd/>
              </a:ln>
            </p:spPr>
            <p:txBody>
              <a:bodyPr/>
              <a:lstStyle/>
              <a:p>
                <a:endParaRPr lang="en-US"/>
              </a:p>
            </p:txBody>
          </p:sp>
          <p:sp>
            <p:nvSpPr>
              <p:cNvPr id="34" name="Oval 33">
                <a:extLst>
                  <a:ext uri="{FF2B5EF4-FFF2-40B4-BE49-F238E27FC236}">
                    <a16:creationId xmlns:a16="http://schemas.microsoft.com/office/drawing/2014/main" id="{F9D2F77B-58EA-434A-9B0C-23C2FAFE2AE0}"/>
                  </a:ext>
                </a:extLst>
              </p:cNvPr>
              <p:cNvSpPr>
                <a:spLocks noChangeArrowheads="1"/>
              </p:cNvSpPr>
              <p:nvPr/>
            </p:nvSpPr>
            <p:spPr bwMode="auto">
              <a:xfrm>
                <a:off x="4232246" y="4353886"/>
                <a:ext cx="301752" cy="301752"/>
              </a:xfrm>
              <a:prstGeom prst="ellipse">
                <a:avLst/>
              </a:prstGeom>
              <a:solidFill>
                <a:schemeClr val="accent2">
                  <a:lumMod val="75000"/>
                </a:schemeClr>
              </a:solidFill>
              <a:ln w="9525">
                <a:noFill/>
                <a:round/>
                <a:headEnd/>
                <a:tailEnd/>
              </a:ln>
            </p:spPr>
            <p:txBody>
              <a:bodyPr/>
              <a:lstStyle/>
              <a:p>
                <a:endParaRPr lang="en-US"/>
              </a:p>
            </p:txBody>
          </p:sp>
          <p:sp>
            <p:nvSpPr>
              <p:cNvPr id="35" name="Oval 34">
                <a:extLst>
                  <a:ext uri="{FF2B5EF4-FFF2-40B4-BE49-F238E27FC236}">
                    <a16:creationId xmlns:a16="http://schemas.microsoft.com/office/drawing/2014/main" id="{3AE1F873-515C-4395-9A03-190B6BF121AE}"/>
                  </a:ext>
                </a:extLst>
              </p:cNvPr>
              <p:cNvSpPr>
                <a:spLocks noChangeArrowheads="1"/>
              </p:cNvSpPr>
              <p:nvPr/>
            </p:nvSpPr>
            <p:spPr bwMode="auto">
              <a:xfrm>
                <a:off x="4689446" y="4277686"/>
                <a:ext cx="301752" cy="301752"/>
              </a:xfrm>
              <a:prstGeom prst="ellipse">
                <a:avLst/>
              </a:prstGeom>
              <a:solidFill>
                <a:schemeClr val="accent2">
                  <a:lumMod val="75000"/>
                </a:schemeClr>
              </a:solidFill>
              <a:ln w="9525">
                <a:noFill/>
                <a:round/>
                <a:headEnd/>
                <a:tailEnd/>
              </a:ln>
            </p:spPr>
            <p:txBody>
              <a:bodyPr/>
              <a:lstStyle/>
              <a:p>
                <a:endParaRPr lang="en-US"/>
              </a:p>
            </p:txBody>
          </p:sp>
          <p:cxnSp>
            <p:nvCxnSpPr>
              <p:cNvPr id="36" name="Straight Connector 27">
                <a:extLst>
                  <a:ext uri="{FF2B5EF4-FFF2-40B4-BE49-F238E27FC236}">
                    <a16:creationId xmlns:a16="http://schemas.microsoft.com/office/drawing/2014/main" id="{5A300474-4AF3-4B14-AC0F-944DB12EE000}"/>
                  </a:ext>
                </a:extLst>
              </p:cNvPr>
              <p:cNvCxnSpPr>
                <a:cxnSpLocks noChangeShapeType="1"/>
                <a:stCxn id="32" idx="6"/>
                <a:endCxn id="33" idx="2"/>
              </p:cNvCxnSpPr>
              <p:nvPr/>
            </p:nvCxnSpPr>
            <p:spPr bwMode="auto">
              <a:xfrm>
                <a:off x="4381598" y="3895162"/>
                <a:ext cx="384048" cy="76200"/>
              </a:xfrm>
              <a:prstGeom prst="line">
                <a:avLst/>
              </a:prstGeom>
              <a:noFill/>
              <a:ln w="25400">
                <a:solidFill>
                  <a:schemeClr val="accent2">
                    <a:lumMod val="75000"/>
                  </a:schemeClr>
                </a:solidFill>
                <a:round/>
                <a:headEnd/>
                <a:tailEnd/>
              </a:ln>
              <a:extLst>
                <a:ext uri="{909E8E84-426E-40dd-AFC4-6F175D3DCCD1}">
                  <a14:hiddenFill xmlns="" xmlns:a14="http://schemas.microsoft.com/office/drawing/2010/main">
                    <a:noFill/>
                  </a14:hiddenFill>
                </a:ext>
              </a:extLst>
            </p:spPr>
          </p:cxnSp>
          <p:cxnSp>
            <p:nvCxnSpPr>
              <p:cNvPr id="37" name="Straight Connector 29">
                <a:extLst>
                  <a:ext uri="{FF2B5EF4-FFF2-40B4-BE49-F238E27FC236}">
                    <a16:creationId xmlns:a16="http://schemas.microsoft.com/office/drawing/2014/main" id="{2B26994C-2449-49C4-959A-08A707E3B0EA}"/>
                  </a:ext>
                </a:extLst>
              </p:cNvPr>
              <p:cNvCxnSpPr>
                <a:cxnSpLocks noChangeShapeType="1"/>
                <a:stCxn id="33" idx="4"/>
                <a:endCxn id="35" idx="0"/>
              </p:cNvCxnSpPr>
              <p:nvPr/>
            </p:nvCxnSpPr>
            <p:spPr bwMode="auto">
              <a:xfrm flipH="1">
                <a:off x="4840322" y="4122238"/>
                <a:ext cx="76200" cy="155448"/>
              </a:xfrm>
              <a:prstGeom prst="line">
                <a:avLst/>
              </a:prstGeom>
              <a:noFill/>
              <a:ln w="25400">
                <a:solidFill>
                  <a:schemeClr val="accent2">
                    <a:lumMod val="75000"/>
                  </a:schemeClr>
                </a:solidFill>
                <a:round/>
                <a:headEnd/>
                <a:tailEnd/>
              </a:ln>
              <a:extLst>
                <a:ext uri="{909E8E84-426E-40dd-AFC4-6F175D3DCCD1}">
                  <a14:hiddenFill xmlns="" xmlns:a14="http://schemas.microsoft.com/office/drawing/2010/main">
                    <a:noFill/>
                  </a14:hiddenFill>
                </a:ext>
              </a:extLst>
            </p:spPr>
          </p:cxnSp>
          <p:cxnSp>
            <p:nvCxnSpPr>
              <p:cNvPr id="38" name="Straight Connector 31">
                <a:extLst>
                  <a:ext uri="{FF2B5EF4-FFF2-40B4-BE49-F238E27FC236}">
                    <a16:creationId xmlns:a16="http://schemas.microsoft.com/office/drawing/2014/main" id="{16A74199-DDE2-460E-8EF9-DC0C699CAD5D}"/>
                  </a:ext>
                </a:extLst>
              </p:cNvPr>
              <p:cNvCxnSpPr>
                <a:cxnSpLocks noChangeShapeType="1"/>
                <a:stCxn id="32" idx="5"/>
                <a:endCxn id="35" idx="1"/>
              </p:cNvCxnSpPr>
              <p:nvPr/>
            </p:nvCxnSpPr>
            <p:spPr bwMode="auto">
              <a:xfrm>
                <a:off x="4337407" y="4001847"/>
                <a:ext cx="396230" cy="320030"/>
              </a:xfrm>
              <a:prstGeom prst="line">
                <a:avLst/>
              </a:prstGeom>
              <a:noFill/>
              <a:ln w="25400">
                <a:solidFill>
                  <a:schemeClr val="accent2">
                    <a:lumMod val="75000"/>
                  </a:schemeClr>
                </a:solidFill>
                <a:round/>
                <a:headEnd/>
                <a:tailEnd/>
              </a:ln>
              <a:extLst>
                <a:ext uri="{909E8E84-426E-40dd-AFC4-6F175D3DCCD1}">
                  <a14:hiddenFill xmlns="" xmlns:a14="http://schemas.microsoft.com/office/drawing/2010/main">
                    <a:noFill/>
                  </a14:hiddenFill>
                </a:ext>
              </a:extLst>
            </p:spPr>
          </p:cxnSp>
          <p:cxnSp>
            <p:nvCxnSpPr>
              <p:cNvPr id="39" name="Straight Connector 31">
                <a:extLst>
                  <a:ext uri="{FF2B5EF4-FFF2-40B4-BE49-F238E27FC236}">
                    <a16:creationId xmlns:a16="http://schemas.microsoft.com/office/drawing/2014/main" id="{F8A83CAE-9C4A-4C60-8A1C-7F6AE7A2B7EC}"/>
                  </a:ext>
                </a:extLst>
              </p:cNvPr>
              <p:cNvCxnSpPr>
                <a:cxnSpLocks noChangeShapeType="1"/>
                <a:stCxn id="32" idx="4"/>
              </p:cNvCxnSpPr>
              <p:nvPr/>
            </p:nvCxnSpPr>
            <p:spPr bwMode="auto">
              <a:xfrm>
                <a:off x="4230722" y="4046038"/>
                <a:ext cx="169093" cy="363987"/>
              </a:xfrm>
              <a:prstGeom prst="line">
                <a:avLst/>
              </a:prstGeom>
              <a:noFill/>
              <a:ln w="25400">
                <a:solidFill>
                  <a:schemeClr val="accent2">
                    <a:lumMod val="75000"/>
                  </a:schemeClr>
                </a:solidFill>
                <a:round/>
                <a:headEnd/>
                <a:tailEnd/>
              </a:ln>
              <a:extLst>
                <a:ext uri="{909E8E84-426E-40dd-AFC4-6F175D3DCCD1}">
                  <a14:hiddenFill xmlns="" xmlns:a14="http://schemas.microsoft.com/office/drawing/2010/main">
                    <a:noFill/>
                  </a14:hiddenFill>
                </a:ext>
              </a:extLst>
            </p:spPr>
          </p:cxnSp>
        </p:grpSp>
      </p:grpSp>
      <p:sp>
        <p:nvSpPr>
          <p:cNvPr id="5" name="Slide Number Placeholder 4">
            <a:extLst>
              <a:ext uri="{FF2B5EF4-FFF2-40B4-BE49-F238E27FC236}">
                <a16:creationId xmlns:a16="http://schemas.microsoft.com/office/drawing/2014/main" id="{6962F8A3-07BE-889F-1481-24EAE7C4F3B8}"/>
              </a:ext>
            </a:extLst>
          </p:cNvPr>
          <p:cNvSpPr>
            <a:spLocks noGrp="1"/>
          </p:cNvSpPr>
          <p:nvPr>
            <p:ph type="sldNum" sz="quarter" idx="12"/>
          </p:nvPr>
        </p:nvSpPr>
        <p:spPr/>
        <p:txBody>
          <a:bodyPr/>
          <a:lstStyle/>
          <a:p>
            <a:fld id="{017C28E0-2F8B-4999-AEA2-B3AA3AE8994F}" type="slidenum">
              <a:rPr lang="en-US" smtClean="0"/>
              <a:t>8</a:t>
            </a:fld>
            <a:endParaRPr lang="en-US"/>
          </a:p>
        </p:txBody>
      </p:sp>
      <p:grpSp>
        <p:nvGrpSpPr>
          <p:cNvPr id="43" name="Group 42">
            <a:extLst>
              <a:ext uri="{FF2B5EF4-FFF2-40B4-BE49-F238E27FC236}">
                <a16:creationId xmlns:a16="http://schemas.microsoft.com/office/drawing/2014/main" id="{93073470-578E-2DA0-6BB7-6BE0A43B728F}"/>
              </a:ext>
            </a:extLst>
          </p:cNvPr>
          <p:cNvGrpSpPr/>
          <p:nvPr/>
        </p:nvGrpSpPr>
        <p:grpSpPr>
          <a:xfrm>
            <a:off x="11317255" y="5989103"/>
            <a:ext cx="841781" cy="748032"/>
            <a:chOff x="11337354" y="6025684"/>
            <a:chExt cx="841781" cy="748032"/>
          </a:xfrm>
        </p:grpSpPr>
        <p:pic>
          <p:nvPicPr>
            <p:cNvPr id="44" name="Picture 43">
              <a:extLst>
                <a:ext uri="{FF2B5EF4-FFF2-40B4-BE49-F238E27FC236}">
                  <a16:creationId xmlns:a16="http://schemas.microsoft.com/office/drawing/2014/main" id="{3CBB6F5C-B78B-B284-5874-5CF661CE5A9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424975" y="6538912"/>
              <a:ext cx="666541" cy="234804"/>
            </a:xfrm>
            <a:prstGeom prst="rect">
              <a:avLst/>
            </a:prstGeom>
            <a:noFill/>
            <a:extLst>
              <a:ext uri="{909E8E84-426E-40DD-AFC4-6F175D3DCCD1}">
                <a14:hiddenFill xmlns:a14="http://schemas.microsoft.com/office/drawing/2010/main">
                  <a:solidFill>
                    <a:srgbClr val="FFFFFF"/>
                  </a:solidFill>
                </a14:hiddenFill>
              </a:ext>
            </a:extLst>
          </p:spPr>
        </p:pic>
        <p:pic>
          <p:nvPicPr>
            <p:cNvPr id="45" name="Picture 44" descr="Logo COP3530">
              <a:extLst>
                <a:ext uri="{FF2B5EF4-FFF2-40B4-BE49-F238E27FC236}">
                  <a16:creationId xmlns:a16="http://schemas.microsoft.com/office/drawing/2014/main" id="{671BFB80-73AF-BCBC-2165-ABE322892CB0}"/>
                </a:ext>
              </a:extLst>
            </p:cNvPr>
            <p:cNvPicPr>
              <a:picLocks noChangeAspect="1"/>
            </p:cNvPicPr>
            <p:nvPr/>
          </p:nvPicPr>
          <p:blipFill rotWithShape="1">
            <a:blip r:embed="rId5"/>
            <a:srcRect t="1" b="20587"/>
            <a:stretch/>
          </p:blipFill>
          <p:spPr>
            <a:xfrm>
              <a:off x="11337354" y="6025684"/>
              <a:ext cx="841781" cy="465491"/>
            </a:xfrm>
            <a:prstGeom prst="rect">
              <a:avLst/>
            </a:prstGeom>
          </p:spPr>
        </p:pic>
      </p:grpSp>
    </p:spTree>
    <p:extLst>
      <p:ext uri="{BB962C8B-B14F-4D97-AF65-F5344CB8AC3E}">
        <p14:creationId xmlns:p14="http://schemas.microsoft.com/office/powerpoint/2010/main" val="206877253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98DF2D-4C21-45B7-8CEE-41E2C22A3166}"/>
              </a:ext>
            </a:extLst>
          </p:cNvPr>
          <p:cNvSpPr>
            <a:spLocks noGrp="1"/>
          </p:cNvSpPr>
          <p:nvPr>
            <p:ph type="title"/>
          </p:nvPr>
        </p:nvSpPr>
        <p:spPr/>
        <p:txBody>
          <a:bodyPr>
            <a:normAutofit fontScale="90000"/>
          </a:bodyPr>
          <a:lstStyle/>
          <a:p>
            <a:br>
              <a:rPr lang="en-US" dirty="0">
                <a:solidFill>
                  <a:schemeClr val="bg1"/>
                </a:solidFill>
                <a:latin typeface="Gotham Bold" pitchFamily="50" charset="0"/>
              </a:rPr>
            </a:br>
            <a:br>
              <a:rPr lang="en-US" dirty="0">
                <a:solidFill>
                  <a:schemeClr val="bg1"/>
                </a:solidFill>
                <a:latin typeface="Gotham Bold" pitchFamily="50" charset="0"/>
              </a:rPr>
            </a:br>
            <a:r>
              <a:rPr lang="en-US" dirty="0">
                <a:solidFill>
                  <a:schemeClr val="bg1"/>
                </a:solidFill>
                <a:latin typeface="Gotham Bold" pitchFamily="50" charset="0"/>
              </a:rPr>
              <a:t>Categories of Algorithms</a:t>
            </a:r>
            <a:br>
              <a:rPr lang="en-US" dirty="0">
                <a:solidFill>
                  <a:schemeClr val="bg1"/>
                </a:solidFill>
                <a:latin typeface="Gotham Bold" pitchFamily="50" charset="0"/>
              </a:rPr>
            </a:br>
            <a:br>
              <a:rPr lang="en-US" dirty="0">
                <a:solidFill>
                  <a:schemeClr val="bg1"/>
                </a:solidFill>
                <a:latin typeface="Gotham Bold" pitchFamily="50" charset="0"/>
              </a:rPr>
            </a:br>
            <a:endParaRPr lang="en-US" dirty="0">
              <a:solidFill>
                <a:schemeClr val="bg1"/>
              </a:solidFill>
              <a:latin typeface="Gotham Bold" pitchFamily="50" charset="0"/>
            </a:endParaRPr>
          </a:p>
        </p:txBody>
      </p:sp>
      <p:pic>
        <p:nvPicPr>
          <p:cNvPr id="10" name="Picture 9">
            <a:extLst>
              <a:ext uri="{FF2B5EF4-FFF2-40B4-BE49-F238E27FC236}">
                <a16:creationId xmlns:a16="http://schemas.microsoft.com/office/drawing/2014/main" id="{E3F057A8-6D49-42D4-8B5F-143C02EBAB4C}"/>
              </a:ext>
              <a:ext uri="{C183D7F6-B498-43B3-948B-1728B52AA6E4}">
                <adec:decorative xmlns:adec="http://schemas.microsoft.com/office/drawing/2017/decorative" val="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05182" y="3967776"/>
            <a:ext cx="2486818" cy="2486818"/>
          </a:xfrm>
          <a:prstGeom prst="rect">
            <a:avLst/>
          </a:prstGeom>
        </p:spPr>
      </p:pic>
      <p:sp>
        <p:nvSpPr>
          <p:cNvPr id="47" name="Rectangle 12" descr="Greedy&#10;">
            <a:extLst>
              <a:ext uri="{FF2B5EF4-FFF2-40B4-BE49-F238E27FC236}">
                <a16:creationId xmlns:a16="http://schemas.microsoft.com/office/drawing/2014/main" id="{BC198991-DA98-49F8-8FC7-D0CF780A4108}"/>
              </a:ext>
            </a:extLst>
          </p:cNvPr>
          <p:cNvSpPr>
            <a:spLocks noChangeArrowheads="1"/>
          </p:cNvSpPr>
          <p:nvPr/>
        </p:nvSpPr>
        <p:spPr bwMode="auto">
          <a:xfrm>
            <a:off x="6020201" y="1844386"/>
            <a:ext cx="2743200" cy="457200"/>
          </a:xfrm>
          <a:prstGeom prst="rect">
            <a:avLst/>
          </a:prstGeom>
          <a:solidFill>
            <a:schemeClr val="accent6"/>
          </a:solidFill>
          <a:ln w="9525">
            <a:noFill/>
            <a:round/>
            <a:headEnd/>
            <a:tailEnd/>
          </a:ln>
        </p:spPr>
        <p:txBody>
          <a:bodyPr anchor="ctr"/>
          <a:lstStyle/>
          <a:p>
            <a:pPr algn="ctr"/>
            <a:r>
              <a:rPr lang="en-US" sz="1600" dirty="0">
                <a:solidFill>
                  <a:schemeClr val="bg1"/>
                </a:solidFill>
                <a:latin typeface="Gotham Bold" pitchFamily="50" charset="0"/>
              </a:rPr>
              <a:t>Greedy</a:t>
            </a:r>
          </a:p>
        </p:txBody>
      </p:sp>
      <p:sp>
        <p:nvSpPr>
          <p:cNvPr id="53" name="Rectangle 10" descr="sets">
            <a:extLst>
              <a:ext uri="{FF2B5EF4-FFF2-40B4-BE49-F238E27FC236}">
                <a16:creationId xmlns:a16="http://schemas.microsoft.com/office/drawing/2014/main" id="{B462AEFD-4790-4900-BCE0-D5023E50C887}"/>
              </a:ext>
            </a:extLst>
          </p:cNvPr>
          <p:cNvSpPr>
            <a:spLocks noChangeArrowheads="1"/>
          </p:cNvSpPr>
          <p:nvPr/>
        </p:nvSpPr>
        <p:spPr bwMode="auto">
          <a:xfrm>
            <a:off x="6035046" y="2491186"/>
            <a:ext cx="2743200" cy="457200"/>
          </a:xfrm>
          <a:prstGeom prst="rect">
            <a:avLst/>
          </a:prstGeom>
          <a:solidFill>
            <a:schemeClr val="accent6">
              <a:lumMod val="20000"/>
              <a:lumOff val="80000"/>
            </a:schemeClr>
          </a:solidFill>
          <a:ln w="9525">
            <a:noFill/>
            <a:round/>
            <a:headEnd/>
            <a:tailEnd/>
          </a:ln>
        </p:spPr>
        <p:txBody>
          <a:bodyPr anchor="ctr"/>
          <a:lstStyle/>
          <a:p>
            <a:pPr algn="ctr"/>
            <a:r>
              <a:rPr lang="en-US" sz="1600" dirty="0">
                <a:solidFill>
                  <a:srgbClr val="000000"/>
                </a:solidFill>
                <a:latin typeface="Gotham Bold" pitchFamily="50" charset="0"/>
              </a:rPr>
              <a:t>Minimum Spanning Tree</a:t>
            </a:r>
          </a:p>
        </p:txBody>
      </p:sp>
      <p:sp>
        <p:nvSpPr>
          <p:cNvPr id="54" name="Rectangle 11" descr="tables/maps">
            <a:extLst>
              <a:ext uri="{FF2B5EF4-FFF2-40B4-BE49-F238E27FC236}">
                <a16:creationId xmlns:a16="http://schemas.microsoft.com/office/drawing/2014/main" id="{4585564B-366E-4866-8AC6-8029F5FACF0A}"/>
              </a:ext>
            </a:extLst>
          </p:cNvPr>
          <p:cNvSpPr>
            <a:spLocks noChangeArrowheads="1"/>
          </p:cNvSpPr>
          <p:nvPr/>
        </p:nvSpPr>
        <p:spPr bwMode="auto">
          <a:xfrm>
            <a:off x="6035046" y="3200892"/>
            <a:ext cx="2743200" cy="457200"/>
          </a:xfrm>
          <a:prstGeom prst="rect">
            <a:avLst/>
          </a:prstGeom>
          <a:solidFill>
            <a:schemeClr val="accent6">
              <a:lumMod val="20000"/>
              <a:lumOff val="80000"/>
            </a:schemeClr>
          </a:solidFill>
          <a:ln w="9525">
            <a:noFill/>
            <a:round/>
            <a:headEnd/>
            <a:tailEnd/>
          </a:ln>
        </p:spPr>
        <p:txBody>
          <a:bodyPr anchor="ctr"/>
          <a:lstStyle/>
          <a:p>
            <a:pPr algn="ctr"/>
            <a:r>
              <a:rPr lang="en-US" sz="1600" dirty="0">
                <a:solidFill>
                  <a:srgbClr val="000000"/>
                </a:solidFill>
                <a:latin typeface="Gotham Bold" pitchFamily="50" charset="0"/>
              </a:rPr>
              <a:t>Shortest Paths</a:t>
            </a:r>
          </a:p>
        </p:txBody>
      </p:sp>
      <p:sp>
        <p:nvSpPr>
          <p:cNvPr id="45" name="Rectangle 3" descr="Brute Force&#10;">
            <a:extLst>
              <a:ext uri="{FF2B5EF4-FFF2-40B4-BE49-F238E27FC236}">
                <a16:creationId xmlns:a16="http://schemas.microsoft.com/office/drawing/2014/main" id="{B42A8BBC-A47C-4FD3-B422-55A32B28DF6D}"/>
              </a:ext>
            </a:extLst>
          </p:cNvPr>
          <p:cNvSpPr>
            <a:spLocks noChangeArrowheads="1"/>
          </p:cNvSpPr>
          <p:nvPr/>
        </p:nvSpPr>
        <p:spPr bwMode="auto">
          <a:xfrm>
            <a:off x="670555" y="1844386"/>
            <a:ext cx="2743200" cy="457200"/>
          </a:xfrm>
          <a:prstGeom prst="rect">
            <a:avLst/>
          </a:prstGeom>
          <a:solidFill>
            <a:schemeClr val="accent4">
              <a:lumMod val="50000"/>
            </a:schemeClr>
          </a:solidFill>
          <a:ln w="9525">
            <a:noFill/>
            <a:round/>
            <a:headEnd/>
            <a:tailEnd/>
          </a:ln>
        </p:spPr>
        <p:txBody>
          <a:bodyPr anchor="ctr"/>
          <a:lstStyle/>
          <a:p>
            <a:pPr algn="ctr"/>
            <a:r>
              <a:rPr lang="en-US" sz="1600" dirty="0">
                <a:solidFill>
                  <a:schemeClr val="bg1"/>
                </a:solidFill>
                <a:latin typeface="Gotham Bold" pitchFamily="50" charset="0"/>
              </a:rPr>
              <a:t>Brute Force</a:t>
            </a:r>
          </a:p>
        </p:txBody>
      </p:sp>
      <p:sp>
        <p:nvSpPr>
          <p:cNvPr id="48" name="Rectangle 5" descr="lists">
            <a:extLst>
              <a:ext uri="{FF2B5EF4-FFF2-40B4-BE49-F238E27FC236}">
                <a16:creationId xmlns:a16="http://schemas.microsoft.com/office/drawing/2014/main" id="{44A3AB65-4A5F-4031-A014-49457979D786}"/>
              </a:ext>
            </a:extLst>
          </p:cNvPr>
          <p:cNvSpPr>
            <a:spLocks noChangeArrowheads="1"/>
          </p:cNvSpPr>
          <p:nvPr/>
        </p:nvSpPr>
        <p:spPr bwMode="auto">
          <a:xfrm>
            <a:off x="670555" y="2491186"/>
            <a:ext cx="2743200" cy="457200"/>
          </a:xfrm>
          <a:prstGeom prst="rect">
            <a:avLst/>
          </a:prstGeom>
          <a:solidFill>
            <a:schemeClr val="accent4">
              <a:lumMod val="40000"/>
              <a:lumOff val="60000"/>
            </a:schemeClr>
          </a:solidFill>
          <a:ln w="9525">
            <a:noFill/>
            <a:round/>
            <a:headEnd/>
            <a:tailEnd/>
          </a:ln>
        </p:spPr>
        <p:txBody>
          <a:bodyPr anchor="ctr"/>
          <a:lstStyle/>
          <a:p>
            <a:pPr algn="ctr"/>
            <a:r>
              <a:rPr lang="en-US" sz="1600" dirty="0">
                <a:solidFill>
                  <a:srgbClr val="000000"/>
                </a:solidFill>
                <a:latin typeface="Gotham Bold" pitchFamily="50" charset="0"/>
              </a:rPr>
              <a:t>Selection Sort</a:t>
            </a:r>
          </a:p>
        </p:txBody>
      </p:sp>
      <p:sp>
        <p:nvSpPr>
          <p:cNvPr id="49" name="Rectangle 6" descr="stacks">
            <a:extLst>
              <a:ext uri="{FF2B5EF4-FFF2-40B4-BE49-F238E27FC236}">
                <a16:creationId xmlns:a16="http://schemas.microsoft.com/office/drawing/2014/main" id="{30E34680-646F-41E6-929D-50E6B4ACA911}"/>
              </a:ext>
            </a:extLst>
          </p:cNvPr>
          <p:cNvSpPr>
            <a:spLocks noChangeArrowheads="1"/>
          </p:cNvSpPr>
          <p:nvPr/>
        </p:nvSpPr>
        <p:spPr bwMode="auto">
          <a:xfrm>
            <a:off x="670555" y="3200892"/>
            <a:ext cx="2743200" cy="457200"/>
          </a:xfrm>
          <a:prstGeom prst="rect">
            <a:avLst/>
          </a:prstGeom>
          <a:solidFill>
            <a:schemeClr val="accent4">
              <a:lumMod val="40000"/>
              <a:lumOff val="60000"/>
            </a:schemeClr>
          </a:solidFill>
          <a:ln w="9525">
            <a:noFill/>
            <a:round/>
            <a:headEnd/>
            <a:tailEnd/>
          </a:ln>
        </p:spPr>
        <p:txBody>
          <a:bodyPr anchor="ctr"/>
          <a:lstStyle/>
          <a:p>
            <a:pPr algn="ctr"/>
            <a:r>
              <a:rPr lang="en-US" sz="1600" dirty="0">
                <a:solidFill>
                  <a:srgbClr val="000000"/>
                </a:solidFill>
                <a:latin typeface="Gotham Bold" pitchFamily="50" charset="0"/>
              </a:rPr>
              <a:t>Bubble Sort</a:t>
            </a:r>
          </a:p>
        </p:txBody>
      </p:sp>
      <p:sp>
        <p:nvSpPr>
          <p:cNvPr id="50" name="Rectangle 7" descr="queues">
            <a:extLst>
              <a:ext uri="{FF2B5EF4-FFF2-40B4-BE49-F238E27FC236}">
                <a16:creationId xmlns:a16="http://schemas.microsoft.com/office/drawing/2014/main" id="{FC778D4C-9BA5-4103-A9EE-0C3C31A5E688}"/>
              </a:ext>
            </a:extLst>
          </p:cNvPr>
          <p:cNvSpPr>
            <a:spLocks noChangeArrowheads="1"/>
          </p:cNvSpPr>
          <p:nvPr/>
        </p:nvSpPr>
        <p:spPr bwMode="auto">
          <a:xfrm>
            <a:off x="670555" y="3890784"/>
            <a:ext cx="2743200" cy="457200"/>
          </a:xfrm>
          <a:prstGeom prst="rect">
            <a:avLst/>
          </a:prstGeom>
          <a:solidFill>
            <a:schemeClr val="accent4">
              <a:lumMod val="40000"/>
              <a:lumOff val="60000"/>
            </a:schemeClr>
          </a:solidFill>
          <a:ln w="9525">
            <a:noFill/>
            <a:round/>
            <a:headEnd/>
            <a:tailEnd/>
          </a:ln>
        </p:spPr>
        <p:txBody>
          <a:bodyPr anchor="ctr"/>
          <a:lstStyle/>
          <a:p>
            <a:pPr algn="ctr"/>
            <a:r>
              <a:rPr lang="en-US" sz="1600" dirty="0">
                <a:solidFill>
                  <a:srgbClr val="000000"/>
                </a:solidFill>
                <a:latin typeface="Gotham Bold" pitchFamily="50" charset="0"/>
              </a:rPr>
              <a:t>Insertion Sort</a:t>
            </a:r>
          </a:p>
        </p:txBody>
      </p:sp>
      <p:sp>
        <p:nvSpPr>
          <p:cNvPr id="55" name="Rectangle 7" descr="queues">
            <a:extLst>
              <a:ext uri="{FF2B5EF4-FFF2-40B4-BE49-F238E27FC236}">
                <a16:creationId xmlns:a16="http://schemas.microsoft.com/office/drawing/2014/main" id="{5CED18F1-8305-4890-B7E4-5A3EC60E1B07}"/>
              </a:ext>
            </a:extLst>
          </p:cNvPr>
          <p:cNvSpPr>
            <a:spLocks noChangeArrowheads="1"/>
          </p:cNvSpPr>
          <p:nvPr/>
        </p:nvSpPr>
        <p:spPr bwMode="auto">
          <a:xfrm>
            <a:off x="670555" y="4580676"/>
            <a:ext cx="2743200" cy="457200"/>
          </a:xfrm>
          <a:prstGeom prst="rect">
            <a:avLst/>
          </a:prstGeom>
          <a:solidFill>
            <a:schemeClr val="accent4">
              <a:lumMod val="40000"/>
              <a:lumOff val="60000"/>
            </a:schemeClr>
          </a:solidFill>
          <a:ln w="9525">
            <a:noFill/>
            <a:round/>
            <a:headEnd/>
            <a:tailEnd/>
          </a:ln>
        </p:spPr>
        <p:txBody>
          <a:bodyPr anchor="ctr"/>
          <a:lstStyle/>
          <a:p>
            <a:pPr algn="ctr"/>
            <a:r>
              <a:rPr lang="en-US" sz="1600" dirty="0">
                <a:solidFill>
                  <a:srgbClr val="000000"/>
                </a:solidFill>
                <a:latin typeface="Gotham Bold" pitchFamily="50" charset="0"/>
              </a:rPr>
              <a:t>NP Complete Problems</a:t>
            </a:r>
          </a:p>
        </p:txBody>
      </p:sp>
      <p:sp>
        <p:nvSpPr>
          <p:cNvPr id="46" name="Rectangle 4" descr="Divide &amp; Conquer&#10;">
            <a:extLst>
              <a:ext uri="{FF2B5EF4-FFF2-40B4-BE49-F238E27FC236}">
                <a16:creationId xmlns:a16="http://schemas.microsoft.com/office/drawing/2014/main" id="{4555AC95-7A93-44FD-9A61-6451BEF7BC2B}"/>
              </a:ext>
            </a:extLst>
          </p:cNvPr>
          <p:cNvSpPr>
            <a:spLocks noChangeArrowheads="1"/>
          </p:cNvSpPr>
          <p:nvPr/>
        </p:nvSpPr>
        <p:spPr bwMode="auto">
          <a:xfrm>
            <a:off x="3665418" y="1844386"/>
            <a:ext cx="2103120" cy="457200"/>
          </a:xfrm>
          <a:prstGeom prst="rect">
            <a:avLst/>
          </a:prstGeom>
          <a:solidFill>
            <a:schemeClr val="accent2">
              <a:lumMod val="75000"/>
            </a:schemeClr>
          </a:solidFill>
          <a:ln w="9525">
            <a:noFill/>
            <a:round/>
            <a:headEnd/>
            <a:tailEnd/>
          </a:ln>
        </p:spPr>
        <p:txBody>
          <a:bodyPr anchor="ctr"/>
          <a:lstStyle/>
          <a:p>
            <a:pPr algn="ctr"/>
            <a:r>
              <a:rPr lang="en-US" sz="1600" dirty="0">
                <a:solidFill>
                  <a:schemeClr val="bg1"/>
                </a:solidFill>
                <a:latin typeface="Gotham Bold" pitchFamily="50" charset="0"/>
              </a:rPr>
              <a:t>Divide &amp; Conquer</a:t>
            </a:r>
          </a:p>
        </p:txBody>
      </p:sp>
      <p:sp>
        <p:nvSpPr>
          <p:cNvPr id="51" name="Rectangle 8" descr="trees">
            <a:extLst>
              <a:ext uri="{FF2B5EF4-FFF2-40B4-BE49-F238E27FC236}">
                <a16:creationId xmlns:a16="http://schemas.microsoft.com/office/drawing/2014/main" id="{843A9768-CB87-44EC-88C5-56C6C1A4C92B}"/>
              </a:ext>
            </a:extLst>
          </p:cNvPr>
          <p:cNvSpPr>
            <a:spLocks noChangeArrowheads="1"/>
          </p:cNvSpPr>
          <p:nvPr/>
        </p:nvSpPr>
        <p:spPr bwMode="auto">
          <a:xfrm>
            <a:off x="3672840" y="2491186"/>
            <a:ext cx="2103120" cy="457200"/>
          </a:xfrm>
          <a:prstGeom prst="rect">
            <a:avLst/>
          </a:prstGeom>
          <a:solidFill>
            <a:schemeClr val="accent2">
              <a:lumMod val="40000"/>
              <a:lumOff val="60000"/>
            </a:schemeClr>
          </a:solidFill>
          <a:ln w="9525">
            <a:noFill/>
            <a:round/>
            <a:headEnd/>
            <a:tailEnd/>
          </a:ln>
        </p:spPr>
        <p:txBody>
          <a:bodyPr anchor="ctr"/>
          <a:lstStyle/>
          <a:p>
            <a:pPr algn="ctr"/>
            <a:r>
              <a:rPr lang="en-US" sz="1600" dirty="0">
                <a:solidFill>
                  <a:srgbClr val="000000"/>
                </a:solidFill>
                <a:latin typeface="Gotham Bold" pitchFamily="50" charset="0"/>
              </a:rPr>
              <a:t>Binary Search</a:t>
            </a:r>
          </a:p>
        </p:txBody>
      </p:sp>
      <p:sp>
        <p:nvSpPr>
          <p:cNvPr id="52" name="Rectangle 9" descr="graphs">
            <a:extLst>
              <a:ext uri="{FF2B5EF4-FFF2-40B4-BE49-F238E27FC236}">
                <a16:creationId xmlns:a16="http://schemas.microsoft.com/office/drawing/2014/main" id="{016A0C9F-7B77-43E3-A687-1129683F98A7}"/>
              </a:ext>
            </a:extLst>
          </p:cNvPr>
          <p:cNvSpPr>
            <a:spLocks noChangeArrowheads="1"/>
          </p:cNvSpPr>
          <p:nvPr/>
        </p:nvSpPr>
        <p:spPr bwMode="auto">
          <a:xfrm>
            <a:off x="3665417" y="3200892"/>
            <a:ext cx="2103120" cy="457200"/>
          </a:xfrm>
          <a:prstGeom prst="rect">
            <a:avLst/>
          </a:prstGeom>
          <a:solidFill>
            <a:schemeClr val="accent2">
              <a:lumMod val="40000"/>
              <a:lumOff val="60000"/>
            </a:schemeClr>
          </a:solidFill>
          <a:ln w="9525">
            <a:noFill/>
            <a:round/>
            <a:headEnd/>
            <a:tailEnd/>
          </a:ln>
        </p:spPr>
        <p:txBody>
          <a:bodyPr anchor="ctr"/>
          <a:lstStyle/>
          <a:p>
            <a:pPr algn="ctr"/>
            <a:r>
              <a:rPr lang="en-US" sz="1600" dirty="0">
                <a:solidFill>
                  <a:srgbClr val="000000"/>
                </a:solidFill>
                <a:latin typeface="Gotham Bold" pitchFamily="50" charset="0"/>
              </a:rPr>
              <a:t>Merge Sort</a:t>
            </a:r>
          </a:p>
        </p:txBody>
      </p:sp>
      <p:sp>
        <p:nvSpPr>
          <p:cNvPr id="56" name="Rectangle 9" descr="graphs">
            <a:extLst>
              <a:ext uri="{FF2B5EF4-FFF2-40B4-BE49-F238E27FC236}">
                <a16:creationId xmlns:a16="http://schemas.microsoft.com/office/drawing/2014/main" id="{5CA4B344-8807-4079-975F-329F30F527E6}"/>
              </a:ext>
            </a:extLst>
          </p:cNvPr>
          <p:cNvSpPr>
            <a:spLocks noChangeArrowheads="1"/>
          </p:cNvSpPr>
          <p:nvPr/>
        </p:nvSpPr>
        <p:spPr bwMode="auto">
          <a:xfrm>
            <a:off x="3672840" y="3890784"/>
            <a:ext cx="2103120" cy="457200"/>
          </a:xfrm>
          <a:prstGeom prst="rect">
            <a:avLst/>
          </a:prstGeom>
          <a:solidFill>
            <a:schemeClr val="accent2">
              <a:lumMod val="40000"/>
              <a:lumOff val="60000"/>
            </a:schemeClr>
          </a:solidFill>
          <a:ln w="9525">
            <a:noFill/>
            <a:round/>
            <a:headEnd/>
            <a:tailEnd/>
          </a:ln>
        </p:spPr>
        <p:txBody>
          <a:bodyPr anchor="ctr"/>
          <a:lstStyle/>
          <a:p>
            <a:pPr algn="ctr"/>
            <a:r>
              <a:rPr lang="en-US" sz="1600" dirty="0">
                <a:solidFill>
                  <a:srgbClr val="000000"/>
                </a:solidFill>
                <a:latin typeface="Gotham Bold" pitchFamily="50" charset="0"/>
              </a:rPr>
              <a:t>Quick Sort</a:t>
            </a:r>
          </a:p>
        </p:txBody>
      </p:sp>
      <p:sp>
        <p:nvSpPr>
          <p:cNvPr id="57" name="Rectangle 12" descr="Dynamic Programming&#10;">
            <a:extLst>
              <a:ext uri="{FF2B5EF4-FFF2-40B4-BE49-F238E27FC236}">
                <a16:creationId xmlns:a16="http://schemas.microsoft.com/office/drawing/2014/main" id="{2AFEEB72-DDE4-45AF-837B-6610324D534F}"/>
              </a:ext>
            </a:extLst>
          </p:cNvPr>
          <p:cNvSpPr>
            <a:spLocks noChangeArrowheads="1"/>
          </p:cNvSpPr>
          <p:nvPr/>
        </p:nvSpPr>
        <p:spPr bwMode="auto">
          <a:xfrm>
            <a:off x="9015063" y="1844386"/>
            <a:ext cx="2743200" cy="457200"/>
          </a:xfrm>
          <a:prstGeom prst="rect">
            <a:avLst/>
          </a:prstGeom>
          <a:solidFill>
            <a:schemeClr val="accent5"/>
          </a:solidFill>
          <a:ln w="9525">
            <a:noFill/>
            <a:round/>
            <a:headEnd/>
            <a:tailEnd/>
          </a:ln>
        </p:spPr>
        <p:txBody>
          <a:bodyPr anchor="ctr"/>
          <a:lstStyle/>
          <a:p>
            <a:pPr algn="ctr"/>
            <a:r>
              <a:rPr lang="en-US" sz="1600" dirty="0">
                <a:solidFill>
                  <a:schemeClr val="bg1"/>
                </a:solidFill>
                <a:latin typeface="Gotham Bold" pitchFamily="50" charset="0"/>
              </a:rPr>
              <a:t>Dynamic Programming</a:t>
            </a:r>
          </a:p>
        </p:txBody>
      </p:sp>
      <p:sp>
        <p:nvSpPr>
          <p:cNvPr id="58" name="Rectangle 10" descr="sets">
            <a:extLst>
              <a:ext uri="{FF2B5EF4-FFF2-40B4-BE49-F238E27FC236}">
                <a16:creationId xmlns:a16="http://schemas.microsoft.com/office/drawing/2014/main" id="{995D20B8-6C2D-4111-A4E2-561FD0314A97}"/>
              </a:ext>
            </a:extLst>
          </p:cNvPr>
          <p:cNvSpPr>
            <a:spLocks noChangeArrowheads="1"/>
          </p:cNvSpPr>
          <p:nvPr/>
        </p:nvSpPr>
        <p:spPr bwMode="auto">
          <a:xfrm>
            <a:off x="9037332" y="2491186"/>
            <a:ext cx="2743200" cy="457200"/>
          </a:xfrm>
          <a:prstGeom prst="rect">
            <a:avLst/>
          </a:prstGeom>
          <a:solidFill>
            <a:schemeClr val="accent5">
              <a:lumMod val="40000"/>
              <a:lumOff val="60000"/>
            </a:schemeClr>
          </a:solidFill>
          <a:ln w="9525">
            <a:noFill/>
            <a:round/>
            <a:headEnd/>
            <a:tailEnd/>
          </a:ln>
        </p:spPr>
        <p:txBody>
          <a:bodyPr anchor="ctr"/>
          <a:lstStyle/>
          <a:p>
            <a:pPr algn="ctr"/>
            <a:r>
              <a:rPr lang="en-US" sz="1600" dirty="0">
                <a:solidFill>
                  <a:srgbClr val="000000"/>
                </a:solidFill>
                <a:latin typeface="Gotham Bold" pitchFamily="50" charset="0"/>
              </a:rPr>
              <a:t>Knapsack</a:t>
            </a:r>
          </a:p>
        </p:txBody>
      </p:sp>
      <p:sp>
        <p:nvSpPr>
          <p:cNvPr id="59" name="Rectangle 10" descr="sets">
            <a:extLst>
              <a:ext uri="{FF2B5EF4-FFF2-40B4-BE49-F238E27FC236}">
                <a16:creationId xmlns:a16="http://schemas.microsoft.com/office/drawing/2014/main" id="{2036C289-9CA9-4C67-9C41-2B6C471DBBC6}"/>
              </a:ext>
            </a:extLst>
          </p:cNvPr>
          <p:cNvSpPr>
            <a:spLocks noChangeArrowheads="1"/>
          </p:cNvSpPr>
          <p:nvPr/>
        </p:nvSpPr>
        <p:spPr bwMode="auto">
          <a:xfrm>
            <a:off x="9044755" y="3200892"/>
            <a:ext cx="2743200" cy="457200"/>
          </a:xfrm>
          <a:prstGeom prst="rect">
            <a:avLst/>
          </a:prstGeom>
          <a:solidFill>
            <a:schemeClr val="accent5">
              <a:lumMod val="40000"/>
              <a:lumOff val="60000"/>
            </a:schemeClr>
          </a:solidFill>
          <a:ln w="9525">
            <a:noFill/>
            <a:round/>
            <a:headEnd/>
            <a:tailEnd/>
          </a:ln>
        </p:spPr>
        <p:txBody>
          <a:bodyPr anchor="ctr"/>
          <a:lstStyle/>
          <a:p>
            <a:pPr algn="ctr"/>
            <a:r>
              <a:rPr lang="en-US" sz="1600" dirty="0">
                <a:solidFill>
                  <a:srgbClr val="000000"/>
                </a:solidFill>
                <a:latin typeface="Gotham Bold" pitchFamily="50" charset="0"/>
              </a:rPr>
              <a:t>Fibonacci</a:t>
            </a:r>
          </a:p>
        </p:txBody>
      </p:sp>
      <p:sp>
        <p:nvSpPr>
          <p:cNvPr id="3" name="Slide Number Placeholder 2">
            <a:extLst>
              <a:ext uri="{FF2B5EF4-FFF2-40B4-BE49-F238E27FC236}">
                <a16:creationId xmlns:a16="http://schemas.microsoft.com/office/drawing/2014/main" id="{62D86E2F-AACE-19FD-642A-5425E8FB67C5}"/>
              </a:ext>
            </a:extLst>
          </p:cNvPr>
          <p:cNvSpPr>
            <a:spLocks noGrp="1"/>
          </p:cNvSpPr>
          <p:nvPr>
            <p:ph type="sldNum" sz="quarter" idx="12"/>
          </p:nvPr>
        </p:nvSpPr>
        <p:spPr/>
        <p:txBody>
          <a:bodyPr/>
          <a:lstStyle/>
          <a:p>
            <a:fld id="{017C28E0-2F8B-4999-AEA2-B3AA3AE8994F}" type="slidenum">
              <a:rPr lang="en-US" smtClean="0"/>
              <a:t>9</a:t>
            </a:fld>
            <a:endParaRPr lang="en-US"/>
          </a:p>
        </p:txBody>
      </p:sp>
      <p:grpSp>
        <p:nvGrpSpPr>
          <p:cNvPr id="20" name="Group 19">
            <a:extLst>
              <a:ext uri="{FF2B5EF4-FFF2-40B4-BE49-F238E27FC236}">
                <a16:creationId xmlns:a16="http://schemas.microsoft.com/office/drawing/2014/main" id="{B9FDE030-9A48-1D31-BBCC-045747455CC7}"/>
              </a:ext>
            </a:extLst>
          </p:cNvPr>
          <p:cNvGrpSpPr/>
          <p:nvPr/>
        </p:nvGrpSpPr>
        <p:grpSpPr>
          <a:xfrm>
            <a:off x="11317255" y="5989103"/>
            <a:ext cx="841781" cy="748032"/>
            <a:chOff x="11337354" y="6025684"/>
            <a:chExt cx="841781" cy="748032"/>
          </a:xfrm>
        </p:grpSpPr>
        <p:pic>
          <p:nvPicPr>
            <p:cNvPr id="21" name="Picture 20">
              <a:extLst>
                <a:ext uri="{FF2B5EF4-FFF2-40B4-BE49-F238E27FC236}">
                  <a16:creationId xmlns:a16="http://schemas.microsoft.com/office/drawing/2014/main" id="{F0249B9D-82CF-37F7-39E6-B2713B7FF4D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424975" y="6538912"/>
              <a:ext cx="666541" cy="234804"/>
            </a:xfrm>
            <a:prstGeom prst="rect">
              <a:avLst/>
            </a:prstGeom>
            <a:noFill/>
            <a:extLst>
              <a:ext uri="{909E8E84-426E-40DD-AFC4-6F175D3DCCD1}">
                <a14:hiddenFill xmlns:a14="http://schemas.microsoft.com/office/drawing/2010/main">
                  <a:solidFill>
                    <a:srgbClr val="FFFFFF"/>
                  </a:solidFill>
                </a14:hiddenFill>
              </a:ext>
            </a:extLst>
          </p:spPr>
        </p:pic>
        <p:pic>
          <p:nvPicPr>
            <p:cNvPr id="22" name="Picture 21" descr="Logo COP3530">
              <a:extLst>
                <a:ext uri="{FF2B5EF4-FFF2-40B4-BE49-F238E27FC236}">
                  <a16:creationId xmlns:a16="http://schemas.microsoft.com/office/drawing/2014/main" id="{B38997C4-DB29-61AD-ED19-950594214E6D}"/>
                </a:ext>
              </a:extLst>
            </p:cNvPr>
            <p:cNvPicPr>
              <a:picLocks noChangeAspect="1"/>
            </p:cNvPicPr>
            <p:nvPr/>
          </p:nvPicPr>
          <p:blipFill rotWithShape="1">
            <a:blip r:embed="rId5"/>
            <a:srcRect t="1" b="20587"/>
            <a:stretch/>
          </p:blipFill>
          <p:spPr>
            <a:xfrm>
              <a:off x="11337354" y="6025684"/>
              <a:ext cx="841781" cy="465491"/>
            </a:xfrm>
            <a:prstGeom prst="rect">
              <a:avLst/>
            </a:prstGeom>
          </p:spPr>
        </p:pic>
      </p:grpSp>
    </p:spTree>
    <p:extLst>
      <p:ext uri="{BB962C8B-B14F-4D97-AF65-F5344CB8AC3E}">
        <p14:creationId xmlns:p14="http://schemas.microsoft.com/office/powerpoint/2010/main" val="258658740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98DF2D-4C21-45B7-8CEE-41E2C22A3166}"/>
              </a:ext>
            </a:extLst>
          </p:cNvPr>
          <p:cNvSpPr>
            <a:spLocks noGrp="1"/>
          </p:cNvSpPr>
          <p:nvPr>
            <p:ph type="title"/>
          </p:nvPr>
        </p:nvSpPr>
        <p:spPr>
          <a:xfrm>
            <a:off x="838200" y="2249383"/>
            <a:ext cx="10515600" cy="1325563"/>
          </a:xfrm>
        </p:spPr>
        <p:txBody>
          <a:bodyPr>
            <a:normAutofit fontScale="90000"/>
          </a:bodyPr>
          <a:lstStyle/>
          <a:p>
            <a:pPr algn="ctr"/>
            <a:br>
              <a:rPr lang="en-US" dirty="0">
                <a:solidFill>
                  <a:schemeClr val="bg1"/>
                </a:solidFill>
                <a:latin typeface="Gotham Bold" pitchFamily="50" charset="0"/>
              </a:rPr>
            </a:br>
            <a:br>
              <a:rPr lang="en-US" dirty="0">
                <a:solidFill>
                  <a:schemeClr val="bg1"/>
                </a:solidFill>
                <a:latin typeface="Gotham Bold" pitchFamily="50" charset="0"/>
              </a:rPr>
            </a:br>
            <a:br>
              <a:rPr lang="en-US" dirty="0">
                <a:solidFill>
                  <a:schemeClr val="bg1"/>
                </a:solidFill>
                <a:latin typeface="Gotham Bold" pitchFamily="50" charset="0"/>
              </a:rPr>
            </a:br>
            <a:r>
              <a:rPr lang="en-US" sz="7300" dirty="0">
                <a:solidFill>
                  <a:schemeClr val="bg1"/>
                </a:solidFill>
                <a:latin typeface="Gotham Bold" pitchFamily="50" charset="0"/>
              </a:rPr>
              <a:t>Logistics &amp; Policies</a:t>
            </a:r>
            <a:br>
              <a:rPr lang="en-US" dirty="0">
                <a:solidFill>
                  <a:schemeClr val="bg1"/>
                </a:solidFill>
                <a:latin typeface="Gotham Bold" pitchFamily="50" charset="0"/>
              </a:rPr>
            </a:br>
            <a:br>
              <a:rPr lang="en-US" dirty="0">
                <a:solidFill>
                  <a:schemeClr val="bg1"/>
                </a:solidFill>
                <a:latin typeface="Gotham Bold" pitchFamily="50" charset="0"/>
              </a:rPr>
            </a:br>
            <a:br>
              <a:rPr lang="en-US" dirty="0">
                <a:solidFill>
                  <a:schemeClr val="bg1"/>
                </a:solidFill>
                <a:latin typeface="Gotham Bold" pitchFamily="50" charset="0"/>
              </a:rPr>
            </a:br>
            <a:endParaRPr lang="en-US" dirty="0">
              <a:solidFill>
                <a:schemeClr val="bg1"/>
              </a:solidFill>
              <a:latin typeface="Gotham Bold" pitchFamily="50" charset="0"/>
            </a:endParaRPr>
          </a:p>
        </p:txBody>
      </p:sp>
      <p:sp>
        <p:nvSpPr>
          <p:cNvPr id="3" name="Slide Number Placeholder 2">
            <a:extLst>
              <a:ext uri="{FF2B5EF4-FFF2-40B4-BE49-F238E27FC236}">
                <a16:creationId xmlns:a16="http://schemas.microsoft.com/office/drawing/2014/main" id="{8BE8CB41-C1F1-B785-0394-344EFE785575}"/>
              </a:ext>
            </a:extLst>
          </p:cNvPr>
          <p:cNvSpPr>
            <a:spLocks noGrp="1"/>
          </p:cNvSpPr>
          <p:nvPr>
            <p:ph type="sldNum" sz="quarter" idx="12"/>
          </p:nvPr>
        </p:nvSpPr>
        <p:spPr/>
        <p:txBody>
          <a:bodyPr/>
          <a:lstStyle/>
          <a:p>
            <a:fld id="{017C28E0-2F8B-4999-AEA2-B3AA3AE8994F}" type="slidenum">
              <a:rPr lang="en-US" smtClean="0"/>
              <a:t>10</a:t>
            </a:fld>
            <a:endParaRPr lang="en-US"/>
          </a:p>
        </p:txBody>
      </p:sp>
      <p:grpSp>
        <p:nvGrpSpPr>
          <p:cNvPr id="4" name="Group 3">
            <a:extLst>
              <a:ext uri="{FF2B5EF4-FFF2-40B4-BE49-F238E27FC236}">
                <a16:creationId xmlns:a16="http://schemas.microsoft.com/office/drawing/2014/main" id="{759017C0-1E28-8344-338C-AEE96F69B0C0}"/>
              </a:ext>
            </a:extLst>
          </p:cNvPr>
          <p:cNvGrpSpPr/>
          <p:nvPr/>
        </p:nvGrpSpPr>
        <p:grpSpPr>
          <a:xfrm>
            <a:off x="11317255" y="5989103"/>
            <a:ext cx="841781" cy="748032"/>
            <a:chOff x="11337354" y="6025684"/>
            <a:chExt cx="841781" cy="748032"/>
          </a:xfrm>
        </p:grpSpPr>
        <p:pic>
          <p:nvPicPr>
            <p:cNvPr id="5" name="Picture 4">
              <a:extLst>
                <a:ext uri="{FF2B5EF4-FFF2-40B4-BE49-F238E27FC236}">
                  <a16:creationId xmlns:a16="http://schemas.microsoft.com/office/drawing/2014/main" id="{984628A1-E296-5B2A-2113-E1BC5C5A958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424975" y="6538912"/>
              <a:ext cx="666541" cy="234804"/>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5" descr="Logo COP3530">
              <a:extLst>
                <a:ext uri="{FF2B5EF4-FFF2-40B4-BE49-F238E27FC236}">
                  <a16:creationId xmlns:a16="http://schemas.microsoft.com/office/drawing/2014/main" id="{A81B1018-2282-CFC1-F1B7-683A544EE5A4}"/>
                </a:ext>
              </a:extLst>
            </p:cNvPr>
            <p:cNvPicPr>
              <a:picLocks noChangeAspect="1"/>
            </p:cNvPicPr>
            <p:nvPr/>
          </p:nvPicPr>
          <p:blipFill rotWithShape="1">
            <a:blip r:embed="rId4"/>
            <a:srcRect t="1" b="20587"/>
            <a:stretch/>
          </p:blipFill>
          <p:spPr>
            <a:xfrm>
              <a:off x="11337354" y="6025684"/>
              <a:ext cx="841781" cy="465491"/>
            </a:xfrm>
            <a:prstGeom prst="rect">
              <a:avLst/>
            </a:prstGeom>
          </p:spPr>
        </p:pic>
      </p:grpSp>
    </p:spTree>
    <p:extLst>
      <p:ext uri="{BB962C8B-B14F-4D97-AF65-F5344CB8AC3E}">
        <p14:creationId xmlns:p14="http://schemas.microsoft.com/office/powerpoint/2010/main" val="52520243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98DF2D-4C21-45B7-8CEE-41E2C22A3166}"/>
              </a:ext>
            </a:extLst>
          </p:cNvPr>
          <p:cNvSpPr>
            <a:spLocks noGrp="1"/>
          </p:cNvSpPr>
          <p:nvPr>
            <p:ph type="title"/>
          </p:nvPr>
        </p:nvSpPr>
        <p:spPr/>
        <p:txBody>
          <a:bodyPr>
            <a:normAutofit fontScale="90000"/>
          </a:bodyPr>
          <a:lstStyle/>
          <a:p>
            <a:br>
              <a:rPr lang="en-US" dirty="0">
                <a:solidFill>
                  <a:schemeClr val="bg1"/>
                </a:solidFill>
                <a:latin typeface="Gotham Bold" pitchFamily="50" charset="0"/>
              </a:rPr>
            </a:br>
            <a:br>
              <a:rPr lang="en-US" dirty="0">
                <a:solidFill>
                  <a:schemeClr val="bg1"/>
                </a:solidFill>
                <a:latin typeface="Gotham Bold" pitchFamily="50" charset="0"/>
              </a:rPr>
            </a:br>
            <a:br>
              <a:rPr lang="en-US" dirty="0">
                <a:solidFill>
                  <a:schemeClr val="bg1"/>
                </a:solidFill>
                <a:latin typeface="Gotham Bold" pitchFamily="50" charset="0"/>
              </a:rPr>
            </a:br>
            <a:r>
              <a:rPr lang="en-US" dirty="0">
                <a:solidFill>
                  <a:schemeClr val="bg1"/>
                </a:solidFill>
                <a:latin typeface="Gotham Bold" pitchFamily="50" charset="0"/>
              </a:rPr>
              <a:t>Format</a:t>
            </a:r>
            <a:br>
              <a:rPr lang="en-US" dirty="0">
                <a:solidFill>
                  <a:schemeClr val="bg1"/>
                </a:solidFill>
                <a:latin typeface="Gotham Bold" pitchFamily="50" charset="0"/>
              </a:rPr>
            </a:br>
            <a:br>
              <a:rPr lang="en-US" dirty="0">
                <a:solidFill>
                  <a:schemeClr val="bg1"/>
                </a:solidFill>
                <a:latin typeface="Gotham Bold" pitchFamily="50" charset="0"/>
              </a:rPr>
            </a:br>
            <a:br>
              <a:rPr lang="en-US" dirty="0">
                <a:solidFill>
                  <a:schemeClr val="bg1"/>
                </a:solidFill>
                <a:latin typeface="Gotham Bold" pitchFamily="50" charset="0"/>
              </a:rPr>
            </a:br>
            <a:endParaRPr lang="en-US" dirty="0">
              <a:solidFill>
                <a:schemeClr val="bg1"/>
              </a:solidFill>
              <a:latin typeface="Gotham Bold" pitchFamily="50" charset="0"/>
            </a:endParaRPr>
          </a:p>
        </p:txBody>
      </p:sp>
      <p:cxnSp>
        <p:nvCxnSpPr>
          <p:cNvPr id="15" name="Straight Arrow Connector 14">
            <a:extLst>
              <a:ext uri="{FF2B5EF4-FFF2-40B4-BE49-F238E27FC236}">
                <a16:creationId xmlns:a16="http://schemas.microsoft.com/office/drawing/2014/main" id="{9EFB0DC4-DBBA-4056-8254-1DB4CFC3425F}"/>
              </a:ext>
            </a:extLst>
          </p:cNvPr>
          <p:cNvCxnSpPr/>
          <p:nvPr/>
        </p:nvCxnSpPr>
        <p:spPr>
          <a:xfrm flipH="1">
            <a:off x="791852" y="-65988"/>
            <a:ext cx="46348" cy="0"/>
          </a:xfrm>
          <a:prstGeom prst="straightConnector1">
            <a:avLst/>
          </a:prstGeom>
          <a:ln>
            <a:tailEnd type="triangle"/>
          </a:ln>
        </p:spPr>
        <p:style>
          <a:lnRef idx="1">
            <a:schemeClr val="accent6"/>
          </a:lnRef>
          <a:fillRef idx="0">
            <a:schemeClr val="accent6"/>
          </a:fillRef>
          <a:effectRef idx="0">
            <a:schemeClr val="accent6"/>
          </a:effectRef>
          <a:fontRef idx="minor">
            <a:schemeClr val="tx1"/>
          </a:fontRef>
        </p:style>
      </p:cxnSp>
      <p:grpSp>
        <p:nvGrpSpPr>
          <p:cNvPr id="33" name="Group 32">
            <a:extLst>
              <a:ext uri="{FF2B5EF4-FFF2-40B4-BE49-F238E27FC236}">
                <a16:creationId xmlns:a16="http://schemas.microsoft.com/office/drawing/2014/main" id="{5BDCBF1F-3F59-46D6-A5CF-44FCB11A7A96}"/>
              </a:ext>
            </a:extLst>
          </p:cNvPr>
          <p:cNvGrpSpPr/>
          <p:nvPr/>
        </p:nvGrpSpPr>
        <p:grpSpPr>
          <a:xfrm>
            <a:off x="5905609" y="3886613"/>
            <a:ext cx="4113229" cy="2198389"/>
            <a:chOff x="7420579" y="3187239"/>
            <a:chExt cx="4113229" cy="2198389"/>
          </a:xfrm>
        </p:grpSpPr>
        <p:pic>
          <p:nvPicPr>
            <p:cNvPr id="14" name="Picture 13" descr="Careful Cat">
              <a:extLst>
                <a:ext uri="{FF2B5EF4-FFF2-40B4-BE49-F238E27FC236}">
                  <a16:creationId xmlns:a16="http://schemas.microsoft.com/office/drawing/2014/main" id="{623FE7A1-578F-42C6-8DB3-4531762AA200}"/>
                </a:ext>
              </a:extLst>
            </p:cNvPr>
            <p:cNvPicPr>
              <a:picLocks noChangeAspect="1"/>
            </p:cNvPicPr>
            <p:nvPr/>
          </p:nvPicPr>
          <p:blipFill>
            <a:blip r:embed="rId3"/>
            <a:stretch>
              <a:fillRect/>
            </a:stretch>
          </p:blipFill>
          <p:spPr>
            <a:xfrm>
              <a:off x="7476079" y="3187239"/>
              <a:ext cx="1688831" cy="1688831"/>
            </a:xfrm>
            <a:prstGeom prst="rect">
              <a:avLst/>
            </a:prstGeom>
          </p:spPr>
        </p:pic>
        <p:pic>
          <p:nvPicPr>
            <p:cNvPr id="20" name="Graphic 19" descr="Cycle with people">
              <a:extLst>
                <a:ext uri="{FF2B5EF4-FFF2-40B4-BE49-F238E27FC236}">
                  <a16:creationId xmlns:a16="http://schemas.microsoft.com/office/drawing/2014/main" id="{E654FFC7-C82B-4F1D-84F9-241B7B87FBE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220410" y="3187239"/>
              <a:ext cx="1378238" cy="1378238"/>
            </a:xfrm>
            <a:prstGeom prst="rect">
              <a:avLst/>
            </a:prstGeom>
          </p:spPr>
        </p:pic>
        <p:sp>
          <p:nvSpPr>
            <p:cNvPr id="25" name="TextBox 24">
              <a:extLst>
                <a:ext uri="{FF2B5EF4-FFF2-40B4-BE49-F238E27FC236}">
                  <a16:creationId xmlns:a16="http://schemas.microsoft.com/office/drawing/2014/main" id="{80EDFD07-F702-4F56-A9C8-22A5C01C0DD5}"/>
                </a:ext>
              </a:extLst>
            </p:cNvPr>
            <p:cNvSpPr txBox="1"/>
            <p:nvPr/>
          </p:nvSpPr>
          <p:spPr>
            <a:xfrm>
              <a:off x="7420579" y="4739297"/>
              <a:ext cx="4113229" cy="646331"/>
            </a:xfrm>
            <a:prstGeom prst="rect">
              <a:avLst/>
            </a:prstGeom>
            <a:noFill/>
          </p:spPr>
          <p:txBody>
            <a:bodyPr wrap="square">
              <a:spAutoFit/>
            </a:bodyPr>
            <a:lstStyle/>
            <a:p>
              <a:pPr marL="342900" indent="-342900">
                <a:buAutoNum type="arabicPeriod"/>
              </a:pPr>
              <a:r>
                <a:rPr lang="en-US" sz="1800" dirty="0">
                  <a:solidFill>
                    <a:srgbClr val="1D9EFF"/>
                  </a:solidFill>
                </a:rPr>
                <a:t>Conceptual Quiz due on </a:t>
              </a:r>
              <a:r>
                <a:rPr lang="en-US" sz="1800" dirty="0">
                  <a:solidFill>
                    <a:schemeClr val="accent2"/>
                  </a:solidFill>
                </a:rPr>
                <a:t>Fri</a:t>
              </a:r>
              <a:r>
                <a:rPr lang="en-US" sz="1800" dirty="0">
                  <a:solidFill>
                    <a:srgbClr val="1D9EFF"/>
                  </a:solidFill>
                </a:rPr>
                <a:t>.</a:t>
              </a:r>
            </a:p>
            <a:p>
              <a:pPr marL="342900" indent="-342900">
                <a:buFontTx/>
                <a:buAutoNum type="arabicPeriod"/>
              </a:pPr>
              <a:r>
                <a:rPr lang="en-US" sz="1800" dirty="0">
                  <a:solidFill>
                    <a:srgbClr val="1D9EFF"/>
                  </a:solidFill>
                </a:rPr>
                <a:t>Programming Quiz due on </a:t>
              </a:r>
              <a:r>
                <a:rPr lang="en-US" sz="1800" dirty="0">
                  <a:solidFill>
                    <a:schemeClr val="accent2"/>
                  </a:solidFill>
                </a:rPr>
                <a:t>Fri</a:t>
              </a:r>
              <a:r>
                <a:rPr lang="en-US" sz="1800" dirty="0">
                  <a:solidFill>
                    <a:srgbClr val="1D9EFF"/>
                  </a:solidFill>
                </a:rPr>
                <a:t>.</a:t>
              </a:r>
            </a:p>
          </p:txBody>
        </p:sp>
      </p:grpSp>
      <p:grpSp>
        <p:nvGrpSpPr>
          <p:cNvPr id="4" name="Group 3">
            <a:extLst>
              <a:ext uri="{FF2B5EF4-FFF2-40B4-BE49-F238E27FC236}">
                <a16:creationId xmlns:a16="http://schemas.microsoft.com/office/drawing/2014/main" id="{E85C4B9E-2B14-4DA4-80A8-D83581E06C63}"/>
              </a:ext>
            </a:extLst>
          </p:cNvPr>
          <p:cNvGrpSpPr/>
          <p:nvPr/>
        </p:nvGrpSpPr>
        <p:grpSpPr>
          <a:xfrm>
            <a:off x="5332862" y="1512774"/>
            <a:ext cx="5064605" cy="2025287"/>
            <a:chOff x="-1145228" y="2208602"/>
            <a:chExt cx="5064605" cy="2025287"/>
          </a:xfrm>
        </p:grpSpPr>
        <p:grpSp>
          <p:nvGrpSpPr>
            <p:cNvPr id="16" name="Group 15">
              <a:extLst>
                <a:ext uri="{FF2B5EF4-FFF2-40B4-BE49-F238E27FC236}">
                  <a16:creationId xmlns:a16="http://schemas.microsoft.com/office/drawing/2014/main" id="{27A9ACC8-B539-4E34-835A-B2AF4B98C311}"/>
                </a:ext>
              </a:extLst>
            </p:cNvPr>
            <p:cNvGrpSpPr/>
            <p:nvPr/>
          </p:nvGrpSpPr>
          <p:grpSpPr>
            <a:xfrm>
              <a:off x="-1145228" y="2265232"/>
              <a:ext cx="5064605" cy="1968657"/>
              <a:chOff x="-1533757" y="4197338"/>
              <a:chExt cx="5064605" cy="1968657"/>
            </a:xfrm>
          </p:grpSpPr>
          <p:pic>
            <p:nvPicPr>
              <p:cNvPr id="18" name="Graphic 17" descr="Video camera">
                <a:extLst>
                  <a:ext uri="{FF2B5EF4-FFF2-40B4-BE49-F238E27FC236}">
                    <a16:creationId xmlns:a16="http://schemas.microsoft.com/office/drawing/2014/main" id="{B281B577-B952-4970-82EA-5298344F2F8C}"/>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934166" y="4197338"/>
                <a:ext cx="1378238" cy="1378238"/>
              </a:xfrm>
              <a:prstGeom prst="rect">
                <a:avLst/>
              </a:prstGeom>
            </p:spPr>
          </p:pic>
          <p:sp>
            <p:nvSpPr>
              <p:cNvPr id="19" name="TextBox 18">
                <a:extLst>
                  <a:ext uri="{FF2B5EF4-FFF2-40B4-BE49-F238E27FC236}">
                    <a16:creationId xmlns:a16="http://schemas.microsoft.com/office/drawing/2014/main" id="{0BA28C94-B703-45B1-B7F9-0EF891D9AC83}"/>
                  </a:ext>
                </a:extLst>
              </p:cNvPr>
              <p:cNvSpPr txBox="1"/>
              <p:nvPr/>
            </p:nvSpPr>
            <p:spPr>
              <a:xfrm>
                <a:off x="-1533757" y="5519664"/>
                <a:ext cx="5064605" cy="646331"/>
              </a:xfrm>
              <a:prstGeom prst="rect">
                <a:avLst/>
              </a:prstGeom>
              <a:noFill/>
            </p:spPr>
            <p:txBody>
              <a:bodyPr wrap="square">
                <a:spAutoFit/>
              </a:bodyPr>
              <a:lstStyle/>
              <a:p>
                <a:pPr algn="ctr"/>
                <a:r>
                  <a:rPr lang="en-US" sz="1800" dirty="0">
                    <a:solidFill>
                      <a:srgbClr val="1D9EFF"/>
                    </a:solidFill>
                  </a:rPr>
                  <a:t>Watch lectures </a:t>
                </a:r>
                <a:r>
                  <a:rPr lang="en-US" sz="1800" dirty="0">
                    <a:solidFill>
                      <a:srgbClr val="EB6E19"/>
                    </a:solidFill>
                  </a:rPr>
                  <a:t>synchronously</a:t>
                </a:r>
                <a:r>
                  <a:rPr lang="en-US" sz="1800" dirty="0">
                    <a:solidFill>
                      <a:srgbClr val="1D9EFF"/>
                    </a:solidFill>
                  </a:rPr>
                  <a:t> </a:t>
                </a:r>
                <a:r>
                  <a:rPr lang="en-US" sz="1800" dirty="0">
                    <a:solidFill>
                      <a:srgbClr val="EB6E19"/>
                    </a:solidFill>
                  </a:rPr>
                  <a:t>on Tue and Thu in person or live </a:t>
                </a:r>
                <a:r>
                  <a:rPr lang="en-US" dirty="0">
                    <a:solidFill>
                      <a:srgbClr val="1988DC"/>
                    </a:solidFill>
                  </a:rPr>
                  <a:t>via </a:t>
                </a:r>
                <a:r>
                  <a:rPr lang="en-US" sz="1800" dirty="0">
                    <a:solidFill>
                      <a:srgbClr val="1988DC"/>
                    </a:solidFill>
                  </a:rPr>
                  <a:t>Zoom</a:t>
                </a:r>
                <a:r>
                  <a:rPr lang="en-US" sz="1800" dirty="0">
                    <a:solidFill>
                      <a:srgbClr val="1D9EFF"/>
                    </a:solidFill>
                  </a:rPr>
                  <a:t>.</a:t>
                </a:r>
                <a:r>
                  <a:rPr lang="en-US" dirty="0">
                    <a:solidFill>
                      <a:srgbClr val="1D9EFF"/>
                    </a:solidFill>
                  </a:rPr>
                  <a:t> </a:t>
                </a:r>
                <a:endParaRPr lang="en-US" sz="1800" dirty="0">
                  <a:solidFill>
                    <a:srgbClr val="1D9EFF"/>
                  </a:solidFill>
                </a:endParaRPr>
              </a:p>
            </p:txBody>
          </p:sp>
        </p:grpSp>
        <p:pic>
          <p:nvPicPr>
            <p:cNvPr id="26" name="Picture 25" descr="Pop Corn Pusheen">
              <a:extLst>
                <a:ext uri="{FF2B5EF4-FFF2-40B4-BE49-F238E27FC236}">
                  <a16:creationId xmlns:a16="http://schemas.microsoft.com/office/drawing/2014/main" id="{C4285CA7-3DEC-4AD7-B555-01D450D8B4AC}"/>
                </a:ext>
              </a:extLst>
            </p:cNvPr>
            <p:cNvPicPr>
              <a:picLocks noChangeAspect="1"/>
            </p:cNvPicPr>
            <p:nvPr/>
          </p:nvPicPr>
          <p:blipFill>
            <a:blip r:embed="rId6"/>
            <a:stretch>
              <a:fillRect/>
            </a:stretch>
          </p:blipFill>
          <p:spPr>
            <a:xfrm>
              <a:off x="-90589" y="2208602"/>
              <a:ext cx="1601457" cy="1601457"/>
            </a:xfrm>
            <a:prstGeom prst="rect">
              <a:avLst/>
            </a:prstGeom>
          </p:spPr>
        </p:pic>
      </p:grpSp>
      <p:grpSp>
        <p:nvGrpSpPr>
          <p:cNvPr id="31" name="Group 30">
            <a:extLst>
              <a:ext uri="{FF2B5EF4-FFF2-40B4-BE49-F238E27FC236}">
                <a16:creationId xmlns:a16="http://schemas.microsoft.com/office/drawing/2014/main" id="{BA4A104D-4378-4C9B-B985-A3CE42090DB9}"/>
              </a:ext>
            </a:extLst>
          </p:cNvPr>
          <p:cNvGrpSpPr/>
          <p:nvPr/>
        </p:nvGrpSpPr>
        <p:grpSpPr>
          <a:xfrm>
            <a:off x="1469890" y="3892029"/>
            <a:ext cx="3336357" cy="2106813"/>
            <a:chOff x="4750544" y="3040495"/>
            <a:chExt cx="3336357" cy="2106813"/>
          </a:xfrm>
        </p:grpSpPr>
        <p:grpSp>
          <p:nvGrpSpPr>
            <p:cNvPr id="21" name="Group 20">
              <a:extLst>
                <a:ext uri="{FF2B5EF4-FFF2-40B4-BE49-F238E27FC236}">
                  <a16:creationId xmlns:a16="http://schemas.microsoft.com/office/drawing/2014/main" id="{E6D23D64-59A3-41D9-A598-9C2AAF47B4EE}"/>
                </a:ext>
              </a:extLst>
            </p:cNvPr>
            <p:cNvGrpSpPr/>
            <p:nvPr/>
          </p:nvGrpSpPr>
          <p:grpSpPr>
            <a:xfrm>
              <a:off x="4750544" y="3040495"/>
              <a:ext cx="3336357" cy="2106813"/>
              <a:chOff x="4502520" y="3050608"/>
              <a:chExt cx="3336357" cy="2106813"/>
            </a:xfrm>
          </p:grpSpPr>
          <p:pic>
            <p:nvPicPr>
              <p:cNvPr id="22" name="Picture 21" descr="Eating Cat">
                <a:extLst>
                  <a:ext uri="{FF2B5EF4-FFF2-40B4-BE49-F238E27FC236}">
                    <a16:creationId xmlns:a16="http://schemas.microsoft.com/office/drawing/2014/main" id="{3017CE39-F8E5-4813-8607-7E0D961F3F87}"/>
                  </a:ext>
                </a:extLst>
              </p:cNvPr>
              <p:cNvPicPr>
                <a:picLocks noChangeAspect="1"/>
              </p:cNvPicPr>
              <p:nvPr/>
            </p:nvPicPr>
            <p:blipFill>
              <a:blip r:embed="rId7"/>
              <a:stretch>
                <a:fillRect/>
              </a:stretch>
            </p:blipFill>
            <p:spPr>
              <a:xfrm>
                <a:off x="4502520" y="3050608"/>
                <a:ext cx="1953169" cy="1953169"/>
              </a:xfrm>
              <a:prstGeom prst="rect">
                <a:avLst/>
              </a:prstGeom>
            </p:spPr>
          </p:pic>
          <p:sp>
            <p:nvSpPr>
              <p:cNvPr id="24" name="TextBox 23">
                <a:extLst>
                  <a:ext uri="{FF2B5EF4-FFF2-40B4-BE49-F238E27FC236}">
                    <a16:creationId xmlns:a16="http://schemas.microsoft.com/office/drawing/2014/main" id="{B6976BA6-7F54-4817-80C6-DD660B193A59}"/>
                  </a:ext>
                </a:extLst>
              </p:cNvPr>
              <p:cNvSpPr txBox="1"/>
              <p:nvPr/>
            </p:nvSpPr>
            <p:spPr>
              <a:xfrm>
                <a:off x="4605877" y="4788089"/>
                <a:ext cx="3233000" cy="369332"/>
              </a:xfrm>
              <a:prstGeom prst="rect">
                <a:avLst/>
              </a:prstGeom>
              <a:noFill/>
            </p:spPr>
            <p:txBody>
              <a:bodyPr wrap="square">
                <a:spAutoFit/>
              </a:bodyPr>
              <a:lstStyle/>
              <a:p>
                <a:pPr algn="ctr"/>
                <a:r>
                  <a:rPr lang="en-US" sz="1800" dirty="0">
                    <a:solidFill>
                      <a:srgbClr val="1D9EFF"/>
                    </a:solidFill>
                  </a:rPr>
                  <a:t>Attend </a:t>
                </a:r>
                <a:r>
                  <a:rPr lang="en-US" dirty="0">
                    <a:solidFill>
                      <a:srgbClr val="EB6E19"/>
                    </a:solidFill>
                  </a:rPr>
                  <a:t>discussions </a:t>
                </a:r>
                <a:r>
                  <a:rPr lang="en-US" dirty="0">
                    <a:solidFill>
                      <a:srgbClr val="1D9EFF"/>
                    </a:solidFill>
                  </a:rPr>
                  <a:t>on</a:t>
                </a:r>
                <a:r>
                  <a:rPr lang="en-US" dirty="0">
                    <a:solidFill>
                      <a:srgbClr val="EB6E19"/>
                    </a:solidFill>
                  </a:rPr>
                  <a:t> </a:t>
                </a:r>
                <a:r>
                  <a:rPr lang="en-US" dirty="0">
                    <a:solidFill>
                      <a:srgbClr val="1D9EFF"/>
                    </a:solidFill>
                  </a:rPr>
                  <a:t>Wed. </a:t>
                </a:r>
              </a:p>
            </p:txBody>
          </p:sp>
        </p:grpSp>
        <p:pic>
          <p:nvPicPr>
            <p:cNvPr id="3" name="Graphic 2" descr="Classroom">
              <a:extLst>
                <a:ext uri="{FF2B5EF4-FFF2-40B4-BE49-F238E27FC236}">
                  <a16:creationId xmlns:a16="http://schemas.microsoft.com/office/drawing/2014/main" id="{8C616C78-5467-4B5A-9083-89B24CB30058}"/>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643590" y="3325841"/>
              <a:ext cx="1325563" cy="1325563"/>
            </a:xfrm>
            <a:prstGeom prst="rect">
              <a:avLst/>
            </a:prstGeom>
          </p:spPr>
        </p:pic>
      </p:grpSp>
      <p:grpSp>
        <p:nvGrpSpPr>
          <p:cNvPr id="32" name="Group 31">
            <a:extLst>
              <a:ext uri="{FF2B5EF4-FFF2-40B4-BE49-F238E27FC236}">
                <a16:creationId xmlns:a16="http://schemas.microsoft.com/office/drawing/2014/main" id="{6D18D8E7-AB1C-4DD8-88A5-FBC9CD73C6A1}"/>
              </a:ext>
            </a:extLst>
          </p:cNvPr>
          <p:cNvGrpSpPr/>
          <p:nvPr/>
        </p:nvGrpSpPr>
        <p:grpSpPr>
          <a:xfrm>
            <a:off x="1815808" y="1684271"/>
            <a:ext cx="2497822" cy="1945048"/>
            <a:chOff x="1046309" y="2534171"/>
            <a:chExt cx="2497822" cy="1945048"/>
          </a:xfrm>
        </p:grpSpPr>
        <p:pic>
          <p:nvPicPr>
            <p:cNvPr id="28" name="Graphic 27" descr="Clipboard Checked">
              <a:extLst>
                <a:ext uri="{FF2B5EF4-FFF2-40B4-BE49-F238E27FC236}">
                  <a16:creationId xmlns:a16="http://schemas.microsoft.com/office/drawing/2014/main" id="{56B34F1B-FF11-43BB-9970-CD6EF8523EF4}"/>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1737490" y="2534171"/>
              <a:ext cx="1115460" cy="1115460"/>
            </a:xfrm>
            <a:prstGeom prst="rect">
              <a:avLst/>
            </a:prstGeom>
          </p:spPr>
        </p:pic>
        <p:sp>
          <p:nvSpPr>
            <p:cNvPr id="30" name="TextBox 29">
              <a:extLst>
                <a:ext uri="{FF2B5EF4-FFF2-40B4-BE49-F238E27FC236}">
                  <a16:creationId xmlns:a16="http://schemas.microsoft.com/office/drawing/2014/main" id="{6801DB36-5837-497A-86FC-0903F38D1BAC}"/>
                </a:ext>
              </a:extLst>
            </p:cNvPr>
            <p:cNvSpPr txBox="1"/>
            <p:nvPr/>
          </p:nvSpPr>
          <p:spPr>
            <a:xfrm>
              <a:off x="1046309" y="3832888"/>
              <a:ext cx="2497822" cy="646331"/>
            </a:xfrm>
            <a:prstGeom prst="rect">
              <a:avLst/>
            </a:prstGeom>
            <a:noFill/>
          </p:spPr>
          <p:txBody>
            <a:bodyPr wrap="square">
              <a:spAutoFit/>
            </a:bodyPr>
            <a:lstStyle/>
            <a:p>
              <a:pPr algn="ctr"/>
              <a:r>
                <a:rPr lang="en-US" sz="1800" dirty="0">
                  <a:solidFill>
                    <a:srgbClr val="F16000"/>
                  </a:solidFill>
                </a:rPr>
                <a:t>Action Items </a:t>
              </a:r>
              <a:r>
                <a:rPr lang="en-US" sz="1800" dirty="0">
                  <a:solidFill>
                    <a:srgbClr val="1D9EFF"/>
                  </a:solidFill>
                </a:rPr>
                <a:t>by Monday morning</a:t>
              </a:r>
              <a:endParaRPr lang="en-US" dirty="0">
                <a:solidFill>
                  <a:srgbClr val="1D9EFF"/>
                </a:solidFill>
              </a:endParaRPr>
            </a:p>
          </p:txBody>
        </p:sp>
      </p:grpSp>
      <p:sp>
        <p:nvSpPr>
          <p:cNvPr id="5" name="Slide Number Placeholder 4">
            <a:extLst>
              <a:ext uri="{FF2B5EF4-FFF2-40B4-BE49-F238E27FC236}">
                <a16:creationId xmlns:a16="http://schemas.microsoft.com/office/drawing/2014/main" id="{099C4C7D-ED2F-B0CC-EE6E-7480B15CBEDB}"/>
              </a:ext>
            </a:extLst>
          </p:cNvPr>
          <p:cNvSpPr>
            <a:spLocks noGrp="1"/>
          </p:cNvSpPr>
          <p:nvPr>
            <p:ph type="sldNum" sz="quarter" idx="12"/>
          </p:nvPr>
        </p:nvSpPr>
        <p:spPr/>
        <p:txBody>
          <a:bodyPr/>
          <a:lstStyle/>
          <a:p>
            <a:fld id="{017C28E0-2F8B-4999-AEA2-B3AA3AE8994F}" type="slidenum">
              <a:rPr lang="en-US" smtClean="0"/>
              <a:t>11</a:t>
            </a:fld>
            <a:endParaRPr lang="en-US"/>
          </a:p>
        </p:txBody>
      </p:sp>
      <p:grpSp>
        <p:nvGrpSpPr>
          <p:cNvPr id="23" name="Group 22">
            <a:extLst>
              <a:ext uri="{FF2B5EF4-FFF2-40B4-BE49-F238E27FC236}">
                <a16:creationId xmlns:a16="http://schemas.microsoft.com/office/drawing/2014/main" id="{34F20496-C08A-4E9A-EF74-CFCAC0F76D3A}"/>
              </a:ext>
            </a:extLst>
          </p:cNvPr>
          <p:cNvGrpSpPr/>
          <p:nvPr/>
        </p:nvGrpSpPr>
        <p:grpSpPr>
          <a:xfrm>
            <a:off x="11317255" y="5989103"/>
            <a:ext cx="841781" cy="748032"/>
            <a:chOff x="11337354" y="6025684"/>
            <a:chExt cx="841781" cy="748032"/>
          </a:xfrm>
        </p:grpSpPr>
        <p:pic>
          <p:nvPicPr>
            <p:cNvPr id="27" name="Picture 26">
              <a:extLst>
                <a:ext uri="{FF2B5EF4-FFF2-40B4-BE49-F238E27FC236}">
                  <a16:creationId xmlns:a16="http://schemas.microsoft.com/office/drawing/2014/main" id="{B157371D-30B2-9031-62A8-A3B189B4DAFD}"/>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1424975" y="6538912"/>
              <a:ext cx="666541" cy="234804"/>
            </a:xfrm>
            <a:prstGeom prst="rect">
              <a:avLst/>
            </a:prstGeom>
            <a:noFill/>
            <a:extLst>
              <a:ext uri="{909E8E84-426E-40DD-AFC4-6F175D3DCCD1}">
                <a14:hiddenFill xmlns:a14="http://schemas.microsoft.com/office/drawing/2010/main">
                  <a:solidFill>
                    <a:srgbClr val="FFFFFF"/>
                  </a:solidFill>
                </a14:hiddenFill>
              </a:ext>
            </a:extLst>
          </p:spPr>
        </p:pic>
        <p:pic>
          <p:nvPicPr>
            <p:cNvPr id="29" name="Picture 28" descr="Logo COP3530">
              <a:extLst>
                <a:ext uri="{FF2B5EF4-FFF2-40B4-BE49-F238E27FC236}">
                  <a16:creationId xmlns:a16="http://schemas.microsoft.com/office/drawing/2014/main" id="{1980601F-6706-18D8-2044-8DAE5ECB6A55}"/>
                </a:ext>
              </a:extLst>
            </p:cNvPr>
            <p:cNvPicPr>
              <a:picLocks noChangeAspect="1"/>
            </p:cNvPicPr>
            <p:nvPr/>
          </p:nvPicPr>
          <p:blipFill rotWithShape="1">
            <a:blip r:embed="rId11"/>
            <a:srcRect t="1" b="20587"/>
            <a:stretch/>
          </p:blipFill>
          <p:spPr>
            <a:xfrm>
              <a:off x="11337354" y="6025684"/>
              <a:ext cx="841781" cy="465491"/>
            </a:xfrm>
            <a:prstGeom prst="rect">
              <a:avLst/>
            </a:prstGeom>
          </p:spPr>
        </p:pic>
      </p:grpSp>
    </p:spTree>
    <p:extLst>
      <p:ext uri="{BB962C8B-B14F-4D97-AF65-F5344CB8AC3E}">
        <p14:creationId xmlns:p14="http://schemas.microsoft.com/office/powerpoint/2010/main" val="406290390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98DF2D-4C21-45B7-8CEE-41E2C22A3166}"/>
              </a:ext>
            </a:extLst>
          </p:cNvPr>
          <p:cNvSpPr>
            <a:spLocks noGrp="1"/>
          </p:cNvSpPr>
          <p:nvPr>
            <p:ph type="title"/>
          </p:nvPr>
        </p:nvSpPr>
        <p:spPr/>
        <p:txBody>
          <a:bodyPr>
            <a:normAutofit fontScale="90000"/>
          </a:bodyPr>
          <a:lstStyle/>
          <a:p>
            <a:br>
              <a:rPr lang="en-US" dirty="0">
                <a:solidFill>
                  <a:schemeClr val="bg1"/>
                </a:solidFill>
                <a:latin typeface="Gotham Bold" pitchFamily="50" charset="0"/>
              </a:rPr>
            </a:br>
            <a:br>
              <a:rPr lang="en-US" dirty="0">
                <a:solidFill>
                  <a:schemeClr val="bg1"/>
                </a:solidFill>
                <a:latin typeface="Gotham Bold" pitchFamily="50" charset="0"/>
              </a:rPr>
            </a:br>
            <a:br>
              <a:rPr lang="en-US" dirty="0">
                <a:solidFill>
                  <a:schemeClr val="bg1"/>
                </a:solidFill>
                <a:latin typeface="Gotham Bold" pitchFamily="50" charset="0"/>
              </a:rPr>
            </a:br>
            <a:r>
              <a:rPr lang="en-US" dirty="0">
                <a:solidFill>
                  <a:schemeClr val="bg1"/>
                </a:solidFill>
                <a:latin typeface="Gotham Bold" pitchFamily="50" charset="0"/>
              </a:rPr>
              <a:t>Communication</a:t>
            </a:r>
            <a:br>
              <a:rPr lang="en-US" dirty="0">
                <a:solidFill>
                  <a:schemeClr val="bg1"/>
                </a:solidFill>
                <a:latin typeface="Gotham Bold" pitchFamily="50" charset="0"/>
              </a:rPr>
            </a:br>
            <a:br>
              <a:rPr lang="en-US" dirty="0">
                <a:solidFill>
                  <a:schemeClr val="bg1"/>
                </a:solidFill>
                <a:latin typeface="Gotham Bold" pitchFamily="50" charset="0"/>
              </a:rPr>
            </a:br>
            <a:br>
              <a:rPr lang="en-US" dirty="0">
                <a:solidFill>
                  <a:schemeClr val="bg1"/>
                </a:solidFill>
                <a:latin typeface="Gotham Bold" pitchFamily="50" charset="0"/>
              </a:rPr>
            </a:br>
            <a:endParaRPr lang="en-US" dirty="0">
              <a:solidFill>
                <a:schemeClr val="bg1"/>
              </a:solidFill>
              <a:latin typeface="Gotham Bold" pitchFamily="50" charset="0"/>
            </a:endParaRPr>
          </a:p>
        </p:txBody>
      </p:sp>
      <p:pic>
        <p:nvPicPr>
          <p:cNvPr id="5" name="Graphic 4" descr="User network">
            <a:extLst>
              <a:ext uri="{FF2B5EF4-FFF2-40B4-BE49-F238E27FC236}">
                <a16:creationId xmlns:a16="http://schemas.microsoft.com/office/drawing/2014/main" id="{2C24AA30-6A7C-43CD-9504-7CA65EC4020E}"/>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728416" y="2871030"/>
            <a:ext cx="1027665" cy="1027665"/>
          </a:xfrm>
          <a:prstGeom prst="rect">
            <a:avLst/>
          </a:prstGeom>
        </p:spPr>
      </p:pic>
      <p:sp>
        <p:nvSpPr>
          <p:cNvPr id="6" name="Rectangle 5">
            <a:extLst>
              <a:ext uri="{FF2B5EF4-FFF2-40B4-BE49-F238E27FC236}">
                <a16:creationId xmlns:a16="http://schemas.microsoft.com/office/drawing/2014/main" id="{9EB55FD3-77CC-475F-AC54-95AAD9A7BAD9}"/>
              </a:ext>
            </a:extLst>
          </p:cNvPr>
          <p:cNvSpPr/>
          <p:nvPr/>
        </p:nvSpPr>
        <p:spPr>
          <a:xfrm>
            <a:off x="6974781" y="4085613"/>
            <a:ext cx="5562600" cy="1162113"/>
          </a:xfrm>
          <a:prstGeom prst="rect">
            <a:avLst/>
          </a:prstGeom>
        </p:spPr>
        <p:txBody>
          <a:bodyPr wrap="square">
            <a:spAutoFit/>
          </a:bodyPr>
          <a:lstStyle/>
          <a:p>
            <a:pPr marL="285750" indent="-285750">
              <a:lnSpc>
                <a:spcPct val="150000"/>
              </a:lnSpc>
              <a:buFont typeface="Wingdings" panose="05000000000000000000" pitchFamily="2" charset="2"/>
              <a:buChar char="§"/>
            </a:pPr>
            <a:r>
              <a:rPr lang="en-US" sz="1600" dirty="0">
                <a:solidFill>
                  <a:srgbClr val="1D9EFF"/>
                </a:solidFill>
              </a:rPr>
              <a:t>Thursday, 4:05 – 6 pm</a:t>
            </a:r>
          </a:p>
          <a:p>
            <a:pPr marL="285750" indent="-285750">
              <a:lnSpc>
                <a:spcPct val="150000"/>
              </a:lnSpc>
              <a:buFont typeface="Wingdings" panose="05000000000000000000" pitchFamily="2" charset="2"/>
              <a:buChar char="§"/>
            </a:pPr>
            <a:r>
              <a:rPr lang="en-US" sz="1600" dirty="0">
                <a:solidFill>
                  <a:srgbClr val="1D9EFF"/>
                </a:solidFill>
              </a:rPr>
              <a:t>By Appointment (24 hours in advance)</a:t>
            </a:r>
          </a:p>
          <a:p>
            <a:pPr marL="285750" indent="-285750">
              <a:lnSpc>
                <a:spcPct val="150000"/>
              </a:lnSpc>
              <a:buFont typeface="Wingdings" panose="05000000000000000000" pitchFamily="2" charset="2"/>
              <a:buChar char="§"/>
            </a:pPr>
            <a:endParaRPr lang="en-US" sz="1600" dirty="0">
              <a:solidFill>
                <a:srgbClr val="1D9EFF"/>
              </a:solidFill>
            </a:endParaRPr>
          </a:p>
        </p:txBody>
      </p:sp>
      <p:sp>
        <p:nvSpPr>
          <p:cNvPr id="7" name="Rectangle 6">
            <a:extLst>
              <a:ext uri="{FF2B5EF4-FFF2-40B4-BE49-F238E27FC236}">
                <a16:creationId xmlns:a16="http://schemas.microsoft.com/office/drawing/2014/main" id="{5398651C-937E-412F-8304-9CC525AE9B89}"/>
              </a:ext>
            </a:extLst>
          </p:cNvPr>
          <p:cNvSpPr/>
          <p:nvPr/>
        </p:nvSpPr>
        <p:spPr>
          <a:xfrm>
            <a:off x="7637044" y="1921957"/>
            <a:ext cx="2793009" cy="584775"/>
          </a:xfrm>
          <a:prstGeom prst="rect">
            <a:avLst/>
          </a:prstGeom>
        </p:spPr>
        <p:txBody>
          <a:bodyPr wrap="none">
            <a:spAutoFit/>
          </a:bodyPr>
          <a:lstStyle/>
          <a:p>
            <a:r>
              <a:rPr lang="en-US" sz="3200" dirty="0">
                <a:solidFill>
                  <a:srgbClr val="1D9EFF"/>
                </a:solidFill>
                <a:latin typeface="Gotham Bold" pitchFamily="50" charset="0"/>
              </a:rPr>
              <a:t>Office Hours</a:t>
            </a:r>
            <a:endParaRPr lang="en-US" sz="3200" dirty="0">
              <a:solidFill>
                <a:srgbClr val="1D9EFF"/>
              </a:solidFill>
            </a:endParaRPr>
          </a:p>
        </p:txBody>
      </p:sp>
      <p:sp>
        <p:nvSpPr>
          <p:cNvPr id="8" name="Rectangle 7">
            <a:extLst>
              <a:ext uri="{FF2B5EF4-FFF2-40B4-BE49-F238E27FC236}">
                <a16:creationId xmlns:a16="http://schemas.microsoft.com/office/drawing/2014/main" id="{D8998C2E-3977-4BEE-B3FB-A04103488551}"/>
              </a:ext>
            </a:extLst>
          </p:cNvPr>
          <p:cNvSpPr/>
          <p:nvPr/>
        </p:nvSpPr>
        <p:spPr>
          <a:xfrm>
            <a:off x="1931739" y="1897971"/>
            <a:ext cx="1292341" cy="584775"/>
          </a:xfrm>
          <a:prstGeom prst="rect">
            <a:avLst/>
          </a:prstGeom>
        </p:spPr>
        <p:txBody>
          <a:bodyPr wrap="none">
            <a:spAutoFit/>
          </a:bodyPr>
          <a:lstStyle/>
          <a:p>
            <a:r>
              <a:rPr lang="en-US" sz="3200" dirty="0">
                <a:solidFill>
                  <a:srgbClr val="1D9EFF"/>
                </a:solidFill>
                <a:latin typeface="Gotham Bold" pitchFamily="50" charset="0"/>
              </a:rPr>
              <a:t>Slack</a:t>
            </a:r>
            <a:endParaRPr lang="en-US" sz="3200" dirty="0">
              <a:solidFill>
                <a:srgbClr val="1D9EFF"/>
              </a:solidFill>
            </a:endParaRPr>
          </a:p>
        </p:txBody>
      </p:sp>
      <p:sp>
        <p:nvSpPr>
          <p:cNvPr id="10" name="Rectangle 9">
            <a:extLst>
              <a:ext uri="{FF2B5EF4-FFF2-40B4-BE49-F238E27FC236}">
                <a16:creationId xmlns:a16="http://schemas.microsoft.com/office/drawing/2014/main" id="{EF6CD005-971E-4791-B1B4-76160EBD197F}"/>
              </a:ext>
            </a:extLst>
          </p:cNvPr>
          <p:cNvSpPr/>
          <p:nvPr/>
        </p:nvSpPr>
        <p:spPr>
          <a:xfrm>
            <a:off x="1193440" y="3907552"/>
            <a:ext cx="5187482" cy="2000548"/>
          </a:xfrm>
          <a:prstGeom prst="rect">
            <a:avLst/>
          </a:prstGeom>
        </p:spPr>
        <p:txBody>
          <a:bodyPr wrap="square">
            <a:spAutoFit/>
          </a:bodyPr>
          <a:lstStyle/>
          <a:p>
            <a:pPr marL="285750" indent="-285750">
              <a:buFont typeface="Wingdings" panose="05000000000000000000" pitchFamily="2" charset="2"/>
              <a:buChar char="§"/>
            </a:pPr>
            <a:r>
              <a:rPr lang="en-US" sz="1600" dirty="0">
                <a:solidFill>
                  <a:srgbClr val="1D9EFF"/>
                </a:solidFill>
              </a:rPr>
              <a:t>Everything! </a:t>
            </a:r>
          </a:p>
          <a:p>
            <a:r>
              <a:rPr lang="en-US" sz="1600" dirty="0">
                <a:solidFill>
                  <a:srgbClr val="1D9EFF"/>
                </a:solidFill>
              </a:rPr>
              <a:t>	</a:t>
            </a:r>
            <a:r>
              <a:rPr lang="en-US" sz="1400" dirty="0">
                <a:solidFill>
                  <a:srgbClr val="1D9EFF"/>
                </a:solidFill>
              </a:rPr>
              <a:t>– for all question related to the course</a:t>
            </a:r>
          </a:p>
          <a:p>
            <a:r>
              <a:rPr lang="en-US" sz="1400" dirty="0">
                <a:solidFill>
                  <a:srgbClr val="1D9EFF"/>
                </a:solidFill>
              </a:rPr>
              <a:t>	– for communicating with peers </a:t>
            </a:r>
          </a:p>
          <a:p>
            <a:r>
              <a:rPr lang="en-US" sz="1400" dirty="0">
                <a:solidFill>
                  <a:srgbClr val="1D9EFF"/>
                </a:solidFill>
              </a:rPr>
              <a:t>	- one-to-one communication with me</a:t>
            </a:r>
          </a:p>
          <a:p>
            <a:pPr marL="285750" indent="-285750">
              <a:buFont typeface="Wingdings" panose="05000000000000000000" pitchFamily="2" charset="2"/>
              <a:buChar char="§"/>
            </a:pPr>
            <a:endParaRPr lang="en-US" sz="1600" dirty="0">
              <a:solidFill>
                <a:srgbClr val="1D9EFF"/>
              </a:solidFill>
            </a:endParaRPr>
          </a:p>
          <a:p>
            <a:pPr marL="285750" indent="-285750">
              <a:buFont typeface="Wingdings" panose="05000000000000000000" pitchFamily="2" charset="2"/>
              <a:buChar char="§"/>
            </a:pPr>
            <a:r>
              <a:rPr lang="en-US" sz="1600" dirty="0">
                <a:solidFill>
                  <a:srgbClr val="1D9EFF"/>
                </a:solidFill>
              </a:rPr>
              <a:t>Use Appropriate Tags</a:t>
            </a:r>
          </a:p>
          <a:p>
            <a:pPr marL="285750" indent="-285750">
              <a:buFont typeface="Wingdings" panose="05000000000000000000" pitchFamily="2" charset="2"/>
              <a:buChar char="§"/>
            </a:pPr>
            <a:endParaRPr lang="en-US" sz="1600" dirty="0">
              <a:solidFill>
                <a:srgbClr val="1D9EFF"/>
              </a:solidFill>
            </a:endParaRPr>
          </a:p>
          <a:p>
            <a:pPr marL="285750" indent="-285750">
              <a:buFont typeface="Wingdings" panose="05000000000000000000" pitchFamily="2" charset="2"/>
              <a:buChar char="§"/>
            </a:pPr>
            <a:r>
              <a:rPr lang="en-US" sz="1600" dirty="0">
                <a:solidFill>
                  <a:srgbClr val="1D9EFF"/>
                </a:solidFill>
              </a:rPr>
              <a:t>Response in &lt; 48 business hours</a:t>
            </a:r>
          </a:p>
        </p:txBody>
      </p:sp>
      <p:sp>
        <p:nvSpPr>
          <p:cNvPr id="3" name="Slide Number Placeholder 2">
            <a:extLst>
              <a:ext uri="{FF2B5EF4-FFF2-40B4-BE49-F238E27FC236}">
                <a16:creationId xmlns:a16="http://schemas.microsoft.com/office/drawing/2014/main" id="{F53B7715-A648-81A6-AEE6-9BF37AB2222C}"/>
              </a:ext>
            </a:extLst>
          </p:cNvPr>
          <p:cNvSpPr>
            <a:spLocks noGrp="1"/>
          </p:cNvSpPr>
          <p:nvPr>
            <p:ph type="sldNum" sz="quarter" idx="12"/>
          </p:nvPr>
        </p:nvSpPr>
        <p:spPr/>
        <p:txBody>
          <a:bodyPr/>
          <a:lstStyle/>
          <a:p>
            <a:fld id="{017C28E0-2F8B-4999-AEA2-B3AA3AE8994F}" type="slidenum">
              <a:rPr lang="en-US" smtClean="0"/>
              <a:t>12</a:t>
            </a:fld>
            <a:endParaRPr lang="en-US"/>
          </a:p>
        </p:txBody>
      </p:sp>
      <p:grpSp>
        <p:nvGrpSpPr>
          <p:cNvPr id="11" name="Group 10">
            <a:extLst>
              <a:ext uri="{FF2B5EF4-FFF2-40B4-BE49-F238E27FC236}">
                <a16:creationId xmlns:a16="http://schemas.microsoft.com/office/drawing/2014/main" id="{729E9026-0FD6-6752-9794-2CC061BCF352}"/>
              </a:ext>
            </a:extLst>
          </p:cNvPr>
          <p:cNvGrpSpPr/>
          <p:nvPr/>
        </p:nvGrpSpPr>
        <p:grpSpPr>
          <a:xfrm>
            <a:off x="11317255" y="5989103"/>
            <a:ext cx="841781" cy="748032"/>
            <a:chOff x="11337354" y="6025684"/>
            <a:chExt cx="841781" cy="748032"/>
          </a:xfrm>
        </p:grpSpPr>
        <p:pic>
          <p:nvPicPr>
            <p:cNvPr id="12" name="Picture 11">
              <a:extLst>
                <a:ext uri="{FF2B5EF4-FFF2-40B4-BE49-F238E27FC236}">
                  <a16:creationId xmlns:a16="http://schemas.microsoft.com/office/drawing/2014/main" id="{AB0402EA-64A3-6C4E-5E83-52E4FC2A072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424975" y="6538912"/>
              <a:ext cx="666541" cy="234804"/>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12" descr="Logo COP3530">
              <a:extLst>
                <a:ext uri="{FF2B5EF4-FFF2-40B4-BE49-F238E27FC236}">
                  <a16:creationId xmlns:a16="http://schemas.microsoft.com/office/drawing/2014/main" id="{E2FF28AE-F67A-9E25-707D-1E7FC19D0B69}"/>
                </a:ext>
              </a:extLst>
            </p:cNvPr>
            <p:cNvPicPr>
              <a:picLocks noChangeAspect="1"/>
            </p:cNvPicPr>
            <p:nvPr/>
          </p:nvPicPr>
          <p:blipFill rotWithShape="1">
            <a:blip r:embed="rId5"/>
            <a:srcRect t="1" b="20587"/>
            <a:stretch/>
          </p:blipFill>
          <p:spPr>
            <a:xfrm>
              <a:off x="11337354" y="6025684"/>
              <a:ext cx="841781" cy="465491"/>
            </a:xfrm>
            <a:prstGeom prst="rect">
              <a:avLst/>
            </a:prstGeom>
          </p:spPr>
        </p:pic>
      </p:grpSp>
      <p:pic>
        <p:nvPicPr>
          <p:cNvPr id="1026" name="Picture 2">
            <a:extLst>
              <a:ext uri="{FF2B5EF4-FFF2-40B4-BE49-F238E27FC236}">
                <a16:creationId xmlns:a16="http://schemas.microsoft.com/office/drawing/2014/main" id="{CC28EF06-95DC-6BD4-CACC-5132C63A4DF4}"/>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825274" y="2716688"/>
            <a:ext cx="797611" cy="79761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8561393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98DF2D-4C21-45B7-8CEE-41E2C22A3166}"/>
              </a:ext>
            </a:extLst>
          </p:cNvPr>
          <p:cNvSpPr>
            <a:spLocks noGrp="1"/>
          </p:cNvSpPr>
          <p:nvPr>
            <p:ph type="title"/>
          </p:nvPr>
        </p:nvSpPr>
        <p:spPr/>
        <p:txBody>
          <a:bodyPr>
            <a:normAutofit fontScale="90000"/>
          </a:bodyPr>
          <a:lstStyle/>
          <a:p>
            <a:br>
              <a:rPr lang="en-US" dirty="0">
                <a:solidFill>
                  <a:schemeClr val="bg1"/>
                </a:solidFill>
                <a:latin typeface="Gotham Bold" pitchFamily="50" charset="0"/>
              </a:rPr>
            </a:br>
            <a:br>
              <a:rPr lang="en-US" dirty="0">
                <a:solidFill>
                  <a:schemeClr val="bg1"/>
                </a:solidFill>
                <a:latin typeface="Gotham Bold" pitchFamily="50" charset="0"/>
              </a:rPr>
            </a:br>
            <a:br>
              <a:rPr lang="en-US" dirty="0">
                <a:solidFill>
                  <a:schemeClr val="bg1"/>
                </a:solidFill>
                <a:latin typeface="Gotham Bold" pitchFamily="50" charset="0"/>
              </a:rPr>
            </a:br>
            <a:r>
              <a:rPr lang="en-US" dirty="0">
                <a:solidFill>
                  <a:schemeClr val="bg1"/>
                </a:solidFill>
                <a:latin typeface="Gotham Bold" pitchFamily="50" charset="0"/>
              </a:rPr>
              <a:t>Communication</a:t>
            </a:r>
            <a:br>
              <a:rPr lang="en-US" dirty="0">
                <a:solidFill>
                  <a:schemeClr val="bg1"/>
                </a:solidFill>
                <a:latin typeface="Gotham Bold" pitchFamily="50" charset="0"/>
              </a:rPr>
            </a:br>
            <a:br>
              <a:rPr lang="en-US" dirty="0">
                <a:solidFill>
                  <a:schemeClr val="bg1"/>
                </a:solidFill>
                <a:latin typeface="Gotham Bold" pitchFamily="50" charset="0"/>
              </a:rPr>
            </a:br>
            <a:br>
              <a:rPr lang="en-US" dirty="0">
                <a:solidFill>
                  <a:schemeClr val="bg1"/>
                </a:solidFill>
                <a:latin typeface="Gotham Bold" pitchFamily="50" charset="0"/>
              </a:rPr>
            </a:br>
            <a:endParaRPr lang="en-US" dirty="0">
              <a:solidFill>
                <a:schemeClr val="bg1"/>
              </a:solidFill>
              <a:latin typeface="Gotham Bold" pitchFamily="50" charset="0"/>
            </a:endParaRPr>
          </a:p>
        </p:txBody>
      </p:sp>
      <p:grpSp>
        <p:nvGrpSpPr>
          <p:cNvPr id="3" name="Group 2">
            <a:extLst>
              <a:ext uri="{FF2B5EF4-FFF2-40B4-BE49-F238E27FC236}">
                <a16:creationId xmlns:a16="http://schemas.microsoft.com/office/drawing/2014/main" id="{2B22E351-AB6A-4141-8F16-605FB11B74CC}"/>
              </a:ext>
            </a:extLst>
          </p:cNvPr>
          <p:cNvGrpSpPr/>
          <p:nvPr/>
        </p:nvGrpSpPr>
        <p:grpSpPr>
          <a:xfrm>
            <a:off x="2270501" y="2172183"/>
            <a:ext cx="2868579" cy="3239840"/>
            <a:chOff x="1931136" y="2225026"/>
            <a:chExt cx="2868579" cy="3239840"/>
          </a:xfrm>
        </p:grpSpPr>
        <p:sp>
          <p:nvSpPr>
            <p:cNvPr id="8" name="Rectangle 7">
              <a:extLst>
                <a:ext uri="{FF2B5EF4-FFF2-40B4-BE49-F238E27FC236}">
                  <a16:creationId xmlns:a16="http://schemas.microsoft.com/office/drawing/2014/main" id="{D8998C2E-3977-4BEE-B3FB-A04103488551}"/>
                </a:ext>
              </a:extLst>
            </p:cNvPr>
            <p:cNvSpPr/>
            <p:nvPr/>
          </p:nvSpPr>
          <p:spPr>
            <a:xfrm>
              <a:off x="1931136" y="3057689"/>
              <a:ext cx="1340432" cy="584775"/>
            </a:xfrm>
            <a:prstGeom prst="rect">
              <a:avLst/>
            </a:prstGeom>
          </p:spPr>
          <p:txBody>
            <a:bodyPr wrap="none">
              <a:spAutoFit/>
            </a:bodyPr>
            <a:lstStyle/>
            <a:p>
              <a:r>
                <a:rPr lang="en-US" sz="3200" dirty="0">
                  <a:solidFill>
                    <a:srgbClr val="1D9EFF"/>
                  </a:solidFill>
                  <a:latin typeface="Gotham Bold" pitchFamily="50" charset="0"/>
                </a:rPr>
                <a:t>Email</a:t>
              </a:r>
              <a:endParaRPr lang="en-US" sz="3200" dirty="0">
                <a:solidFill>
                  <a:srgbClr val="1D9EFF"/>
                </a:solidFill>
              </a:endParaRPr>
            </a:p>
          </p:txBody>
        </p:sp>
        <p:pic>
          <p:nvPicPr>
            <p:cNvPr id="6" name="Graphic 5" descr="Email">
              <a:extLst>
                <a:ext uri="{FF2B5EF4-FFF2-40B4-BE49-F238E27FC236}">
                  <a16:creationId xmlns:a16="http://schemas.microsoft.com/office/drawing/2014/main" id="{AF87F7B4-7030-47F2-A738-E7C81D4CC071}"/>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2268834" y="2225026"/>
              <a:ext cx="665036" cy="665036"/>
            </a:xfrm>
            <a:prstGeom prst="rect">
              <a:avLst/>
            </a:prstGeom>
          </p:spPr>
        </p:pic>
        <p:sp>
          <p:nvSpPr>
            <p:cNvPr id="13" name="TextBox 12">
              <a:extLst>
                <a:ext uri="{FF2B5EF4-FFF2-40B4-BE49-F238E27FC236}">
                  <a16:creationId xmlns:a16="http://schemas.microsoft.com/office/drawing/2014/main" id="{0E41FA01-C7CE-4172-9A7B-4A93EB3957CE}"/>
                </a:ext>
              </a:extLst>
            </p:cNvPr>
            <p:cNvSpPr txBox="1"/>
            <p:nvPr/>
          </p:nvSpPr>
          <p:spPr>
            <a:xfrm flipH="1">
              <a:off x="1931136" y="3987538"/>
              <a:ext cx="2868579" cy="1477328"/>
            </a:xfrm>
            <a:prstGeom prst="rect">
              <a:avLst/>
            </a:prstGeom>
            <a:noFill/>
          </p:spPr>
          <p:txBody>
            <a:bodyPr wrap="square" rtlCol="0">
              <a:spAutoFit/>
            </a:bodyPr>
            <a:lstStyle/>
            <a:p>
              <a:r>
                <a:rPr lang="en-US" dirty="0">
                  <a:solidFill>
                    <a:schemeClr val="bg1"/>
                  </a:solidFill>
                  <a:latin typeface="+mj-lt"/>
                </a:rPr>
                <a:t>Fine for </a:t>
              </a:r>
            </a:p>
            <a:p>
              <a:endParaRPr lang="en-US" dirty="0">
                <a:solidFill>
                  <a:schemeClr val="bg1"/>
                </a:solidFill>
                <a:latin typeface="Gotham Bold" pitchFamily="50" charset="0"/>
              </a:endParaRPr>
            </a:p>
            <a:p>
              <a:pPr marL="285750" indent="-285750">
                <a:buFont typeface="Wingdings" panose="05000000000000000000" pitchFamily="2" charset="2"/>
                <a:buChar char="§"/>
              </a:pPr>
              <a:r>
                <a:rPr lang="en-US" dirty="0">
                  <a:solidFill>
                    <a:srgbClr val="1D9EFF"/>
                  </a:solidFill>
                  <a:latin typeface="+mj-lt"/>
                </a:rPr>
                <a:t>Personal</a:t>
              </a:r>
            </a:p>
            <a:p>
              <a:pPr marL="285750" indent="-285750">
                <a:buFont typeface="Wingdings" panose="05000000000000000000" pitchFamily="2" charset="2"/>
                <a:buChar char="§"/>
              </a:pPr>
              <a:r>
                <a:rPr lang="en-US" dirty="0">
                  <a:solidFill>
                    <a:srgbClr val="1D9EFF"/>
                  </a:solidFill>
                  <a:latin typeface="+mj-lt"/>
                </a:rPr>
                <a:t>Accommodations</a:t>
              </a:r>
            </a:p>
            <a:p>
              <a:pPr marL="285750" indent="-285750">
                <a:buFont typeface="Wingdings" panose="05000000000000000000" pitchFamily="2" charset="2"/>
                <a:buChar char="§"/>
              </a:pPr>
              <a:r>
                <a:rPr lang="en-US" dirty="0">
                  <a:solidFill>
                    <a:srgbClr val="1D9EFF"/>
                  </a:solidFill>
                  <a:latin typeface="+mj-lt"/>
                </a:rPr>
                <a:t>Emergencies</a:t>
              </a:r>
            </a:p>
          </p:txBody>
        </p:sp>
      </p:grpSp>
      <p:sp>
        <p:nvSpPr>
          <p:cNvPr id="10" name="Rectangle 9">
            <a:extLst>
              <a:ext uri="{FF2B5EF4-FFF2-40B4-BE49-F238E27FC236}">
                <a16:creationId xmlns:a16="http://schemas.microsoft.com/office/drawing/2014/main" id="{C42CFE68-0EE6-4CCC-B9B4-F1B2DB78052C}"/>
              </a:ext>
            </a:extLst>
          </p:cNvPr>
          <p:cNvSpPr/>
          <p:nvPr/>
        </p:nvSpPr>
        <p:spPr>
          <a:xfrm>
            <a:off x="7370402" y="3004846"/>
            <a:ext cx="1340432" cy="584775"/>
          </a:xfrm>
          <a:prstGeom prst="rect">
            <a:avLst/>
          </a:prstGeom>
        </p:spPr>
        <p:txBody>
          <a:bodyPr wrap="none">
            <a:spAutoFit/>
          </a:bodyPr>
          <a:lstStyle/>
          <a:p>
            <a:r>
              <a:rPr lang="en-US" sz="3200" dirty="0">
                <a:solidFill>
                  <a:srgbClr val="0079D4"/>
                </a:solidFill>
                <a:latin typeface="Gotham Bold" pitchFamily="50" charset="0"/>
              </a:rPr>
              <a:t>Email</a:t>
            </a:r>
            <a:endParaRPr lang="en-US" sz="3200" dirty="0">
              <a:solidFill>
                <a:srgbClr val="0079D4"/>
              </a:solidFill>
            </a:endParaRPr>
          </a:p>
        </p:txBody>
      </p:sp>
      <p:pic>
        <p:nvPicPr>
          <p:cNvPr id="12" name="Graphic 11" descr="Email">
            <a:extLst>
              <a:ext uri="{FF2B5EF4-FFF2-40B4-BE49-F238E27FC236}">
                <a16:creationId xmlns:a16="http://schemas.microsoft.com/office/drawing/2014/main" id="{42828C57-3ACA-404A-B6BE-402BB69187CC}"/>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708100" y="2172183"/>
            <a:ext cx="665036" cy="665036"/>
          </a:xfrm>
          <a:prstGeom prst="rect">
            <a:avLst/>
          </a:prstGeom>
        </p:spPr>
      </p:pic>
      <p:sp>
        <p:nvSpPr>
          <p:cNvPr id="14" name="Multiplication Sign 13">
            <a:extLst>
              <a:ext uri="{FF2B5EF4-FFF2-40B4-BE49-F238E27FC236}">
                <a16:creationId xmlns:a16="http://schemas.microsoft.com/office/drawing/2014/main" id="{A5676C77-9477-4022-A89D-2A63DCED69AA}"/>
              </a:ext>
            </a:extLst>
          </p:cNvPr>
          <p:cNvSpPr/>
          <p:nvPr/>
        </p:nvSpPr>
        <p:spPr>
          <a:xfrm>
            <a:off x="6895261" y="1598304"/>
            <a:ext cx="2290713" cy="2564091"/>
          </a:xfrm>
          <a:prstGeom prst="mathMultiply">
            <a:avLst>
              <a:gd name="adj1" fmla="val 4590"/>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TextBox 14">
            <a:extLst>
              <a:ext uri="{FF2B5EF4-FFF2-40B4-BE49-F238E27FC236}">
                <a16:creationId xmlns:a16="http://schemas.microsoft.com/office/drawing/2014/main" id="{C91F6634-5347-4F16-B884-2C8EFC81CDC7}"/>
              </a:ext>
            </a:extLst>
          </p:cNvPr>
          <p:cNvSpPr txBox="1"/>
          <p:nvPr/>
        </p:nvSpPr>
        <p:spPr>
          <a:xfrm flipH="1">
            <a:off x="7370402" y="3934695"/>
            <a:ext cx="4422530" cy="1477328"/>
          </a:xfrm>
          <a:prstGeom prst="rect">
            <a:avLst/>
          </a:prstGeom>
          <a:noFill/>
        </p:spPr>
        <p:txBody>
          <a:bodyPr wrap="square" rtlCol="0">
            <a:spAutoFit/>
          </a:bodyPr>
          <a:lstStyle/>
          <a:p>
            <a:r>
              <a:rPr lang="en-US" dirty="0">
                <a:solidFill>
                  <a:schemeClr val="bg1"/>
                </a:solidFill>
                <a:latin typeface="+mj-lt"/>
              </a:rPr>
              <a:t>Not okay for </a:t>
            </a:r>
          </a:p>
          <a:p>
            <a:endParaRPr lang="en-US" dirty="0">
              <a:solidFill>
                <a:srgbClr val="1D9EFF"/>
              </a:solidFill>
              <a:latin typeface="+mj-lt"/>
            </a:endParaRPr>
          </a:p>
          <a:p>
            <a:pPr marL="285750" indent="-285750">
              <a:buFont typeface="Wingdings" panose="05000000000000000000" pitchFamily="2" charset="2"/>
              <a:buChar char="§"/>
            </a:pPr>
            <a:r>
              <a:rPr lang="en-US" dirty="0">
                <a:solidFill>
                  <a:srgbClr val="1D9EFF"/>
                </a:solidFill>
                <a:latin typeface="+mj-lt"/>
              </a:rPr>
              <a:t>Questions regarding logistics</a:t>
            </a:r>
          </a:p>
          <a:p>
            <a:pPr marL="285750" indent="-285750">
              <a:buFont typeface="Wingdings" panose="05000000000000000000" pitchFamily="2" charset="2"/>
              <a:buChar char="§"/>
            </a:pPr>
            <a:r>
              <a:rPr lang="en-US" dirty="0">
                <a:solidFill>
                  <a:srgbClr val="1D9EFF"/>
                </a:solidFill>
                <a:latin typeface="+mj-lt"/>
              </a:rPr>
              <a:t>Questions on coding</a:t>
            </a:r>
          </a:p>
          <a:p>
            <a:pPr marL="285750" indent="-285750">
              <a:buFont typeface="Wingdings" panose="05000000000000000000" pitchFamily="2" charset="2"/>
              <a:buChar char="§"/>
            </a:pPr>
            <a:r>
              <a:rPr lang="en-US" dirty="0">
                <a:solidFill>
                  <a:srgbClr val="1D9EFF"/>
                </a:solidFill>
                <a:latin typeface="+mj-lt"/>
              </a:rPr>
              <a:t>Fixing bugs</a:t>
            </a:r>
          </a:p>
        </p:txBody>
      </p:sp>
      <p:sp>
        <p:nvSpPr>
          <p:cNvPr id="4" name="Slide Number Placeholder 3">
            <a:extLst>
              <a:ext uri="{FF2B5EF4-FFF2-40B4-BE49-F238E27FC236}">
                <a16:creationId xmlns:a16="http://schemas.microsoft.com/office/drawing/2014/main" id="{85AB74D4-27FD-0A5E-5DB0-0C7B094C193C}"/>
              </a:ext>
            </a:extLst>
          </p:cNvPr>
          <p:cNvSpPr>
            <a:spLocks noGrp="1"/>
          </p:cNvSpPr>
          <p:nvPr>
            <p:ph type="sldNum" sz="quarter" idx="12"/>
          </p:nvPr>
        </p:nvSpPr>
        <p:spPr/>
        <p:txBody>
          <a:bodyPr/>
          <a:lstStyle/>
          <a:p>
            <a:fld id="{017C28E0-2F8B-4999-AEA2-B3AA3AE8994F}" type="slidenum">
              <a:rPr lang="en-US" smtClean="0"/>
              <a:t>13</a:t>
            </a:fld>
            <a:endParaRPr lang="en-US"/>
          </a:p>
        </p:txBody>
      </p:sp>
      <p:grpSp>
        <p:nvGrpSpPr>
          <p:cNvPr id="16" name="Group 15">
            <a:extLst>
              <a:ext uri="{FF2B5EF4-FFF2-40B4-BE49-F238E27FC236}">
                <a16:creationId xmlns:a16="http://schemas.microsoft.com/office/drawing/2014/main" id="{A0EB5BEA-D0E1-B947-F09B-CC16C47393BA}"/>
              </a:ext>
            </a:extLst>
          </p:cNvPr>
          <p:cNvGrpSpPr/>
          <p:nvPr/>
        </p:nvGrpSpPr>
        <p:grpSpPr>
          <a:xfrm>
            <a:off x="11317255" y="5989103"/>
            <a:ext cx="841781" cy="748032"/>
            <a:chOff x="11337354" y="6025684"/>
            <a:chExt cx="841781" cy="748032"/>
          </a:xfrm>
        </p:grpSpPr>
        <p:pic>
          <p:nvPicPr>
            <p:cNvPr id="17" name="Picture 16">
              <a:extLst>
                <a:ext uri="{FF2B5EF4-FFF2-40B4-BE49-F238E27FC236}">
                  <a16:creationId xmlns:a16="http://schemas.microsoft.com/office/drawing/2014/main" id="{66853A1F-ABE5-111E-76A7-766F58C1A48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424975" y="6538912"/>
              <a:ext cx="666541" cy="234804"/>
            </a:xfrm>
            <a:prstGeom prst="rect">
              <a:avLst/>
            </a:prstGeom>
            <a:noFill/>
            <a:extLst>
              <a:ext uri="{909E8E84-426E-40DD-AFC4-6F175D3DCCD1}">
                <a14:hiddenFill xmlns:a14="http://schemas.microsoft.com/office/drawing/2010/main">
                  <a:solidFill>
                    <a:srgbClr val="FFFFFF"/>
                  </a:solidFill>
                </a14:hiddenFill>
              </a:ext>
            </a:extLst>
          </p:spPr>
        </p:pic>
        <p:pic>
          <p:nvPicPr>
            <p:cNvPr id="18" name="Picture 17" descr="Logo COP3530">
              <a:extLst>
                <a:ext uri="{FF2B5EF4-FFF2-40B4-BE49-F238E27FC236}">
                  <a16:creationId xmlns:a16="http://schemas.microsoft.com/office/drawing/2014/main" id="{1FD5B8EE-B5A0-C5FC-CA83-5DC5F44C38EA}"/>
                </a:ext>
              </a:extLst>
            </p:cNvPr>
            <p:cNvPicPr>
              <a:picLocks noChangeAspect="1"/>
            </p:cNvPicPr>
            <p:nvPr/>
          </p:nvPicPr>
          <p:blipFill rotWithShape="1">
            <a:blip r:embed="rId5"/>
            <a:srcRect t="1" b="20587"/>
            <a:stretch/>
          </p:blipFill>
          <p:spPr>
            <a:xfrm>
              <a:off x="11337354" y="6025684"/>
              <a:ext cx="841781" cy="465491"/>
            </a:xfrm>
            <a:prstGeom prst="rect">
              <a:avLst/>
            </a:prstGeom>
          </p:spPr>
        </p:pic>
      </p:grpSp>
    </p:spTree>
    <p:extLst>
      <p:ext uri="{BB962C8B-B14F-4D97-AF65-F5344CB8AC3E}">
        <p14:creationId xmlns:p14="http://schemas.microsoft.com/office/powerpoint/2010/main" val="261844824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98DF2D-4C21-45B7-8CEE-41E2C22A3166}"/>
              </a:ext>
            </a:extLst>
          </p:cNvPr>
          <p:cNvSpPr>
            <a:spLocks noGrp="1"/>
          </p:cNvSpPr>
          <p:nvPr>
            <p:ph type="title"/>
          </p:nvPr>
        </p:nvSpPr>
        <p:spPr/>
        <p:txBody>
          <a:bodyPr>
            <a:normAutofit fontScale="90000"/>
          </a:bodyPr>
          <a:lstStyle/>
          <a:p>
            <a:br>
              <a:rPr lang="en-US" dirty="0">
                <a:solidFill>
                  <a:schemeClr val="bg1"/>
                </a:solidFill>
                <a:latin typeface="Gotham Bold" pitchFamily="50" charset="0"/>
              </a:rPr>
            </a:br>
            <a:br>
              <a:rPr lang="en-US" dirty="0">
                <a:solidFill>
                  <a:schemeClr val="bg1"/>
                </a:solidFill>
                <a:latin typeface="Gotham Bold" pitchFamily="50" charset="0"/>
              </a:rPr>
            </a:br>
            <a:br>
              <a:rPr lang="en-US" dirty="0">
                <a:solidFill>
                  <a:schemeClr val="bg1"/>
                </a:solidFill>
                <a:latin typeface="Gotham Bold" pitchFamily="50" charset="0"/>
              </a:rPr>
            </a:br>
            <a:r>
              <a:rPr lang="en-US" dirty="0">
                <a:solidFill>
                  <a:schemeClr val="bg1"/>
                </a:solidFill>
                <a:latin typeface="Gotham Bold" pitchFamily="50" charset="0"/>
              </a:rPr>
              <a:t>Communication</a:t>
            </a:r>
            <a:br>
              <a:rPr lang="en-US" dirty="0">
                <a:solidFill>
                  <a:schemeClr val="bg1"/>
                </a:solidFill>
                <a:latin typeface="Gotham Bold" pitchFamily="50" charset="0"/>
              </a:rPr>
            </a:br>
            <a:br>
              <a:rPr lang="en-US" dirty="0">
                <a:solidFill>
                  <a:schemeClr val="bg1"/>
                </a:solidFill>
                <a:latin typeface="Gotham Bold" pitchFamily="50" charset="0"/>
              </a:rPr>
            </a:br>
            <a:br>
              <a:rPr lang="en-US" dirty="0">
                <a:solidFill>
                  <a:schemeClr val="bg1"/>
                </a:solidFill>
                <a:latin typeface="Gotham Bold" pitchFamily="50" charset="0"/>
              </a:rPr>
            </a:br>
            <a:endParaRPr lang="en-US" dirty="0">
              <a:solidFill>
                <a:schemeClr val="bg1"/>
              </a:solidFill>
              <a:latin typeface="Gotham Bold" pitchFamily="50" charset="0"/>
            </a:endParaRPr>
          </a:p>
        </p:txBody>
      </p:sp>
      <p:grpSp>
        <p:nvGrpSpPr>
          <p:cNvPr id="3" name="Group 2">
            <a:extLst>
              <a:ext uri="{FF2B5EF4-FFF2-40B4-BE49-F238E27FC236}">
                <a16:creationId xmlns:a16="http://schemas.microsoft.com/office/drawing/2014/main" id="{832B18E7-C0D0-4A91-B0A5-9F7D7CF225B6}"/>
              </a:ext>
            </a:extLst>
          </p:cNvPr>
          <p:cNvGrpSpPr/>
          <p:nvPr/>
        </p:nvGrpSpPr>
        <p:grpSpPr>
          <a:xfrm>
            <a:off x="2784595" y="1534172"/>
            <a:ext cx="6790186" cy="3880826"/>
            <a:chOff x="4198616" y="1534172"/>
            <a:chExt cx="6790186" cy="3880826"/>
          </a:xfrm>
        </p:grpSpPr>
        <p:sp>
          <p:nvSpPr>
            <p:cNvPr id="7" name="Rectangle 6">
              <a:extLst>
                <a:ext uri="{FF2B5EF4-FFF2-40B4-BE49-F238E27FC236}">
                  <a16:creationId xmlns:a16="http://schemas.microsoft.com/office/drawing/2014/main" id="{5398651C-937E-412F-8304-9CC525AE9B89}"/>
                </a:ext>
              </a:extLst>
            </p:cNvPr>
            <p:cNvSpPr/>
            <p:nvPr/>
          </p:nvSpPr>
          <p:spPr>
            <a:xfrm>
              <a:off x="4203559" y="3057688"/>
              <a:ext cx="3784882" cy="584775"/>
            </a:xfrm>
            <a:prstGeom prst="rect">
              <a:avLst/>
            </a:prstGeom>
          </p:spPr>
          <p:txBody>
            <a:bodyPr wrap="none">
              <a:spAutoFit/>
            </a:bodyPr>
            <a:lstStyle/>
            <a:p>
              <a:r>
                <a:rPr lang="en-US" sz="3200" dirty="0">
                  <a:solidFill>
                    <a:srgbClr val="0079D4"/>
                  </a:solidFill>
                  <a:latin typeface="Gotham Bold" pitchFamily="50" charset="0"/>
                </a:rPr>
                <a:t>Canvas Messages</a:t>
              </a:r>
              <a:endParaRPr lang="en-US" sz="3200" dirty="0">
                <a:solidFill>
                  <a:srgbClr val="0079D4"/>
                </a:solidFill>
              </a:endParaRPr>
            </a:p>
          </p:txBody>
        </p:sp>
        <p:sp>
          <p:nvSpPr>
            <p:cNvPr id="9" name="Rectangle 8">
              <a:extLst>
                <a:ext uri="{FF2B5EF4-FFF2-40B4-BE49-F238E27FC236}">
                  <a16:creationId xmlns:a16="http://schemas.microsoft.com/office/drawing/2014/main" id="{6EED065A-0601-44D4-B883-977835E72D03}"/>
                </a:ext>
              </a:extLst>
            </p:cNvPr>
            <p:cNvSpPr/>
            <p:nvPr/>
          </p:nvSpPr>
          <p:spPr>
            <a:xfrm>
              <a:off x="8579168" y="3032811"/>
              <a:ext cx="2409634" cy="584775"/>
            </a:xfrm>
            <a:prstGeom prst="rect">
              <a:avLst/>
            </a:prstGeom>
          </p:spPr>
          <p:txBody>
            <a:bodyPr wrap="none">
              <a:spAutoFit/>
            </a:bodyPr>
            <a:lstStyle/>
            <a:p>
              <a:r>
                <a:rPr lang="en-US" sz="3200" dirty="0">
                  <a:solidFill>
                    <a:srgbClr val="0079D4"/>
                  </a:solidFill>
                  <a:latin typeface="Gotham Bold" pitchFamily="50" charset="0"/>
                </a:rPr>
                <a:t>Phone Call</a:t>
              </a:r>
              <a:endParaRPr lang="en-US" sz="3200" dirty="0">
                <a:solidFill>
                  <a:srgbClr val="0079D4"/>
                </a:solidFill>
              </a:endParaRPr>
            </a:p>
          </p:txBody>
        </p:sp>
        <p:pic>
          <p:nvPicPr>
            <p:cNvPr id="4" name="Graphic 3" descr="Smart Phone">
              <a:extLst>
                <a:ext uri="{FF2B5EF4-FFF2-40B4-BE49-F238E27FC236}">
                  <a16:creationId xmlns:a16="http://schemas.microsoft.com/office/drawing/2014/main" id="{13598C37-D52F-4CE1-8546-83A4851977E4}"/>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291570" y="2100344"/>
              <a:ext cx="914400" cy="914400"/>
            </a:xfrm>
            <a:prstGeom prst="rect">
              <a:avLst/>
            </a:prstGeom>
          </p:spPr>
        </p:pic>
        <p:pic>
          <p:nvPicPr>
            <p:cNvPr id="11" name="Graphic 10" descr="Chat bubble">
              <a:extLst>
                <a:ext uri="{FF2B5EF4-FFF2-40B4-BE49-F238E27FC236}">
                  <a16:creationId xmlns:a16="http://schemas.microsoft.com/office/drawing/2014/main" id="{66F43B4C-EED8-4757-9843-C9B3828C98C6}"/>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713800" y="2100344"/>
              <a:ext cx="914400" cy="914400"/>
            </a:xfrm>
            <a:prstGeom prst="rect">
              <a:avLst/>
            </a:prstGeom>
          </p:spPr>
        </p:pic>
        <p:sp>
          <p:nvSpPr>
            <p:cNvPr id="10" name="Multiplication Sign 9">
              <a:extLst>
                <a:ext uri="{FF2B5EF4-FFF2-40B4-BE49-F238E27FC236}">
                  <a16:creationId xmlns:a16="http://schemas.microsoft.com/office/drawing/2014/main" id="{30F5395B-4AAB-40BD-96ED-2289290A0AED}"/>
                </a:ext>
              </a:extLst>
            </p:cNvPr>
            <p:cNvSpPr/>
            <p:nvPr/>
          </p:nvSpPr>
          <p:spPr>
            <a:xfrm>
              <a:off x="4198616" y="1608016"/>
              <a:ext cx="2290713" cy="2564091"/>
            </a:xfrm>
            <a:prstGeom prst="mathMultiply">
              <a:avLst>
                <a:gd name="adj1" fmla="val 4590"/>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Multiplication Sign 12">
              <a:extLst>
                <a:ext uri="{FF2B5EF4-FFF2-40B4-BE49-F238E27FC236}">
                  <a16:creationId xmlns:a16="http://schemas.microsoft.com/office/drawing/2014/main" id="{2C8D8BF9-FCA1-4C79-8884-FF5EC8749B4D}"/>
                </a:ext>
              </a:extLst>
            </p:cNvPr>
            <p:cNvSpPr/>
            <p:nvPr/>
          </p:nvSpPr>
          <p:spPr>
            <a:xfrm>
              <a:off x="5713800" y="1608016"/>
              <a:ext cx="2290713" cy="2564091"/>
            </a:xfrm>
            <a:prstGeom prst="mathMultiply">
              <a:avLst>
                <a:gd name="adj1" fmla="val 4590"/>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Multiplication Sign 13">
              <a:extLst>
                <a:ext uri="{FF2B5EF4-FFF2-40B4-BE49-F238E27FC236}">
                  <a16:creationId xmlns:a16="http://schemas.microsoft.com/office/drawing/2014/main" id="{7188EB86-2299-4CE2-89B9-FB5A9C443AE4}"/>
                </a:ext>
              </a:extLst>
            </p:cNvPr>
            <p:cNvSpPr/>
            <p:nvPr/>
          </p:nvSpPr>
          <p:spPr>
            <a:xfrm>
              <a:off x="8603413" y="1534172"/>
              <a:ext cx="2290713" cy="2564091"/>
            </a:xfrm>
            <a:prstGeom prst="mathMultiply">
              <a:avLst>
                <a:gd name="adj1" fmla="val 4590"/>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8" name="Picture 17" descr="Tired Taffy Cat">
              <a:extLst>
                <a:ext uri="{FF2B5EF4-FFF2-40B4-BE49-F238E27FC236}">
                  <a16:creationId xmlns:a16="http://schemas.microsoft.com/office/drawing/2014/main" id="{350ADC97-85FD-448F-9F7A-261F36B8C7A8}"/>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242414" y="3418527"/>
              <a:ext cx="1996471" cy="1996471"/>
            </a:xfrm>
            <a:prstGeom prst="rect">
              <a:avLst/>
            </a:prstGeom>
          </p:spPr>
        </p:pic>
      </p:grpSp>
      <p:sp>
        <p:nvSpPr>
          <p:cNvPr id="5" name="Slide Number Placeholder 4">
            <a:extLst>
              <a:ext uri="{FF2B5EF4-FFF2-40B4-BE49-F238E27FC236}">
                <a16:creationId xmlns:a16="http://schemas.microsoft.com/office/drawing/2014/main" id="{5C12E9E8-D652-77EC-3EF4-EEA74F397D43}"/>
              </a:ext>
            </a:extLst>
          </p:cNvPr>
          <p:cNvSpPr>
            <a:spLocks noGrp="1"/>
          </p:cNvSpPr>
          <p:nvPr>
            <p:ph type="sldNum" sz="quarter" idx="12"/>
          </p:nvPr>
        </p:nvSpPr>
        <p:spPr/>
        <p:txBody>
          <a:bodyPr/>
          <a:lstStyle/>
          <a:p>
            <a:fld id="{017C28E0-2F8B-4999-AEA2-B3AA3AE8994F}" type="slidenum">
              <a:rPr lang="en-US" smtClean="0"/>
              <a:t>14</a:t>
            </a:fld>
            <a:endParaRPr lang="en-US"/>
          </a:p>
        </p:txBody>
      </p:sp>
      <p:grpSp>
        <p:nvGrpSpPr>
          <p:cNvPr id="15" name="Group 14">
            <a:extLst>
              <a:ext uri="{FF2B5EF4-FFF2-40B4-BE49-F238E27FC236}">
                <a16:creationId xmlns:a16="http://schemas.microsoft.com/office/drawing/2014/main" id="{CF739FB6-793D-D582-9B98-AF77BC08AD9C}"/>
              </a:ext>
            </a:extLst>
          </p:cNvPr>
          <p:cNvGrpSpPr/>
          <p:nvPr/>
        </p:nvGrpSpPr>
        <p:grpSpPr>
          <a:xfrm>
            <a:off x="11317255" y="5989103"/>
            <a:ext cx="841781" cy="748032"/>
            <a:chOff x="11337354" y="6025684"/>
            <a:chExt cx="841781" cy="748032"/>
          </a:xfrm>
        </p:grpSpPr>
        <p:pic>
          <p:nvPicPr>
            <p:cNvPr id="16" name="Picture 15">
              <a:extLst>
                <a:ext uri="{FF2B5EF4-FFF2-40B4-BE49-F238E27FC236}">
                  <a16:creationId xmlns:a16="http://schemas.microsoft.com/office/drawing/2014/main" id="{5941BCD2-4804-A250-2E92-FA53A7EB1317}"/>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1424975" y="6538912"/>
              <a:ext cx="666541" cy="234804"/>
            </a:xfrm>
            <a:prstGeom prst="rect">
              <a:avLst/>
            </a:prstGeom>
            <a:noFill/>
            <a:extLst>
              <a:ext uri="{909E8E84-426E-40DD-AFC4-6F175D3DCCD1}">
                <a14:hiddenFill xmlns:a14="http://schemas.microsoft.com/office/drawing/2010/main">
                  <a:solidFill>
                    <a:srgbClr val="FFFFFF"/>
                  </a:solidFill>
                </a14:hiddenFill>
              </a:ext>
            </a:extLst>
          </p:spPr>
        </p:pic>
        <p:pic>
          <p:nvPicPr>
            <p:cNvPr id="17" name="Picture 16" descr="Logo COP3530">
              <a:extLst>
                <a:ext uri="{FF2B5EF4-FFF2-40B4-BE49-F238E27FC236}">
                  <a16:creationId xmlns:a16="http://schemas.microsoft.com/office/drawing/2014/main" id="{A9E8534A-34B1-716E-E872-81DF46920397}"/>
                </a:ext>
              </a:extLst>
            </p:cNvPr>
            <p:cNvPicPr>
              <a:picLocks noChangeAspect="1"/>
            </p:cNvPicPr>
            <p:nvPr/>
          </p:nvPicPr>
          <p:blipFill rotWithShape="1">
            <a:blip r:embed="rId7"/>
            <a:srcRect t="1" b="20587"/>
            <a:stretch/>
          </p:blipFill>
          <p:spPr>
            <a:xfrm>
              <a:off x="11337354" y="6025684"/>
              <a:ext cx="841781" cy="465491"/>
            </a:xfrm>
            <a:prstGeom prst="rect">
              <a:avLst/>
            </a:prstGeom>
          </p:spPr>
        </p:pic>
      </p:grpSp>
    </p:spTree>
    <p:extLst>
      <p:ext uri="{BB962C8B-B14F-4D97-AF65-F5344CB8AC3E}">
        <p14:creationId xmlns:p14="http://schemas.microsoft.com/office/powerpoint/2010/main" val="42895299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98DF2D-4C21-45B7-8CEE-41E2C22A3166}"/>
              </a:ext>
            </a:extLst>
          </p:cNvPr>
          <p:cNvSpPr>
            <a:spLocks noGrp="1"/>
          </p:cNvSpPr>
          <p:nvPr>
            <p:ph type="title"/>
          </p:nvPr>
        </p:nvSpPr>
        <p:spPr/>
        <p:txBody>
          <a:bodyPr>
            <a:normAutofit fontScale="90000"/>
          </a:bodyPr>
          <a:lstStyle/>
          <a:p>
            <a:br>
              <a:rPr lang="en-US" dirty="0">
                <a:solidFill>
                  <a:schemeClr val="bg1"/>
                </a:solidFill>
                <a:latin typeface="Gotham Bold" pitchFamily="50" charset="0"/>
              </a:rPr>
            </a:br>
            <a:br>
              <a:rPr lang="en-US" dirty="0">
                <a:solidFill>
                  <a:schemeClr val="bg1"/>
                </a:solidFill>
                <a:latin typeface="Gotham Bold" pitchFamily="50" charset="0"/>
              </a:rPr>
            </a:br>
            <a:br>
              <a:rPr lang="en-US" dirty="0">
                <a:solidFill>
                  <a:schemeClr val="bg1"/>
                </a:solidFill>
                <a:latin typeface="Gotham Bold" pitchFamily="50" charset="0"/>
              </a:rPr>
            </a:br>
            <a:r>
              <a:rPr lang="en-US" dirty="0">
                <a:solidFill>
                  <a:schemeClr val="bg1"/>
                </a:solidFill>
                <a:latin typeface="Gotham Bold" pitchFamily="50" charset="0"/>
              </a:rPr>
              <a:t>Debugging</a:t>
            </a:r>
            <a:br>
              <a:rPr lang="en-US" dirty="0">
                <a:solidFill>
                  <a:schemeClr val="bg1"/>
                </a:solidFill>
                <a:latin typeface="Gotham Bold" pitchFamily="50" charset="0"/>
              </a:rPr>
            </a:br>
            <a:br>
              <a:rPr lang="en-US" dirty="0">
                <a:solidFill>
                  <a:schemeClr val="bg1"/>
                </a:solidFill>
                <a:latin typeface="Gotham Bold" pitchFamily="50" charset="0"/>
              </a:rPr>
            </a:br>
            <a:br>
              <a:rPr lang="en-US" dirty="0">
                <a:solidFill>
                  <a:schemeClr val="bg1"/>
                </a:solidFill>
                <a:latin typeface="Gotham Bold" pitchFamily="50" charset="0"/>
              </a:rPr>
            </a:br>
            <a:endParaRPr lang="en-US" dirty="0">
              <a:solidFill>
                <a:schemeClr val="bg1"/>
              </a:solidFill>
              <a:latin typeface="Gotham Bold" pitchFamily="50" charset="0"/>
            </a:endParaRPr>
          </a:p>
        </p:txBody>
      </p:sp>
      <p:sp>
        <p:nvSpPr>
          <p:cNvPr id="12" name="TextBox 11">
            <a:extLst>
              <a:ext uri="{FF2B5EF4-FFF2-40B4-BE49-F238E27FC236}">
                <a16:creationId xmlns:a16="http://schemas.microsoft.com/office/drawing/2014/main" id="{29F38492-8D69-49B1-98FD-79C29E647F5E}"/>
              </a:ext>
            </a:extLst>
          </p:cNvPr>
          <p:cNvSpPr txBox="1"/>
          <p:nvPr/>
        </p:nvSpPr>
        <p:spPr>
          <a:xfrm>
            <a:off x="1404594" y="2037465"/>
            <a:ext cx="9483366" cy="3139321"/>
          </a:xfrm>
          <a:prstGeom prst="rect">
            <a:avLst/>
          </a:prstGeom>
          <a:noFill/>
        </p:spPr>
        <p:txBody>
          <a:bodyPr wrap="square" rtlCol="0">
            <a:spAutoFit/>
          </a:bodyPr>
          <a:lstStyle/>
          <a:p>
            <a:pPr marL="342900" indent="-342900">
              <a:buFont typeface="Wingdings" panose="05000000000000000000" pitchFamily="2" charset="2"/>
              <a:buChar char="§"/>
            </a:pPr>
            <a:r>
              <a:rPr lang="en-US" dirty="0">
                <a:solidFill>
                  <a:srgbClr val="1D9EFF"/>
                </a:solidFill>
                <a:latin typeface="+mj-lt"/>
              </a:rPr>
              <a:t>Students should visit the course staff during scheduled office hours for help and </a:t>
            </a:r>
            <a:r>
              <a:rPr lang="en-US" dirty="0">
                <a:solidFill>
                  <a:srgbClr val="F16000"/>
                </a:solidFill>
                <a:latin typeface="+mj-lt"/>
              </a:rPr>
              <a:t>provide context for help. </a:t>
            </a:r>
          </a:p>
          <a:p>
            <a:pPr marL="342900" indent="-342900">
              <a:buFont typeface="Wingdings" panose="05000000000000000000" pitchFamily="2" charset="2"/>
              <a:buChar char="§"/>
            </a:pPr>
            <a:endParaRPr lang="en-US" dirty="0">
              <a:solidFill>
                <a:srgbClr val="1D9EFF"/>
              </a:solidFill>
              <a:latin typeface="+mj-lt"/>
            </a:endParaRPr>
          </a:p>
          <a:p>
            <a:pPr marL="342900" indent="-342900">
              <a:buFont typeface="Wingdings" panose="05000000000000000000" pitchFamily="2" charset="2"/>
              <a:buChar char="§"/>
            </a:pPr>
            <a:r>
              <a:rPr lang="en-US" dirty="0">
                <a:solidFill>
                  <a:srgbClr val="EB6E19"/>
                </a:solidFill>
                <a:latin typeface="+mj-lt"/>
              </a:rPr>
              <a:t>Debugging requests </a:t>
            </a:r>
            <a:r>
              <a:rPr lang="en-US" dirty="0">
                <a:solidFill>
                  <a:srgbClr val="1D9EFF"/>
                </a:solidFill>
                <a:latin typeface="+mj-lt"/>
              </a:rPr>
              <a:t>for projects/quiz questions </a:t>
            </a:r>
            <a:r>
              <a:rPr lang="en-US" dirty="0">
                <a:solidFill>
                  <a:srgbClr val="EB6E19"/>
                </a:solidFill>
                <a:latin typeface="+mj-lt"/>
              </a:rPr>
              <a:t>must first go through the TAs or peer mentors</a:t>
            </a:r>
            <a:r>
              <a:rPr lang="en-US" dirty="0">
                <a:solidFill>
                  <a:srgbClr val="1D9EFF"/>
                </a:solidFill>
                <a:latin typeface="+mj-lt"/>
              </a:rPr>
              <a:t>. This is </a:t>
            </a:r>
            <a:r>
              <a:rPr lang="en-US" dirty="0">
                <a:solidFill>
                  <a:srgbClr val="EB6E19"/>
                </a:solidFill>
                <a:latin typeface="+mj-lt"/>
              </a:rPr>
              <a:t>strongly encouraged </a:t>
            </a:r>
            <a:r>
              <a:rPr lang="en-US" dirty="0">
                <a:solidFill>
                  <a:srgbClr val="1D9EFF"/>
                </a:solidFill>
                <a:latin typeface="+mj-lt"/>
              </a:rPr>
              <a:t>given we have a large class and several of you might have similar questions. </a:t>
            </a:r>
          </a:p>
          <a:p>
            <a:pPr marL="342900" indent="-342900">
              <a:buFont typeface="Wingdings" panose="05000000000000000000" pitchFamily="2" charset="2"/>
              <a:buChar char="§"/>
            </a:pPr>
            <a:endParaRPr lang="en-US" dirty="0">
              <a:solidFill>
                <a:srgbClr val="1D9EFF"/>
              </a:solidFill>
              <a:latin typeface="+mj-lt"/>
            </a:endParaRPr>
          </a:p>
          <a:p>
            <a:pPr marL="342900" indent="-342900">
              <a:buFont typeface="Wingdings" panose="05000000000000000000" pitchFamily="2" charset="2"/>
              <a:buChar char="§"/>
            </a:pPr>
            <a:r>
              <a:rPr lang="en-US" dirty="0">
                <a:solidFill>
                  <a:srgbClr val="1D9EFF"/>
                </a:solidFill>
                <a:latin typeface="+mj-lt"/>
              </a:rPr>
              <a:t>If your problem is not fixed, then start a conversation with both the Instructor and the TA/Peer mentor who you asked for help. </a:t>
            </a:r>
            <a:r>
              <a:rPr lang="en-US" dirty="0">
                <a:solidFill>
                  <a:srgbClr val="EB6E19"/>
                </a:solidFill>
                <a:latin typeface="+mj-lt"/>
              </a:rPr>
              <a:t>Debugging requests to the Instructor as a Slack direct message or an email will be ignored if you do not follow the above protocol.</a:t>
            </a:r>
          </a:p>
          <a:p>
            <a:pPr marL="342900" indent="-342900">
              <a:buFont typeface="Wingdings" panose="05000000000000000000" pitchFamily="2" charset="2"/>
              <a:buChar char="§"/>
            </a:pPr>
            <a:endParaRPr lang="en-US" dirty="0">
              <a:solidFill>
                <a:srgbClr val="1D9EFF"/>
              </a:solidFill>
              <a:latin typeface="+mj-lt"/>
            </a:endParaRPr>
          </a:p>
        </p:txBody>
      </p:sp>
      <p:sp>
        <p:nvSpPr>
          <p:cNvPr id="3" name="Slide Number Placeholder 2">
            <a:extLst>
              <a:ext uri="{FF2B5EF4-FFF2-40B4-BE49-F238E27FC236}">
                <a16:creationId xmlns:a16="http://schemas.microsoft.com/office/drawing/2014/main" id="{93AB7997-E956-B4DC-FBF2-302179B74AF0}"/>
              </a:ext>
            </a:extLst>
          </p:cNvPr>
          <p:cNvSpPr>
            <a:spLocks noGrp="1"/>
          </p:cNvSpPr>
          <p:nvPr>
            <p:ph type="sldNum" sz="quarter" idx="12"/>
          </p:nvPr>
        </p:nvSpPr>
        <p:spPr/>
        <p:txBody>
          <a:bodyPr/>
          <a:lstStyle/>
          <a:p>
            <a:fld id="{017C28E0-2F8B-4999-AEA2-B3AA3AE8994F}" type="slidenum">
              <a:rPr lang="en-US" smtClean="0"/>
              <a:t>15</a:t>
            </a:fld>
            <a:endParaRPr lang="en-US"/>
          </a:p>
        </p:txBody>
      </p:sp>
      <p:grpSp>
        <p:nvGrpSpPr>
          <p:cNvPr id="5" name="Group 4">
            <a:extLst>
              <a:ext uri="{FF2B5EF4-FFF2-40B4-BE49-F238E27FC236}">
                <a16:creationId xmlns:a16="http://schemas.microsoft.com/office/drawing/2014/main" id="{9A1AB0EC-4B71-B17E-4A60-8358EFDF559B}"/>
              </a:ext>
            </a:extLst>
          </p:cNvPr>
          <p:cNvGrpSpPr/>
          <p:nvPr/>
        </p:nvGrpSpPr>
        <p:grpSpPr>
          <a:xfrm>
            <a:off x="11317255" y="5989103"/>
            <a:ext cx="841781" cy="748032"/>
            <a:chOff x="11337354" y="6025684"/>
            <a:chExt cx="841781" cy="748032"/>
          </a:xfrm>
        </p:grpSpPr>
        <p:pic>
          <p:nvPicPr>
            <p:cNvPr id="6" name="Picture 5">
              <a:extLst>
                <a:ext uri="{FF2B5EF4-FFF2-40B4-BE49-F238E27FC236}">
                  <a16:creationId xmlns:a16="http://schemas.microsoft.com/office/drawing/2014/main" id="{AB5E1667-C93C-21FB-DB1B-007AA7BBC50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424975" y="6538912"/>
              <a:ext cx="666541" cy="234804"/>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descr="Logo COP3530">
              <a:extLst>
                <a:ext uri="{FF2B5EF4-FFF2-40B4-BE49-F238E27FC236}">
                  <a16:creationId xmlns:a16="http://schemas.microsoft.com/office/drawing/2014/main" id="{5A0B5402-13F7-6F8E-E6EC-B8FFFC7942B1}"/>
                </a:ext>
              </a:extLst>
            </p:cNvPr>
            <p:cNvPicPr>
              <a:picLocks noChangeAspect="1"/>
            </p:cNvPicPr>
            <p:nvPr/>
          </p:nvPicPr>
          <p:blipFill rotWithShape="1">
            <a:blip r:embed="rId4"/>
            <a:srcRect t="1" b="20587"/>
            <a:stretch/>
          </p:blipFill>
          <p:spPr>
            <a:xfrm>
              <a:off x="11337354" y="6025684"/>
              <a:ext cx="841781" cy="465491"/>
            </a:xfrm>
            <a:prstGeom prst="rect">
              <a:avLst/>
            </a:prstGeom>
          </p:spPr>
        </p:pic>
      </p:grpSp>
    </p:spTree>
    <p:extLst>
      <p:ext uri="{BB962C8B-B14F-4D97-AF65-F5344CB8AC3E}">
        <p14:creationId xmlns:p14="http://schemas.microsoft.com/office/powerpoint/2010/main" val="50096674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98DF2D-4C21-45B7-8CEE-41E2C22A3166}"/>
              </a:ext>
            </a:extLst>
          </p:cNvPr>
          <p:cNvSpPr>
            <a:spLocks noGrp="1"/>
          </p:cNvSpPr>
          <p:nvPr>
            <p:ph type="title"/>
          </p:nvPr>
        </p:nvSpPr>
        <p:spPr/>
        <p:txBody>
          <a:bodyPr>
            <a:normAutofit fontScale="90000"/>
          </a:bodyPr>
          <a:lstStyle/>
          <a:p>
            <a:br>
              <a:rPr lang="en-US" dirty="0">
                <a:solidFill>
                  <a:schemeClr val="bg1"/>
                </a:solidFill>
                <a:latin typeface="Gotham Bold" pitchFamily="50" charset="0"/>
              </a:rPr>
            </a:br>
            <a:br>
              <a:rPr lang="en-US" dirty="0">
                <a:solidFill>
                  <a:schemeClr val="bg1"/>
                </a:solidFill>
                <a:latin typeface="Gotham Bold" pitchFamily="50" charset="0"/>
              </a:rPr>
            </a:br>
            <a:br>
              <a:rPr lang="en-US" dirty="0">
                <a:solidFill>
                  <a:schemeClr val="bg1"/>
                </a:solidFill>
                <a:latin typeface="Gotham Bold" pitchFamily="50" charset="0"/>
              </a:rPr>
            </a:br>
            <a:r>
              <a:rPr lang="en-US" dirty="0">
                <a:solidFill>
                  <a:schemeClr val="bg1"/>
                </a:solidFill>
                <a:latin typeface="Gotham Bold" pitchFamily="50" charset="0"/>
              </a:rPr>
              <a:t>Grading</a:t>
            </a:r>
            <a:br>
              <a:rPr lang="en-US" dirty="0">
                <a:solidFill>
                  <a:schemeClr val="bg1"/>
                </a:solidFill>
                <a:latin typeface="Gotham Bold" pitchFamily="50" charset="0"/>
              </a:rPr>
            </a:br>
            <a:br>
              <a:rPr lang="en-US" dirty="0">
                <a:solidFill>
                  <a:schemeClr val="bg1"/>
                </a:solidFill>
                <a:latin typeface="Gotham Bold" pitchFamily="50" charset="0"/>
              </a:rPr>
            </a:br>
            <a:br>
              <a:rPr lang="en-US" dirty="0">
                <a:solidFill>
                  <a:schemeClr val="bg1"/>
                </a:solidFill>
                <a:latin typeface="Gotham Bold" pitchFamily="50" charset="0"/>
              </a:rPr>
            </a:br>
            <a:endParaRPr lang="en-US" dirty="0">
              <a:solidFill>
                <a:schemeClr val="bg1"/>
              </a:solidFill>
              <a:latin typeface="Gotham Bold" pitchFamily="50" charset="0"/>
            </a:endParaRPr>
          </a:p>
        </p:txBody>
      </p:sp>
      <p:sp>
        <p:nvSpPr>
          <p:cNvPr id="9" name="Title 1">
            <a:extLst>
              <a:ext uri="{FF2B5EF4-FFF2-40B4-BE49-F238E27FC236}">
                <a16:creationId xmlns:a16="http://schemas.microsoft.com/office/drawing/2014/main" id="{753E7F3E-4912-4FEA-B34E-7E95D57C3114}"/>
              </a:ext>
            </a:extLst>
          </p:cNvPr>
          <p:cNvSpPr txBox="1">
            <a:spLocks/>
          </p:cNvSpPr>
          <p:nvPr/>
        </p:nvSpPr>
        <p:spPr>
          <a:xfrm>
            <a:off x="1175426" y="3221815"/>
            <a:ext cx="1237034" cy="1325563"/>
          </a:xfrm>
          <a:prstGeom prst="rect">
            <a:avLst/>
          </a:prstGeom>
        </p:spPr>
        <p:txBody>
          <a:bodyPr vert="horz" lIns="91440" tIns="45720" rIns="91440" bIns="45720" rtlCol="0" anchor="ctr">
            <a:normAutofit fontScale="900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br>
              <a:rPr lang="en-US" sz="1800" dirty="0">
                <a:solidFill>
                  <a:schemeClr val="bg1"/>
                </a:solidFill>
                <a:latin typeface="Gotham Bold" pitchFamily="50" charset="0"/>
              </a:rPr>
            </a:br>
            <a:br>
              <a:rPr lang="en-US" sz="1800" dirty="0">
                <a:solidFill>
                  <a:schemeClr val="bg1"/>
                </a:solidFill>
                <a:latin typeface="Gotham Bold" pitchFamily="50" charset="0"/>
              </a:rPr>
            </a:br>
            <a:br>
              <a:rPr lang="en-US" sz="1800" dirty="0">
                <a:solidFill>
                  <a:schemeClr val="bg1"/>
                </a:solidFill>
                <a:latin typeface="Gotham Bold" pitchFamily="50" charset="0"/>
              </a:rPr>
            </a:br>
            <a:br>
              <a:rPr lang="en-US" sz="1800" dirty="0">
                <a:solidFill>
                  <a:schemeClr val="bg1"/>
                </a:solidFill>
                <a:latin typeface="Gotham Bold" pitchFamily="50" charset="0"/>
              </a:rPr>
            </a:br>
            <a:br>
              <a:rPr lang="en-US" sz="1800" dirty="0">
                <a:solidFill>
                  <a:schemeClr val="bg1"/>
                </a:solidFill>
                <a:latin typeface="Gotham Bold" pitchFamily="50" charset="0"/>
              </a:rPr>
            </a:br>
            <a:endParaRPr lang="en-US" sz="1800" dirty="0">
              <a:solidFill>
                <a:schemeClr val="bg1"/>
              </a:solidFill>
              <a:latin typeface="Gotham Bold" pitchFamily="50" charset="0"/>
            </a:endParaRPr>
          </a:p>
        </p:txBody>
      </p:sp>
      <p:sp>
        <p:nvSpPr>
          <p:cNvPr id="5" name="Slide Number Placeholder 4">
            <a:extLst>
              <a:ext uri="{FF2B5EF4-FFF2-40B4-BE49-F238E27FC236}">
                <a16:creationId xmlns:a16="http://schemas.microsoft.com/office/drawing/2014/main" id="{7196208D-BED5-38E5-C511-E248ABF07569}"/>
              </a:ext>
            </a:extLst>
          </p:cNvPr>
          <p:cNvSpPr>
            <a:spLocks noGrp="1"/>
          </p:cNvSpPr>
          <p:nvPr>
            <p:ph type="sldNum" sz="quarter" idx="12"/>
          </p:nvPr>
        </p:nvSpPr>
        <p:spPr/>
        <p:txBody>
          <a:bodyPr/>
          <a:lstStyle/>
          <a:p>
            <a:fld id="{017C28E0-2F8B-4999-AEA2-B3AA3AE8994F}" type="slidenum">
              <a:rPr lang="en-US" smtClean="0"/>
              <a:t>16</a:t>
            </a:fld>
            <a:endParaRPr lang="en-US"/>
          </a:p>
        </p:txBody>
      </p:sp>
      <p:grpSp>
        <p:nvGrpSpPr>
          <p:cNvPr id="7" name="Group 6">
            <a:extLst>
              <a:ext uri="{FF2B5EF4-FFF2-40B4-BE49-F238E27FC236}">
                <a16:creationId xmlns:a16="http://schemas.microsoft.com/office/drawing/2014/main" id="{978B802B-A3E4-7124-E5F9-1C8272DDC4F8}"/>
              </a:ext>
            </a:extLst>
          </p:cNvPr>
          <p:cNvGrpSpPr/>
          <p:nvPr/>
        </p:nvGrpSpPr>
        <p:grpSpPr>
          <a:xfrm>
            <a:off x="11317255" y="5989103"/>
            <a:ext cx="841781" cy="748032"/>
            <a:chOff x="11337354" y="6025684"/>
            <a:chExt cx="841781" cy="748032"/>
          </a:xfrm>
        </p:grpSpPr>
        <p:pic>
          <p:nvPicPr>
            <p:cNvPr id="8" name="Picture 7">
              <a:extLst>
                <a:ext uri="{FF2B5EF4-FFF2-40B4-BE49-F238E27FC236}">
                  <a16:creationId xmlns:a16="http://schemas.microsoft.com/office/drawing/2014/main" id="{70E5A92F-82B6-B43B-210C-046D1A745AE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424975" y="6538912"/>
              <a:ext cx="666541" cy="234804"/>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9" descr="Logo COP3530">
              <a:extLst>
                <a:ext uri="{FF2B5EF4-FFF2-40B4-BE49-F238E27FC236}">
                  <a16:creationId xmlns:a16="http://schemas.microsoft.com/office/drawing/2014/main" id="{0CDC3469-BF14-526E-1362-D455D4635042}"/>
                </a:ext>
              </a:extLst>
            </p:cNvPr>
            <p:cNvPicPr>
              <a:picLocks noChangeAspect="1"/>
            </p:cNvPicPr>
            <p:nvPr/>
          </p:nvPicPr>
          <p:blipFill rotWithShape="1">
            <a:blip r:embed="rId4"/>
            <a:srcRect t="1" b="20587"/>
            <a:stretch/>
          </p:blipFill>
          <p:spPr>
            <a:xfrm>
              <a:off x="11337354" y="6025684"/>
              <a:ext cx="841781" cy="465491"/>
            </a:xfrm>
            <a:prstGeom prst="rect">
              <a:avLst/>
            </a:prstGeom>
          </p:spPr>
        </p:pic>
      </p:grpSp>
      <p:sp>
        <p:nvSpPr>
          <p:cNvPr id="11" name="TextBox 10">
            <a:extLst>
              <a:ext uri="{FF2B5EF4-FFF2-40B4-BE49-F238E27FC236}">
                <a16:creationId xmlns:a16="http://schemas.microsoft.com/office/drawing/2014/main" id="{AB65C074-7990-F592-B861-CFAA7BECAEB8}"/>
              </a:ext>
            </a:extLst>
          </p:cNvPr>
          <p:cNvSpPr txBox="1"/>
          <p:nvPr/>
        </p:nvSpPr>
        <p:spPr>
          <a:xfrm>
            <a:off x="3143636" y="4767670"/>
            <a:ext cx="7105576" cy="307777"/>
          </a:xfrm>
          <a:prstGeom prst="rect">
            <a:avLst/>
          </a:prstGeom>
          <a:noFill/>
        </p:spPr>
        <p:txBody>
          <a:bodyPr wrap="square">
            <a:spAutoFit/>
          </a:bodyPr>
          <a:lstStyle/>
          <a:p>
            <a:r>
              <a:rPr lang="en-US" sz="1400" b="0" dirty="0">
                <a:solidFill>
                  <a:srgbClr val="1D9EFF"/>
                </a:solidFill>
                <a:effectLst/>
              </a:rPr>
              <a:t>Total assessments: </a:t>
            </a:r>
            <a:r>
              <a:rPr lang="en-US" sz="1400" b="0" dirty="0">
                <a:solidFill>
                  <a:schemeClr val="bg1"/>
                </a:solidFill>
                <a:effectLst/>
              </a:rPr>
              <a:t>26 excluding extra credit and class/discussion participation</a:t>
            </a:r>
            <a:endParaRPr lang="en-US" sz="1400" dirty="0"/>
          </a:p>
        </p:txBody>
      </p:sp>
      <p:graphicFrame>
        <p:nvGraphicFramePr>
          <p:cNvPr id="6" name="Table 5">
            <a:extLst>
              <a:ext uri="{FF2B5EF4-FFF2-40B4-BE49-F238E27FC236}">
                <a16:creationId xmlns:a16="http://schemas.microsoft.com/office/drawing/2014/main" id="{3A7017FB-3FCE-B52C-8144-22F51E8C19AA}"/>
              </a:ext>
            </a:extLst>
          </p:cNvPr>
          <p:cNvGraphicFramePr>
            <a:graphicFrameLocks noGrp="1"/>
          </p:cNvGraphicFramePr>
          <p:nvPr>
            <p:extLst>
              <p:ext uri="{D42A27DB-BD31-4B8C-83A1-F6EECF244321}">
                <p14:modId xmlns:p14="http://schemas.microsoft.com/office/powerpoint/2010/main" val="1871068950"/>
              </p:ext>
            </p:extLst>
          </p:nvPr>
        </p:nvGraphicFramePr>
        <p:xfrm>
          <a:off x="1057684" y="1657223"/>
          <a:ext cx="10076632" cy="3017520"/>
        </p:xfrm>
        <a:graphic>
          <a:graphicData uri="http://schemas.openxmlformats.org/drawingml/2006/table">
            <a:tbl>
              <a:tblPr firstRow="1" firstCol="1" bandRow="1">
                <a:tableStyleId>{5C22544A-7EE6-4342-B048-85BDC9FD1C3A}</a:tableStyleId>
              </a:tblPr>
              <a:tblGrid>
                <a:gridCol w="2073773">
                  <a:extLst>
                    <a:ext uri="{9D8B030D-6E8A-4147-A177-3AD203B41FA5}">
                      <a16:colId xmlns:a16="http://schemas.microsoft.com/office/drawing/2014/main" val="2055316150"/>
                    </a:ext>
                  </a:extLst>
                </a:gridCol>
                <a:gridCol w="5723785">
                  <a:extLst>
                    <a:ext uri="{9D8B030D-6E8A-4147-A177-3AD203B41FA5}">
                      <a16:colId xmlns:a16="http://schemas.microsoft.com/office/drawing/2014/main" val="502711065"/>
                    </a:ext>
                  </a:extLst>
                </a:gridCol>
                <a:gridCol w="2279074">
                  <a:extLst>
                    <a:ext uri="{9D8B030D-6E8A-4147-A177-3AD203B41FA5}">
                      <a16:colId xmlns:a16="http://schemas.microsoft.com/office/drawing/2014/main" val="1789847907"/>
                    </a:ext>
                  </a:extLst>
                </a:gridCol>
              </a:tblGrid>
              <a:tr h="167005">
                <a:tc>
                  <a:txBody>
                    <a:bodyPr/>
                    <a:lstStyle/>
                    <a:p>
                      <a:pPr marL="0" marR="0" algn="ctr">
                        <a:buNone/>
                      </a:pPr>
                      <a:r>
                        <a:rPr lang="en-US" sz="1800" dirty="0">
                          <a:solidFill>
                            <a:srgbClr val="EB6E19"/>
                          </a:solidFill>
                          <a:effectLst/>
                          <a:latin typeface="Calibri Light" panose="020F0302020204030204" pitchFamily="34" charset="0"/>
                          <a:cs typeface="Calibri Light" panose="020F0302020204030204" pitchFamily="34" charset="0"/>
                        </a:rPr>
                        <a:t>Modality</a:t>
                      </a:r>
                      <a:endParaRPr lang="en-US" sz="1800" dirty="0">
                        <a:solidFill>
                          <a:srgbClr val="EB6E19"/>
                        </a:solidFill>
                        <a:effectLst/>
                        <a:latin typeface="Calibri Light" panose="020F0302020204030204" pitchFamily="34" charset="0"/>
                        <a:ea typeface="Times New Roman" panose="02020603050405020304" pitchFamily="18" charset="0"/>
                        <a:cs typeface="Calibri Light" panose="020F0302020204030204" pitchFamily="34" charset="0"/>
                      </a:endParaRPr>
                    </a:p>
                  </a:txBody>
                  <a:tcPr marL="68580" marR="68580" marT="0" marB="0">
                    <a:lnL w="12700" cap="flat" cmpd="sng" algn="ctr">
                      <a:solidFill>
                        <a:schemeClr val="tx1">
                          <a:lumMod val="85000"/>
                          <a:lumOff val="15000"/>
                        </a:schemeClr>
                      </a:solidFill>
                      <a:prstDash val="solid"/>
                      <a:round/>
                      <a:headEnd type="none" w="med" len="med"/>
                      <a:tailEnd type="none" w="med" len="med"/>
                    </a:lnL>
                    <a:lnR w="12700" cap="flat" cmpd="sng" algn="ctr">
                      <a:solidFill>
                        <a:schemeClr val="tx1">
                          <a:lumMod val="85000"/>
                          <a:lumOff val="15000"/>
                        </a:schemeClr>
                      </a:solidFill>
                      <a:prstDash val="solid"/>
                      <a:round/>
                      <a:headEnd type="none" w="med" len="med"/>
                      <a:tailEnd type="none" w="med" len="med"/>
                    </a:lnR>
                    <a:lnT w="12700" cap="flat" cmpd="sng" algn="ctr">
                      <a:solidFill>
                        <a:schemeClr val="tx1">
                          <a:lumMod val="85000"/>
                          <a:lumOff val="15000"/>
                        </a:schemeClr>
                      </a:solidFill>
                      <a:prstDash val="solid"/>
                      <a:round/>
                      <a:headEnd type="none" w="med" len="med"/>
                      <a:tailEnd type="none" w="med" len="med"/>
                    </a:lnT>
                    <a:lnB w="12700" cap="flat" cmpd="sng" algn="ctr">
                      <a:solidFill>
                        <a:schemeClr val="tx1">
                          <a:lumMod val="85000"/>
                          <a:lumOff val="15000"/>
                        </a:schemeClr>
                      </a:solidFill>
                      <a:prstDash val="solid"/>
                      <a:round/>
                      <a:headEnd type="none" w="med" len="med"/>
                      <a:tailEnd type="none" w="med" len="med"/>
                    </a:lnB>
                    <a:noFill/>
                  </a:tcPr>
                </a:tc>
                <a:tc>
                  <a:txBody>
                    <a:bodyPr/>
                    <a:lstStyle/>
                    <a:p>
                      <a:pPr marL="0" marR="0" algn="ctr">
                        <a:buNone/>
                      </a:pPr>
                      <a:r>
                        <a:rPr lang="en-US" sz="1800" dirty="0">
                          <a:solidFill>
                            <a:srgbClr val="EB6E19"/>
                          </a:solidFill>
                          <a:effectLst/>
                          <a:latin typeface="Calibri Light" panose="020F0302020204030204" pitchFamily="34" charset="0"/>
                          <a:cs typeface="Calibri Light" panose="020F0302020204030204" pitchFamily="34" charset="0"/>
                        </a:rPr>
                        <a:t>Assignment</a:t>
                      </a:r>
                      <a:endParaRPr lang="en-US" sz="1800" dirty="0">
                        <a:solidFill>
                          <a:srgbClr val="EB6E19"/>
                        </a:solidFill>
                        <a:effectLst/>
                        <a:latin typeface="Calibri Light" panose="020F0302020204030204" pitchFamily="34" charset="0"/>
                        <a:ea typeface="Times New Roman" panose="02020603050405020304" pitchFamily="18" charset="0"/>
                        <a:cs typeface="Calibri Light" panose="020F0302020204030204" pitchFamily="34" charset="0"/>
                      </a:endParaRPr>
                    </a:p>
                  </a:txBody>
                  <a:tcPr marL="68580" marR="68580" marT="0" marB="0">
                    <a:lnL w="12700" cap="flat" cmpd="sng" algn="ctr">
                      <a:solidFill>
                        <a:schemeClr val="tx1">
                          <a:lumMod val="85000"/>
                          <a:lumOff val="15000"/>
                        </a:schemeClr>
                      </a:solidFill>
                      <a:prstDash val="solid"/>
                      <a:round/>
                      <a:headEnd type="none" w="med" len="med"/>
                      <a:tailEnd type="none" w="med" len="med"/>
                    </a:lnL>
                    <a:lnR w="12700" cap="flat" cmpd="sng" algn="ctr">
                      <a:solidFill>
                        <a:schemeClr val="tx1">
                          <a:lumMod val="85000"/>
                          <a:lumOff val="15000"/>
                        </a:schemeClr>
                      </a:solidFill>
                      <a:prstDash val="solid"/>
                      <a:round/>
                      <a:headEnd type="none" w="med" len="med"/>
                      <a:tailEnd type="none" w="med" len="med"/>
                    </a:lnR>
                    <a:lnT w="12700" cap="flat" cmpd="sng" algn="ctr">
                      <a:solidFill>
                        <a:schemeClr val="tx1">
                          <a:lumMod val="85000"/>
                          <a:lumOff val="15000"/>
                        </a:schemeClr>
                      </a:solidFill>
                      <a:prstDash val="solid"/>
                      <a:round/>
                      <a:headEnd type="none" w="med" len="med"/>
                      <a:tailEnd type="none" w="med" len="med"/>
                    </a:lnT>
                    <a:lnB w="12700" cap="flat" cmpd="sng" algn="ctr">
                      <a:solidFill>
                        <a:schemeClr val="tx1">
                          <a:lumMod val="85000"/>
                          <a:lumOff val="15000"/>
                        </a:schemeClr>
                      </a:solidFill>
                      <a:prstDash val="solid"/>
                      <a:round/>
                      <a:headEnd type="none" w="med" len="med"/>
                      <a:tailEnd type="none" w="med" len="med"/>
                    </a:lnB>
                    <a:noFill/>
                  </a:tcPr>
                </a:tc>
                <a:tc>
                  <a:txBody>
                    <a:bodyPr/>
                    <a:lstStyle/>
                    <a:p>
                      <a:pPr marL="0" marR="0" algn="ctr">
                        <a:buNone/>
                      </a:pPr>
                      <a:r>
                        <a:rPr lang="en-US" sz="1800" dirty="0">
                          <a:solidFill>
                            <a:srgbClr val="EB6E19"/>
                          </a:solidFill>
                          <a:effectLst/>
                          <a:latin typeface="Calibri Light" panose="020F0302020204030204" pitchFamily="34" charset="0"/>
                          <a:cs typeface="Calibri Light" panose="020F0302020204030204" pitchFamily="34" charset="0"/>
                        </a:rPr>
                        <a:t>% of Final Grade</a:t>
                      </a:r>
                      <a:endParaRPr lang="en-US" sz="1800" dirty="0">
                        <a:solidFill>
                          <a:srgbClr val="EB6E19"/>
                        </a:solidFill>
                        <a:effectLst/>
                        <a:latin typeface="Calibri Light" panose="020F0302020204030204" pitchFamily="34" charset="0"/>
                        <a:ea typeface="Times New Roman" panose="02020603050405020304" pitchFamily="18" charset="0"/>
                        <a:cs typeface="Calibri Light" panose="020F0302020204030204" pitchFamily="34" charset="0"/>
                      </a:endParaRPr>
                    </a:p>
                  </a:txBody>
                  <a:tcPr marL="68580" marR="68580" marT="0" marB="0">
                    <a:lnL w="12700" cap="flat" cmpd="sng" algn="ctr">
                      <a:solidFill>
                        <a:schemeClr val="tx1">
                          <a:lumMod val="85000"/>
                          <a:lumOff val="15000"/>
                        </a:schemeClr>
                      </a:solidFill>
                      <a:prstDash val="solid"/>
                      <a:round/>
                      <a:headEnd type="none" w="med" len="med"/>
                      <a:tailEnd type="none" w="med" len="med"/>
                    </a:lnL>
                    <a:lnR w="12700" cap="flat" cmpd="sng" algn="ctr">
                      <a:solidFill>
                        <a:schemeClr val="tx1">
                          <a:lumMod val="85000"/>
                          <a:lumOff val="15000"/>
                        </a:schemeClr>
                      </a:solidFill>
                      <a:prstDash val="solid"/>
                      <a:round/>
                      <a:headEnd type="none" w="med" len="med"/>
                      <a:tailEnd type="none" w="med" len="med"/>
                    </a:lnR>
                    <a:lnT w="12700" cap="flat" cmpd="sng" algn="ctr">
                      <a:solidFill>
                        <a:schemeClr val="tx1">
                          <a:lumMod val="85000"/>
                          <a:lumOff val="15000"/>
                        </a:schemeClr>
                      </a:solidFill>
                      <a:prstDash val="solid"/>
                      <a:round/>
                      <a:headEnd type="none" w="med" len="med"/>
                      <a:tailEnd type="none" w="med" len="med"/>
                    </a:lnT>
                    <a:lnB w="12700" cap="flat" cmpd="sng" algn="ctr">
                      <a:solidFill>
                        <a:schemeClr val="tx1">
                          <a:lumMod val="85000"/>
                          <a:lumOff val="15000"/>
                        </a:schemeClr>
                      </a:solidFill>
                      <a:prstDash val="solid"/>
                      <a:round/>
                      <a:headEnd type="none" w="med" len="med"/>
                      <a:tailEnd type="none" w="med" len="med"/>
                    </a:lnB>
                    <a:noFill/>
                  </a:tcPr>
                </a:tc>
                <a:extLst>
                  <a:ext uri="{0D108BD9-81ED-4DB2-BD59-A6C34878D82A}">
                    <a16:rowId xmlns:a16="http://schemas.microsoft.com/office/drawing/2014/main" val="3330503316"/>
                  </a:ext>
                </a:extLst>
              </a:tr>
              <a:tr h="62230">
                <a:tc rowSpan="7">
                  <a:txBody>
                    <a:bodyPr/>
                    <a:lstStyle/>
                    <a:p>
                      <a:pPr marL="0" marR="0" algn="ctr">
                        <a:buNone/>
                      </a:pPr>
                      <a:r>
                        <a:rPr lang="en-US" sz="1800" dirty="0">
                          <a:solidFill>
                            <a:srgbClr val="1988DC"/>
                          </a:solidFill>
                          <a:effectLst/>
                          <a:latin typeface="Calibri Light" panose="020F0302020204030204" pitchFamily="34" charset="0"/>
                          <a:cs typeface="Calibri Light" panose="020F0302020204030204" pitchFamily="34" charset="0"/>
                        </a:rPr>
                        <a:t>Individual</a:t>
                      </a:r>
                      <a:endParaRPr lang="en-US" sz="1800" dirty="0">
                        <a:solidFill>
                          <a:srgbClr val="1988DC"/>
                        </a:solidFill>
                        <a:effectLst/>
                        <a:latin typeface="Calibri Light" panose="020F0302020204030204" pitchFamily="34" charset="0"/>
                        <a:ea typeface="Times New Roman" panose="02020603050405020304" pitchFamily="18" charset="0"/>
                        <a:cs typeface="Calibri Light" panose="020F0302020204030204" pitchFamily="34" charset="0"/>
                      </a:endParaRPr>
                    </a:p>
                  </a:txBody>
                  <a:tcPr marL="68580" marR="68580" marT="0" marB="0" anchor="ctr">
                    <a:lnL w="12700" cap="flat" cmpd="sng" algn="ctr">
                      <a:solidFill>
                        <a:schemeClr val="tx1">
                          <a:lumMod val="85000"/>
                          <a:lumOff val="15000"/>
                        </a:schemeClr>
                      </a:solidFill>
                      <a:prstDash val="solid"/>
                      <a:round/>
                      <a:headEnd type="none" w="med" len="med"/>
                      <a:tailEnd type="none" w="med" len="med"/>
                    </a:lnL>
                    <a:lnR w="12700" cap="flat" cmpd="sng" algn="ctr">
                      <a:solidFill>
                        <a:schemeClr val="tx1">
                          <a:lumMod val="85000"/>
                          <a:lumOff val="15000"/>
                        </a:schemeClr>
                      </a:solidFill>
                      <a:prstDash val="solid"/>
                      <a:round/>
                      <a:headEnd type="none" w="med" len="med"/>
                      <a:tailEnd type="none" w="med" len="med"/>
                    </a:lnR>
                    <a:lnT w="12700" cap="flat" cmpd="sng" algn="ctr">
                      <a:solidFill>
                        <a:schemeClr val="tx1">
                          <a:lumMod val="85000"/>
                          <a:lumOff val="15000"/>
                        </a:schemeClr>
                      </a:solidFill>
                      <a:prstDash val="solid"/>
                      <a:round/>
                      <a:headEnd type="none" w="med" len="med"/>
                      <a:tailEnd type="none" w="med" len="med"/>
                    </a:lnT>
                    <a:lnB w="12700" cap="flat" cmpd="sng" algn="ctr">
                      <a:solidFill>
                        <a:schemeClr val="tx1">
                          <a:lumMod val="85000"/>
                          <a:lumOff val="15000"/>
                        </a:schemeClr>
                      </a:solidFill>
                      <a:prstDash val="solid"/>
                      <a:round/>
                      <a:headEnd type="none" w="med" len="med"/>
                      <a:tailEnd type="none" w="med" len="med"/>
                    </a:lnB>
                    <a:noFill/>
                  </a:tcPr>
                </a:tc>
                <a:tc>
                  <a:txBody>
                    <a:bodyPr/>
                    <a:lstStyle/>
                    <a:p>
                      <a:pPr marL="0" marR="0">
                        <a:buNone/>
                      </a:pPr>
                      <a:r>
                        <a:rPr lang="en-US" sz="1800">
                          <a:solidFill>
                            <a:schemeClr val="bg1"/>
                          </a:solidFill>
                          <a:effectLst/>
                          <a:latin typeface="Calibri Light" panose="020F0302020204030204" pitchFamily="34" charset="0"/>
                          <a:cs typeface="Calibri Light" panose="020F0302020204030204" pitchFamily="34" charset="0"/>
                        </a:rPr>
                        <a:t>Programming / HTG Quizzes (drop two lowest scores)</a:t>
                      </a:r>
                      <a:endParaRPr lang="en-US" sz="1800">
                        <a:solidFill>
                          <a:schemeClr val="bg1"/>
                        </a:solidFill>
                        <a:effectLst/>
                        <a:latin typeface="Calibri Light" panose="020F0302020204030204" pitchFamily="34" charset="0"/>
                        <a:ea typeface="Times New Roman" panose="02020603050405020304" pitchFamily="18" charset="0"/>
                        <a:cs typeface="Calibri Light" panose="020F0302020204030204" pitchFamily="34" charset="0"/>
                      </a:endParaRPr>
                    </a:p>
                  </a:txBody>
                  <a:tcPr marL="68580" marR="68580" marT="0" marB="0">
                    <a:lnL w="12700" cap="flat" cmpd="sng" algn="ctr">
                      <a:solidFill>
                        <a:schemeClr val="tx1">
                          <a:lumMod val="85000"/>
                          <a:lumOff val="15000"/>
                        </a:schemeClr>
                      </a:solidFill>
                      <a:prstDash val="solid"/>
                      <a:round/>
                      <a:headEnd type="none" w="med" len="med"/>
                      <a:tailEnd type="none" w="med" len="med"/>
                    </a:lnL>
                    <a:lnR w="12700" cap="flat" cmpd="sng" algn="ctr">
                      <a:solidFill>
                        <a:schemeClr val="tx1">
                          <a:lumMod val="85000"/>
                          <a:lumOff val="15000"/>
                        </a:schemeClr>
                      </a:solidFill>
                      <a:prstDash val="solid"/>
                      <a:round/>
                      <a:headEnd type="none" w="med" len="med"/>
                      <a:tailEnd type="none" w="med" len="med"/>
                    </a:lnR>
                    <a:lnT w="12700" cap="flat" cmpd="sng" algn="ctr">
                      <a:solidFill>
                        <a:schemeClr val="tx1">
                          <a:lumMod val="85000"/>
                          <a:lumOff val="15000"/>
                        </a:schemeClr>
                      </a:solidFill>
                      <a:prstDash val="solid"/>
                      <a:round/>
                      <a:headEnd type="none" w="med" len="med"/>
                      <a:tailEnd type="none" w="med" len="med"/>
                    </a:lnT>
                    <a:lnB w="12700" cap="flat" cmpd="sng" algn="ctr">
                      <a:solidFill>
                        <a:schemeClr val="tx1">
                          <a:lumMod val="85000"/>
                          <a:lumOff val="15000"/>
                        </a:schemeClr>
                      </a:solidFill>
                      <a:prstDash val="solid"/>
                      <a:round/>
                      <a:headEnd type="none" w="med" len="med"/>
                      <a:tailEnd type="none" w="med" len="med"/>
                    </a:lnB>
                    <a:noFill/>
                  </a:tcPr>
                </a:tc>
                <a:tc>
                  <a:txBody>
                    <a:bodyPr/>
                    <a:lstStyle/>
                    <a:p>
                      <a:pPr marL="0" marR="0" algn="ctr">
                        <a:buNone/>
                      </a:pPr>
                      <a:r>
                        <a:rPr lang="en-US" sz="1800" dirty="0">
                          <a:solidFill>
                            <a:schemeClr val="bg1"/>
                          </a:solidFill>
                          <a:effectLst/>
                          <a:latin typeface="Calibri Light" panose="020F0302020204030204" pitchFamily="34" charset="0"/>
                          <a:cs typeface="Calibri Light" panose="020F0302020204030204" pitchFamily="34" charset="0"/>
                        </a:rPr>
                        <a:t>6%</a:t>
                      </a:r>
                      <a:endParaRPr lang="en-US" sz="1800" dirty="0">
                        <a:solidFill>
                          <a:schemeClr val="bg1"/>
                        </a:solidFill>
                        <a:effectLst/>
                        <a:latin typeface="Calibri Light" panose="020F0302020204030204" pitchFamily="34" charset="0"/>
                        <a:ea typeface="Times New Roman" panose="02020603050405020304" pitchFamily="18" charset="0"/>
                        <a:cs typeface="Calibri Light" panose="020F0302020204030204" pitchFamily="34" charset="0"/>
                      </a:endParaRPr>
                    </a:p>
                  </a:txBody>
                  <a:tcPr marL="68580" marR="68580" marT="0" marB="0">
                    <a:lnL w="12700" cap="flat" cmpd="sng" algn="ctr">
                      <a:solidFill>
                        <a:schemeClr val="tx1">
                          <a:lumMod val="85000"/>
                          <a:lumOff val="15000"/>
                        </a:schemeClr>
                      </a:solidFill>
                      <a:prstDash val="solid"/>
                      <a:round/>
                      <a:headEnd type="none" w="med" len="med"/>
                      <a:tailEnd type="none" w="med" len="med"/>
                    </a:lnL>
                    <a:lnR w="12700" cap="flat" cmpd="sng" algn="ctr">
                      <a:solidFill>
                        <a:schemeClr val="tx1">
                          <a:lumMod val="85000"/>
                          <a:lumOff val="15000"/>
                        </a:schemeClr>
                      </a:solidFill>
                      <a:prstDash val="solid"/>
                      <a:round/>
                      <a:headEnd type="none" w="med" len="med"/>
                      <a:tailEnd type="none" w="med" len="med"/>
                    </a:lnR>
                    <a:lnT w="12700" cap="flat" cmpd="sng" algn="ctr">
                      <a:solidFill>
                        <a:schemeClr val="tx1">
                          <a:lumMod val="85000"/>
                          <a:lumOff val="15000"/>
                        </a:schemeClr>
                      </a:solidFill>
                      <a:prstDash val="solid"/>
                      <a:round/>
                      <a:headEnd type="none" w="med" len="med"/>
                      <a:tailEnd type="none" w="med" len="med"/>
                    </a:lnT>
                    <a:lnB w="12700" cap="flat" cmpd="sng" algn="ctr">
                      <a:solidFill>
                        <a:schemeClr val="tx1">
                          <a:lumMod val="85000"/>
                          <a:lumOff val="15000"/>
                        </a:schemeClr>
                      </a:solidFill>
                      <a:prstDash val="solid"/>
                      <a:round/>
                      <a:headEnd type="none" w="med" len="med"/>
                      <a:tailEnd type="none" w="med" len="med"/>
                    </a:lnB>
                    <a:noFill/>
                  </a:tcPr>
                </a:tc>
                <a:extLst>
                  <a:ext uri="{0D108BD9-81ED-4DB2-BD59-A6C34878D82A}">
                    <a16:rowId xmlns:a16="http://schemas.microsoft.com/office/drawing/2014/main" val="232716470"/>
                  </a:ext>
                </a:extLst>
              </a:tr>
              <a:tr h="167005">
                <a:tc vMerge="1">
                  <a:txBody>
                    <a:bodyPr/>
                    <a:lstStyle/>
                    <a:p>
                      <a:endParaRPr lang="en-US"/>
                    </a:p>
                  </a:txBody>
                  <a:tcPr/>
                </a:tc>
                <a:tc>
                  <a:txBody>
                    <a:bodyPr/>
                    <a:lstStyle/>
                    <a:p>
                      <a:pPr marL="0" marR="0">
                        <a:buNone/>
                      </a:pPr>
                      <a:r>
                        <a:rPr lang="en-US" sz="1800">
                          <a:solidFill>
                            <a:schemeClr val="bg1"/>
                          </a:solidFill>
                          <a:effectLst/>
                          <a:latin typeface="Calibri Light" panose="020F0302020204030204" pitchFamily="34" charset="0"/>
                          <a:cs typeface="Calibri Light" panose="020F0302020204030204" pitchFamily="34" charset="0"/>
                        </a:rPr>
                        <a:t>Conceptual quizzes (drop two lowest scores)</a:t>
                      </a:r>
                      <a:endParaRPr lang="en-US" sz="1800">
                        <a:solidFill>
                          <a:schemeClr val="bg1"/>
                        </a:solidFill>
                        <a:effectLst/>
                        <a:latin typeface="Calibri Light" panose="020F0302020204030204" pitchFamily="34" charset="0"/>
                        <a:ea typeface="Times New Roman" panose="02020603050405020304" pitchFamily="18" charset="0"/>
                        <a:cs typeface="Calibri Light" panose="020F0302020204030204" pitchFamily="34" charset="0"/>
                      </a:endParaRPr>
                    </a:p>
                  </a:txBody>
                  <a:tcPr marL="68580" marR="68580" marT="0" marB="0">
                    <a:lnL w="12700" cap="flat" cmpd="sng" algn="ctr">
                      <a:solidFill>
                        <a:schemeClr val="tx1">
                          <a:lumMod val="85000"/>
                          <a:lumOff val="15000"/>
                        </a:schemeClr>
                      </a:solidFill>
                      <a:prstDash val="solid"/>
                      <a:round/>
                      <a:headEnd type="none" w="med" len="med"/>
                      <a:tailEnd type="none" w="med" len="med"/>
                    </a:lnL>
                    <a:lnR w="12700" cap="flat" cmpd="sng" algn="ctr">
                      <a:solidFill>
                        <a:schemeClr val="tx1">
                          <a:lumMod val="85000"/>
                          <a:lumOff val="15000"/>
                        </a:schemeClr>
                      </a:solidFill>
                      <a:prstDash val="solid"/>
                      <a:round/>
                      <a:headEnd type="none" w="med" len="med"/>
                      <a:tailEnd type="none" w="med" len="med"/>
                    </a:lnR>
                    <a:lnT w="12700" cap="flat" cmpd="sng" algn="ctr">
                      <a:solidFill>
                        <a:schemeClr val="tx1">
                          <a:lumMod val="85000"/>
                          <a:lumOff val="15000"/>
                        </a:schemeClr>
                      </a:solidFill>
                      <a:prstDash val="solid"/>
                      <a:round/>
                      <a:headEnd type="none" w="med" len="med"/>
                      <a:tailEnd type="none" w="med" len="med"/>
                    </a:lnT>
                    <a:lnB w="12700" cap="flat" cmpd="sng" algn="ctr">
                      <a:solidFill>
                        <a:schemeClr val="tx1">
                          <a:lumMod val="85000"/>
                          <a:lumOff val="15000"/>
                        </a:schemeClr>
                      </a:solidFill>
                      <a:prstDash val="solid"/>
                      <a:round/>
                      <a:headEnd type="none" w="med" len="med"/>
                      <a:tailEnd type="none" w="med" len="med"/>
                    </a:lnB>
                    <a:noFill/>
                  </a:tcPr>
                </a:tc>
                <a:tc>
                  <a:txBody>
                    <a:bodyPr/>
                    <a:lstStyle/>
                    <a:p>
                      <a:pPr marL="0" marR="0" algn="ctr">
                        <a:buNone/>
                      </a:pPr>
                      <a:r>
                        <a:rPr lang="en-US" sz="1800" dirty="0">
                          <a:solidFill>
                            <a:schemeClr val="bg1"/>
                          </a:solidFill>
                          <a:effectLst/>
                          <a:latin typeface="Calibri Light" panose="020F0302020204030204" pitchFamily="34" charset="0"/>
                          <a:cs typeface="Calibri Light" panose="020F0302020204030204" pitchFamily="34" charset="0"/>
                        </a:rPr>
                        <a:t>6%</a:t>
                      </a:r>
                      <a:endParaRPr lang="en-US" sz="1800" dirty="0">
                        <a:solidFill>
                          <a:schemeClr val="bg1"/>
                        </a:solidFill>
                        <a:effectLst/>
                        <a:latin typeface="Calibri Light" panose="020F0302020204030204" pitchFamily="34" charset="0"/>
                        <a:ea typeface="Times New Roman" panose="02020603050405020304" pitchFamily="18" charset="0"/>
                        <a:cs typeface="Calibri Light" panose="020F0302020204030204" pitchFamily="34" charset="0"/>
                      </a:endParaRPr>
                    </a:p>
                  </a:txBody>
                  <a:tcPr marL="68580" marR="68580" marT="0" marB="0">
                    <a:lnL w="12700" cap="flat" cmpd="sng" algn="ctr">
                      <a:solidFill>
                        <a:schemeClr val="tx1">
                          <a:lumMod val="85000"/>
                          <a:lumOff val="15000"/>
                        </a:schemeClr>
                      </a:solidFill>
                      <a:prstDash val="solid"/>
                      <a:round/>
                      <a:headEnd type="none" w="med" len="med"/>
                      <a:tailEnd type="none" w="med" len="med"/>
                    </a:lnL>
                    <a:lnR w="12700" cap="flat" cmpd="sng" algn="ctr">
                      <a:solidFill>
                        <a:schemeClr val="tx1">
                          <a:lumMod val="85000"/>
                          <a:lumOff val="15000"/>
                        </a:schemeClr>
                      </a:solidFill>
                      <a:prstDash val="solid"/>
                      <a:round/>
                      <a:headEnd type="none" w="med" len="med"/>
                      <a:tailEnd type="none" w="med" len="med"/>
                    </a:lnR>
                    <a:lnT w="12700" cap="flat" cmpd="sng" algn="ctr">
                      <a:solidFill>
                        <a:schemeClr val="tx1">
                          <a:lumMod val="85000"/>
                          <a:lumOff val="15000"/>
                        </a:schemeClr>
                      </a:solidFill>
                      <a:prstDash val="solid"/>
                      <a:round/>
                      <a:headEnd type="none" w="med" len="med"/>
                      <a:tailEnd type="none" w="med" len="med"/>
                    </a:lnT>
                    <a:lnB w="12700" cap="flat" cmpd="sng" algn="ctr">
                      <a:solidFill>
                        <a:schemeClr val="tx1">
                          <a:lumMod val="85000"/>
                          <a:lumOff val="15000"/>
                        </a:schemeClr>
                      </a:solidFill>
                      <a:prstDash val="solid"/>
                      <a:round/>
                      <a:headEnd type="none" w="med" len="med"/>
                      <a:tailEnd type="none" w="med" len="med"/>
                    </a:lnB>
                    <a:noFill/>
                  </a:tcPr>
                </a:tc>
                <a:extLst>
                  <a:ext uri="{0D108BD9-81ED-4DB2-BD59-A6C34878D82A}">
                    <a16:rowId xmlns:a16="http://schemas.microsoft.com/office/drawing/2014/main" val="944378608"/>
                  </a:ext>
                </a:extLst>
              </a:tr>
              <a:tr h="167005">
                <a:tc vMerge="1">
                  <a:txBody>
                    <a:bodyPr/>
                    <a:lstStyle/>
                    <a:p>
                      <a:endParaRPr lang="en-US"/>
                    </a:p>
                  </a:txBody>
                  <a:tcPr/>
                </a:tc>
                <a:tc>
                  <a:txBody>
                    <a:bodyPr/>
                    <a:lstStyle/>
                    <a:p>
                      <a:pPr marL="0" marR="0">
                        <a:buNone/>
                      </a:pPr>
                      <a:r>
                        <a:rPr lang="en-US" sz="1800">
                          <a:solidFill>
                            <a:schemeClr val="bg1"/>
                          </a:solidFill>
                          <a:effectLst/>
                          <a:latin typeface="Calibri Light" panose="020F0302020204030204" pitchFamily="34" charset="0"/>
                          <a:cs typeface="Calibri Light" panose="020F0302020204030204" pitchFamily="34" charset="0"/>
                        </a:rPr>
                        <a:t>Exam 1</a:t>
                      </a:r>
                      <a:endParaRPr lang="en-US" sz="1800">
                        <a:solidFill>
                          <a:schemeClr val="bg1"/>
                        </a:solidFill>
                        <a:effectLst/>
                        <a:latin typeface="Calibri Light" panose="020F0302020204030204" pitchFamily="34" charset="0"/>
                        <a:ea typeface="Times New Roman" panose="02020603050405020304" pitchFamily="18" charset="0"/>
                        <a:cs typeface="Calibri Light" panose="020F0302020204030204" pitchFamily="34" charset="0"/>
                      </a:endParaRPr>
                    </a:p>
                  </a:txBody>
                  <a:tcPr marL="68580" marR="68580" marT="0" marB="0">
                    <a:lnL w="12700" cap="flat" cmpd="sng" algn="ctr">
                      <a:solidFill>
                        <a:schemeClr val="tx1">
                          <a:lumMod val="85000"/>
                          <a:lumOff val="15000"/>
                        </a:schemeClr>
                      </a:solidFill>
                      <a:prstDash val="solid"/>
                      <a:round/>
                      <a:headEnd type="none" w="med" len="med"/>
                      <a:tailEnd type="none" w="med" len="med"/>
                    </a:lnL>
                    <a:lnR w="12700" cap="flat" cmpd="sng" algn="ctr">
                      <a:solidFill>
                        <a:schemeClr val="tx1">
                          <a:lumMod val="85000"/>
                          <a:lumOff val="15000"/>
                        </a:schemeClr>
                      </a:solidFill>
                      <a:prstDash val="solid"/>
                      <a:round/>
                      <a:headEnd type="none" w="med" len="med"/>
                      <a:tailEnd type="none" w="med" len="med"/>
                    </a:lnR>
                    <a:lnT w="12700" cap="flat" cmpd="sng" algn="ctr">
                      <a:solidFill>
                        <a:schemeClr val="tx1">
                          <a:lumMod val="85000"/>
                          <a:lumOff val="15000"/>
                        </a:schemeClr>
                      </a:solidFill>
                      <a:prstDash val="solid"/>
                      <a:round/>
                      <a:headEnd type="none" w="med" len="med"/>
                      <a:tailEnd type="none" w="med" len="med"/>
                    </a:lnT>
                    <a:lnB w="12700" cap="flat" cmpd="sng" algn="ctr">
                      <a:solidFill>
                        <a:schemeClr val="tx1">
                          <a:lumMod val="85000"/>
                          <a:lumOff val="15000"/>
                        </a:schemeClr>
                      </a:solidFill>
                      <a:prstDash val="solid"/>
                      <a:round/>
                      <a:headEnd type="none" w="med" len="med"/>
                      <a:tailEnd type="none" w="med" len="med"/>
                    </a:lnB>
                    <a:noFill/>
                  </a:tcPr>
                </a:tc>
                <a:tc>
                  <a:txBody>
                    <a:bodyPr/>
                    <a:lstStyle/>
                    <a:p>
                      <a:pPr marL="0" marR="0" algn="ctr">
                        <a:buNone/>
                      </a:pPr>
                      <a:r>
                        <a:rPr lang="en-US" sz="1800" dirty="0">
                          <a:solidFill>
                            <a:schemeClr val="bg1"/>
                          </a:solidFill>
                          <a:effectLst/>
                          <a:latin typeface="Calibri Light" panose="020F0302020204030204" pitchFamily="34" charset="0"/>
                          <a:cs typeface="Calibri Light" panose="020F0302020204030204" pitchFamily="34" charset="0"/>
                        </a:rPr>
                        <a:t>25%</a:t>
                      </a:r>
                      <a:endParaRPr lang="en-US" sz="1800" dirty="0">
                        <a:solidFill>
                          <a:schemeClr val="bg1"/>
                        </a:solidFill>
                        <a:effectLst/>
                        <a:latin typeface="Calibri Light" panose="020F0302020204030204" pitchFamily="34" charset="0"/>
                        <a:ea typeface="Times New Roman" panose="02020603050405020304" pitchFamily="18" charset="0"/>
                        <a:cs typeface="Calibri Light" panose="020F0302020204030204" pitchFamily="34" charset="0"/>
                      </a:endParaRPr>
                    </a:p>
                  </a:txBody>
                  <a:tcPr marL="68580" marR="68580" marT="0" marB="0">
                    <a:lnL w="12700" cap="flat" cmpd="sng" algn="ctr">
                      <a:solidFill>
                        <a:schemeClr val="tx1">
                          <a:lumMod val="85000"/>
                          <a:lumOff val="15000"/>
                        </a:schemeClr>
                      </a:solidFill>
                      <a:prstDash val="solid"/>
                      <a:round/>
                      <a:headEnd type="none" w="med" len="med"/>
                      <a:tailEnd type="none" w="med" len="med"/>
                    </a:lnL>
                    <a:lnR w="12700" cap="flat" cmpd="sng" algn="ctr">
                      <a:solidFill>
                        <a:schemeClr val="tx1">
                          <a:lumMod val="85000"/>
                          <a:lumOff val="15000"/>
                        </a:schemeClr>
                      </a:solidFill>
                      <a:prstDash val="solid"/>
                      <a:round/>
                      <a:headEnd type="none" w="med" len="med"/>
                      <a:tailEnd type="none" w="med" len="med"/>
                    </a:lnR>
                    <a:lnT w="12700" cap="flat" cmpd="sng" algn="ctr">
                      <a:solidFill>
                        <a:schemeClr val="tx1">
                          <a:lumMod val="85000"/>
                          <a:lumOff val="15000"/>
                        </a:schemeClr>
                      </a:solidFill>
                      <a:prstDash val="solid"/>
                      <a:round/>
                      <a:headEnd type="none" w="med" len="med"/>
                      <a:tailEnd type="none" w="med" len="med"/>
                    </a:lnT>
                    <a:lnB w="12700" cap="flat" cmpd="sng" algn="ctr">
                      <a:solidFill>
                        <a:schemeClr val="tx1">
                          <a:lumMod val="85000"/>
                          <a:lumOff val="15000"/>
                        </a:schemeClr>
                      </a:solidFill>
                      <a:prstDash val="solid"/>
                      <a:round/>
                      <a:headEnd type="none" w="med" len="med"/>
                      <a:tailEnd type="none" w="med" len="med"/>
                    </a:lnB>
                    <a:noFill/>
                  </a:tcPr>
                </a:tc>
                <a:extLst>
                  <a:ext uri="{0D108BD9-81ED-4DB2-BD59-A6C34878D82A}">
                    <a16:rowId xmlns:a16="http://schemas.microsoft.com/office/drawing/2014/main" val="414476144"/>
                  </a:ext>
                </a:extLst>
              </a:tr>
              <a:tr h="167005">
                <a:tc vMerge="1">
                  <a:txBody>
                    <a:bodyPr/>
                    <a:lstStyle/>
                    <a:p>
                      <a:endParaRPr lang="en-US"/>
                    </a:p>
                  </a:txBody>
                  <a:tcPr/>
                </a:tc>
                <a:tc>
                  <a:txBody>
                    <a:bodyPr/>
                    <a:lstStyle/>
                    <a:p>
                      <a:pPr marL="0" marR="0">
                        <a:buNone/>
                      </a:pPr>
                      <a:r>
                        <a:rPr lang="en-US" sz="1800">
                          <a:solidFill>
                            <a:schemeClr val="bg1"/>
                          </a:solidFill>
                          <a:effectLst/>
                          <a:latin typeface="Calibri Light" panose="020F0302020204030204" pitchFamily="34" charset="0"/>
                          <a:cs typeface="Calibri Light" panose="020F0302020204030204" pitchFamily="34" charset="0"/>
                        </a:rPr>
                        <a:t>Exam 2 </a:t>
                      </a:r>
                      <a:endParaRPr lang="en-US" sz="1800">
                        <a:solidFill>
                          <a:schemeClr val="bg1"/>
                        </a:solidFill>
                        <a:effectLst/>
                        <a:latin typeface="Calibri Light" panose="020F0302020204030204" pitchFamily="34" charset="0"/>
                        <a:ea typeface="Times New Roman" panose="02020603050405020304" pitchFamily="18" charset="0"/>
                        <a:cs typeface="Calibri Light" panose="020F0302020204030204" pitchFamily="34" charset="0"/>
                      </a:endParaRPr>
                    </a:p>
                  </a:txBody>
                  <a:tcPr marL="68580" marR="68580" marT="0" marB="0">
                    <a:lnL w="12700" cap="flat" cmpd="sng" algn="ctr">
                      <a:solidFill>
                        <a:schemeClr val="tx1">
                          <a:lumMod val="85000"/>
                          <a:lumOff val="15000"/>
                        </a:schemeClr>
                      </a:solidFill>
                      <a:prstDash val="solid"/>
                      <a:round/>
                      <a:headEnd type="none" w="med" len="med"/>
                      <a:tailEnd type="none" w="med" len="med"/>
                    </a:lnL>
                    <a:lnR w="12700" cap="flat" cmpd="sng" algn="ctr">
                      <a:solidFill>
                        <a:schemeClr val="tx1">
                          <a:lumMod val="85000"/>
                          <a:lumOff val="15000"/>
                        </a:schemeClr>
                      </a:solidFill>
                      <a:prstDash val="solid"/>
                      <a:round/>
                      <a:headEnd type="none" w="med" len="med"/>
                      <a:tailEnd type="none" w="med" len="med"/>
                    </a:lnR>
                    <a:lnT w="12700" cap="flat" cmpd="sng" algn="ctr">
                      <a:solidFill>
                        <a:schemeClr val="tx1">
                          <a:lumMod val="85000"/>
                          <a:lumOff val="15000"/>
                        </a:schemeClr>
                      </a:solidFill>
                      <a:prstDash val="solid"/>
                      <a:round/>
                      <a:headEnd type="none" w="med" len="med"/>
                      <a:tailEnd type="none" w="med" len="med"/>
                    </a:lnT>
                    <a:lnB w="12700" cap="flat" cmpd="sng" algn="ctr">
                      <a:solidFill>
                        <a:schemeClr val="tx1">
                          <a:lumMod val="85000"/>
                          <a:lumOff val="15000"/>
                        </a:schemeClr>
                      </a:solidFill>
                      <a:prstDash val="solid"/>
                      <a:round/>
                      <a:headEnd type="none" w="med" len="med"/>
                      <a:tailEnd type="none" w="med" len="med"/>
                    </a:lnB>
                    <a:noFill/>
                  </a:tcPr>
                </a:tc>
                <a:tc>
                  <a:txBody>
                    <a:bodyPr/>
                    <a:lstStyle/>
                    <a:p>
                      <a:pPr marL="0" marR="0" algn="ctr">
                        <a:buNone/>
                      </a:pPr>
                      <a:r>
                        <a:rPr lang="en-US" sz="1800" dirty="0">
                          <a:solidFill>
                            <a:schemeClr val="bg1"/>
                          </a:solidFill>
                          <a:effectLst/>
                          <a:latin typeface="Calibri Light" panose="020F0302020204030204" pitchFamily="34" charset="0"/>
                          <a:cs typeface="Calibri Light" panose="020F0302020204030204" pitchFamily="34" charset="0"/>
                        </a:rPr>
                        <a:t>25%</a:t>
                      </a:r>
                      <a:endParaRPr lang="en-US" sz="1800" dirty="0">
                        <a:solidFill>
                          <a:schemeClr val="bg1"/>
                        </a:solidFill>
                        <a:effectLst/>
                        <a:latin typeface="Calibri Light" panose="020F0302020204030204" pitchFamily="34" charset="0"/>
                        <a:ea typeface="Times New Roman" panose="02020603050405020304" pitchFamily="18" charset="0"/>
                        <a:cs typeface="Calibri Light" panose="020F0302020204030204" pitchFamily="34" charset="0"/>
                      </a:endParaRPr>
                    </a:p>
                  </a:txBody>
                  <a:tcPr marL="68580" marR="68580" marT="0" marB="0">
                    <a:lnL w="12700" cap="flat" cmpd="sng" algn="ctr">
                      <a:solidFill>
                        <a:schemeClr val="tx1">
                          <a:lumMod val="85000"/>
                          <a:lumOff val="15000"/>
                        </a:schemeClr>
                      </a:solidFill>
                      <a:prstDash val="solid"/>
                      <a:round/>
                      <a:headEnd type="none" w="med" len="med"/>
                      <a:tailEnd type="none" w="med" len="med"/>
                    </a:lnL>
                    <a:lnR w="12700" cap="flat" cmpd="sng" algn="ctr">
                      <a:solidFill>
                        <a:schemeClr val="tx1">
                          <a:lumMod val="85000"/>
                          <a:lumOff val="15000"/>
                        </a:schemeClr>
                      </a:solidFill>
                      <a:prstDash val="solid"/>
                      <a:round/>
                      <a:headEnd type="none" w="med" len="med"/>
                      <a:tailEnd type="none" w="med" len="med"/>
                    </a:lnR>
                    <a:lnT w="12700" cap="flat" cmpd="sng" algn="ctr">
                      <a:solidFill>
                        <a:schemeClr val="tx1">
                          <a:lumMod val="85000"/>
                          <a:lumOff val="15000"/>
                        </a:schemeClr>
                      </a:solidFill>
                      <a:prstDash val="solid"/>
                      <a:round/>
                      <a:headEnd type="none" w="med" len="med"/>
                      <a:tailEnd type="none" w="med" len="med"/>
                    </a:lnT>
                    <a:lnB w="12700" cap="flat" cmpd="sng" algn="ctr">
                      <a:solidFill>
                        <a:schemeClr val="tx1">
                          <a:lumMod val="85000"/>
                          <a:lumOff val="15000"/>
                        </a:schemeClr>
                      </a:solidFill>
                      <a:prstDash val="solid"/>
                      <a:round/>
                      <a:headEnd type="none" w="med" len="med"/>
                      <a:tailEnd type="none" w="med" len="med"/>
                    </a:lnB>
                    <a:noFill/>
                  </a:tcPr>
                </a:tc>
                <a:extLst>
                  <a:ext uri="{0D108BD9-81ED-4DB2-BD59-A6C34878D82A}">
                    <a16:rowId xmlns:a16="http://schemas.microsoft.com/office/drawing/2014/main" val="2818178363"/>
                  </a:ext>
                </a:extLst>
              </a:tr>
              <a:tr h="167005">
                <a:tc vMerge="1">
                  <a:txBody>
                    <a:bodyPr/>
                    <a:lstStyle/>
                    <a:p>
                      <a:endParaRPr lang="en-US"/>
                    </a:p>
                  </a:txBody>
                  <a:tcPr/>
                </a:tc>
                <a:tc>
                  <a:txBody>
                    <a:bodyPr/>
                    <a:lstStyle/>
                    <a:p>
                      <a:pPr marL="0" marR="0">
                        <a:buNone/>
                      </a:pPr>
                      <a:r>
                        <a:rPr lang="en-US" sz="1800" dirty="0">
                          <a:solidFill>
                            <a:schemeClr val="bg1"/>
                          </a:solidFill>
                          <a:effectLst/>
                          <a:latin typeface="Calibri Light" panose="020F0302020204030204" pitchFamily="34" charset="0"/>
                          <a:cs typeface="Calibri Light" panose="020F0302020204030204" pitchFamily="34" charset="0"/>
                        </a:rPr>
                        <a:t>Project 1</a:t>
                      </a:r>
                      <a:endParaRPr lang="en-US" sz="1800" dirty="0">
                        <a:solidFill>
                          <a:schemeClr val="bg1"/>
                        </a:solidFill>
                        <a:effectLst/>
                        <a:latin typeface="Calibri Light" panose="020F0302020204030204" pitchFamily="34" charset="0"/>
                        <a:ea typeface="Times New Roman" panose="02020603050405020304" pitchFamily="18" charset="0"/>
                        <a:cs typeface="Calibri Light" panose="020F0302020204030204" pitchFamily="34" charset="0"/>
                      </a:endParaRPr>
                    </a:p>
                  </a:txBody>
                  <a:tcPr marL="68580" marR="68580" marT="0" marB="0">
                    <a:lnL w="12700" cap="flat" cmpd="sng" algn="ctr">
                      <a:solidFill>
                        <a:schemeClr val="tx1">
                          <a:lumMod val="85000"/>
                          <a:lumOff val="15000"/>
                        </a:schemeClr>
                      </a:solidFill>
                      <a:prstDash val="solid"/>
                      <a:round/>
                      <a:headEnd type="none" w="med" len="med"/>
                      <a:tailEnd type="none" w="med" len="med"/>
                    </a:lnL>
                    <a:lnR w="12700" cap="flat" cmpd="sng" algn="ctr">
                      <a:solidFill>
                        <a:schemeClr val="tx1">
                          <a:lumMod val="85000"/>
                          <a:lumOff val="15000"/>
                        </a:schemeClr>
                      </a:solidFill>
                      <a:prstDash val="solid"/>
                      <a:round/>
                      <a:headEnd type="none" w="med" len="med"/>
                      <a:tailEnd type="none" w="med" len="med"/>
                    </a:lnR>
                    <a:lnT w="12700" cap="flat" cmpd="sng" algn="ctr">
                      <a:solidFill>
                        <a:schemeClr val="tx1">
                          <a:lumMod val="85000"/>
                          <a:lumOff val="15000"/>
                        </a:schemeClr>
                      </a:solidFill>
                      <a:prstDash val="solid"/>
                      <a:round/>
                      <a:headEnd type="none" w="med" len="med"/>
                      <a:tailEnd type="none" w="med" len="med"/>
                    </a:lnT>
                    <a:lnB w="12700" cap="flat" cmpd="sng" algn="ctr">
                      <a:solidFill>
                        <a:schemeClr val="tx1">
                          <a:lumMod val="85000"/>
                          <a:lumOff val="15000"/>
                        </a:schemeClr>
                      </a:solidFill>
                      <a:prstDash val="solid"/>
                      <a:round/>
                      <a:headEnd type="none" w="med" len="med"/>
                      <a:tailEnd type="none" w="med" len="med"/>
                    </a:lnB>
                    <a:noFill/>
                  </a:tcPr>
                </a:tc>
                <a:tc>
                  <a:txBody>
                    <a:bodyPr/>
                    <a:lstStyle/>
                    <a:p>
                      <a:pPr marL="0" marR="0" algn="ctr">
                        <a:buNone/>
                      </a:pPr>
                      <a:r>
                        <a:rPr lang="en-US" sz="1800" dirty="0">
                          <a:solidFill>
                            <a:schemeClr val="bg1"/>
                          </a:solidFill>
                          <a:effectLst/>
                          <a:latin typeface="Calibri Light" panose="020F0302020204030204" pitchFamily="34" charset="0"/>
                          <a:cs typeface="Calibri Light" panose="020F0302020204030204" pitchFamily="34" charset="0"/>
                        </a:rPr>
                        <a:t>12%</a:t>
                      </a:r>
                      <a:endParaRPr lang="en-US" sz="1800" dirty="0">
                        <a:solidFill>
                          <a:schemeClr val="bg1"/>
                        </a:solidFill>
                        <a:effectLst/>
                        <a:latin typeface="Calibri Light" panose="020F0302020204030204" pitchFamily="34" charset="0"/>
                        <a:ea typeface="Times New Roman" panose="02020603050405020304" pitchFamily="18" charset="0"/>
                        <a:cs typeface="Calibri Light" panose="020F0302020204030204" pitchFamily="34" charset="0"/>
                      </a:endParaRPr>
                    </a:p>
                  </a:txBody>
                  <a:tcPr marL="68580" marR="68580" marT="0" marB="0">
                    <a:lnL w="12700" cap="flat" cmpd="sng" algn="ctr">
                      <a:solidFill>
                        <a:schemeClr val="tx1">
                          <a:lumMod val="85000"/>
                          <a:lumOff val="15000"/>
                        </a:schemeClr>
                      </a:solidFill>
                      <a:prstDash val="solid"/>
                      <a:round/>
                      <a:headEnd type="none" w="med" len="med"/>
                      <a:tailEnd type="none" w="med" len="med"/>
                    </a:lnL>
                    <a:lnR w="12700" cap="flat" cmpd="sng" algn="ctr">
                      <a:solidFill>
                        <a:schemeClr val="tx1">
                          <a:lumMod val="85000"/>
                          <a:lumOff val="15000"/>
                        </a:schemeClr>
                      </a:solidFill>
                      <a:prstDash val="solid"/>
                      <a:round/>
                      <a:headEnd type="none" w="med" len="med"/>
                      <a:tailEnd type="none" w="med" len="med"/>
                    </a:lnR>
                    <a:lnT w="12700" cap="flat" cmpd="sng" algn="ctr">
                      <a:solidFill>
                        <a:schemeClr val="tx1">
                          <a:lumMod val="85000"/>
                          <a:lumOff val="15000"/>
                        </a:schemeClr>
                      </a:solidFill>
                      <a:prstDash val="solid"/>
                      <a:round/>
                      <a:headEnd type="none" w="med" len="med"/>
                      <a:tailEnd type="none" w="med" len="med"/>
                    </a:lnT>
                    <a:lnB w="12700" cap="flat" cmpd="sng" algn="ctr">
                      <a:solidFill>
                        <a:schemeClr val="tx1">
                          <a:lumMod val="85000"/>
                          <a:lumOff val="15000"/>
                        </a:schemeClr>
                      </a:solidFill>
                      <a:prstDash val="solid"/>
                      <a:round/>
                      <a:headEnd type="none" w="med" len="med"/>
                      <a:tailEnd type="none" w="med" len="med"/>
                    </a:lnB>
                    <a:noFill/>
                  </a:tcPr>
                </a:tc>
                <a:extLst>
                  <a:ext uri="{0D108BD9-81ED-4DB2-BD59-A6C34878D82A}">
                    <a16:rowId xmlns:a16="http://schemas.microsoft.com/office/drawing/2014/main" val="44944049"/>
                  </a:ext>
                </a:extLst>
              </a:tr>
              <a:tr h="167005">
                <a:tc vMerge="1">
                  <a:txBody>
                    <a:bodyPr/>
                    <a:lstStyle/>
                    <a:p>
                      <a:endParaRPr lang="en-US"/>
                    </a:p>
                  </a:txBody>
                  <a:tcPr/>
                </a:tc>
                <a:tc>
                  <a:txBody>
                    <a:bodyPr/>
                    <a:lstStyle/>
                    <a:p>
                      <a:pPr marL="0" marR="0">
                        <a:buNone/>
                      </a:pPr>
                      <a:r>
                        <a:rPr lang="en-US" sz="1800" dirty="0">
                          <a:solidFill>
                            <a:schemeClr val="bg1"/>
                          </a:solidFill>
                          <a:effectLst/>
                          <a:latin typeface="Calibri Light" panose="020F0302020204030204" pitchFamily="34" charset="0"/>
                          <a:cs typeface="Calibri Light" panose="020F0302020204030204" pitchFamily="34" charset="0"/>
                        </a:rPr>
                        <a:t>Project 3</a:t>
                      </a:r>
                      <a:endParaRPr lang="en-US" sz="1800" dirty="0">
                        <a:solidFill>
                          <a:schemeClr val="bg1"/>
                        </a:solidFill>
                        <a:effectLst/>
                        <a:latin typeface="Calibri Light" panose="020F0302020204030204" pitchFamily="34" charset="0"/>
                        <a:ea typeface="Times New Roman" panose="02020603050405020304" pitchFamily="18" charset="0"/>
                        <a:cs typeface="Calibri Light" panose="020F0302020204030204" pitchFamily="34" charset="0"/>
                      </a:endParaRPr>
                    </a:p>
                  </a:txBody>
                  <a:tcPr marL="68580" marR="68580" marT="0" marB="0">
                    <a:lnL w="12700" cap="flat" cmpd="sng" algn="ctr">
                      <a:solidFill>
                        <a:schemeClr val="tx1">
                          <a:lumMod val="85000"/>
                          <a:lumOff val="15000"/>
                        </a:schemeClr>
                      </a:solidFill>
                      <a:prstDash val="solid"/>
                      <a:round/>
                      <a:headEnd type="none" w="med" len="med"/>
                      <a:tailEnd type="none" w="med" len="med"/>
                    </a:lnL>
                    <a:lnR w="12700" cap="flat" cmpd="sng" algn="ctr">
                      <a:solidFill>
                        <a:schemeClr val="tx1">
                          <a:lumMod val="85000"/>
                          <a:lumOff val="15000"/>
                        </a:schemeClr>
                      </a:solidFill>
                      <a:prstDash val="solid"/>
                      <a:round/>
                      <a:headEnd type="none" w="med" len="med"/>
                      <a:tailEnd type="none" w="med" len="med"/>
                    </a:lnR>
                    <a:lnT w="12700" cap="flat" cmpd="sng" algn="ctr">
                      <a:solidFill>
                        <a:schemeClr val="tx1">
                          <a:lumMod val="85000"/>
                          <a:lumOff val="15000"/>
                        </a:schemeClr>
                      </a:solidFill>
                      <a:prstDash val="solid"/>
                      <a:round/>
                      <a:headEnd type="none" w="med" len="med"/>
                      <a:tailEnd type="none" w="med" len="med"/>
                    </a:lnT>
                    <a:lnB w="12700" cap="flat" cmpd="sng" algn="ctr">
                      <a:solidFill>
                        <a:schemeClr val="tx1">
                          <a:lumMod val="85000"/>
                          <a:lumOff val="15000"/>
                        </a:schemeClr>
                      </a:solidFill>
                      <a:prstDash val="solid"/>
                      <a:round/>
                      <a:headEnd type="none" w="med" len="med"/>
                      <a:tailEnd type="none" w="med" len="med"/>
                    </a:lnB>
                    <a:noFill/>
                  </a:tcPr>
                </a:tc>
                <a:tc>
                  <a:txBody>
                    <a:bodyPr/>
                    <a:lstStyle/>
                    <a:p>
                      <a:pPr marL="0" marR="0" algn="ctr">
                        <a:buNone/>
                      </a:pPr>
                      <a:r>
                        <a:rPr lang="en-US" sz="1800" dirty="0">
                          <a:solidFill>
                            <a:schemeClr val="bg1"/>
                          </a:solidFill>
                          <a:effectLst/>
                          <a:latin typeface="Calibri Light" panose="020F0302020204030204" pitchFamily="34" charset="0"/>
                          <a:cs typeface="Calibri Light" panose="020F0302020204030204" pitchFamily="34" charset="0"/>
                        </a:rPr>
                        <a:t>12%</a:t>
                      </a:r>
                      <a:endParaRPr lang="en-US" sz="1800" dirty="0">
                        <a:solidFill>
                          <a:schemeClr val="bg1"/>
                        </a:solidFill>
                        <a:effectLst/>
                        <a:latin typeface="Calibri Light" panose="020F0302020204030204" pitchFamily="34" charset="0"/>
                        <a:ea typeface="Times New Roman" panose="02020603050405020304" pitchFamily="18" charset="0"/>
                        <a:cs typeface="Calibri Light" panose="020F0302020204030204" pitchFamily="34" charset="0"/>
                      </a:endParaRPr>
                    </a:p>
                  </a:txBody>
                  <a:tcPr marL="68580" marR="68580" marT="0" marB="0">
                    <a:lnL w="12700" cap="flat" cmpd="sng" algn="ctr">
                      <a:solidFill>
                        <a:schemeClr val="tx1">
                          <a:lumMod val="85000"/>
                          <a:lumOff val="15000"/>
                        </a:schemeClr>
                      </a:solidFill>
                      <a:prstDash val="solid"/>
                      <a:round/>
                      <a:headEnd type="none" w="med" len="med"/>
                      <a:tailEnd type="none" w="med" len="med"/>
                    </a:lnL>
                    <a:lnR w="12700" cap="flat" cmpd="sng" algn="ctr">
                      <a:solidFill>
                        <a:schemeClr val="tx1">
                          <a:lumMod val="85000"/>
                          <a:lumOff val="15000"/>
                        </a:schemeClr>
                      </a:solidFill>
                      <a:prstDash val="solid"/>
                      <a:round/>
                      <a:headEnd type="none" w="med" len="med"/>
                      <a:tailEnd type="none" w="med" len="med"/>
                    </a:lnR>
                    <a:lnT w="12700" cap="flat" cmpd="sng" algn="ctr">
                      <a:solidFill>
                        <a:schemeClr val="tx1">
                          <a:lumMod val="85000"/>
                          <a:lumOff val="15000"/>
                        </a:schemeClr>
                      </a:solidFill>
                      <a:prstDash val="solid"/>
                      <a:round/>
                      <a:headEnd type="none" w="med" len="med"/>
                      <a:tailEnd type="none" w="med" len="med"/>
                    </a:lnT>
                    <a:lnB w="12700" cap="flat" cmpd="sng" algn="ctr">
                      <a:solidFill>
                        <a:schemeClr val="tx1">
                          <a:lumMod val="85000"/>
                          <a:lumOff val="15000"/>
                        </a:schemeClr>
                      </a:solidFill>
                      <a:prstDash val="solid"/>
                      <a:round/>
                      <a:headEnd type="none" w="med" len="med"/>
                      <a:tailEnd type="none" w="med" len="med"/>
                    </a:lnB>
                    <a:noFill/>
                  </a:tcPr>
                </a:tc>
                <a:extLst>
                  <a:ext uri="{0D108BD9-81ED-4DB2-BD59-A6C34878D82A}">
                    <a16:rowId xmlns:a16="http://schemas.microsoft.com/office/drawing/2014/main" val="3521614287"/>
                  </a:ext>
                </a:extLst>
              </a:tr>
              <a:tr h="167005">
                <a:tc vMerge="1">
                  <a:txBody>
                    <a:bodyPr/>
                    <a:lstStyle/>
                    <a:p>
                      <a:endParaRPr lang="en-US"/>
                    </a:p>
                  </a:txBody>
                  <a:tcPr/>
                </a:tc>
                <a:tc>
                  <a:txBody>
                    <a:bodyPr/>
                    <a:lstStyle/>
                    <a:p>
                      <a:pPr marL="0" marR="0">
                        <a:buNone/>
                      </a:pPr>
                      <a:r>
                        <a:rPr lang="en-US" sz="1800" dirty="0">
                          <a:solidFill>
                            <a:schemeClr val="bg1"/>
                          </a:solidFill>
                          <a:effectLst/>
                          <a:latin typeface="Calibri Light" panose="020F0302020204030204" pitchFamily="34" charset="0"/>
                          <a:ea typeface="Times New Roman" panose="02020603050405020304" pitchFamily="18" charset="0"/>
                          <a:cs typeface="Calibri Light" panose="020F0302020204030204" pitchFamily="34" charset="0"/>
                        </a:rPr>
                        <a:t>Class and discussion participation (drop four lowest scores)</a:t>
                      </a:r>
                    </a:p>
                  </a:txBody>
                  <a:tcPr marL="68580" marR="68580" marT="0" marB="0">
                    <a:lnL w="12700" cap="flat" cmpd="sng" algn="ctr">
                      <a:solidFill>
                        <a:schemeClr val="tx1">
                          <a:lumMod val="85000"/>
                          <a:lumOff val="15000"/>
                        </a:schemeClr>
                      </a:solidFill>
                      <a:prstDash val="solid"/>
                      <a:round/>
                      <a:headEnd type="none" w="med" len="med"/>
                      <a:tailEnd type="none" w="med" len="med"/>
                    </a:lnL>
                    <a:lnR w="12700" cap="flat" cmpd="sng" algn="ctr">
                      <a:solidFill>
                        <a:schemeClr val="tx1">
                          <a:lumMod val="85000"/>
                          <a:lumOff val="15000"/>
                        </a:schemeClr>
                      </a:solidFill>
                      <a:prstDash val="solid"/>
                      <a:round/>
                      <a:headEnd type="none" w="med" len="med"/>
                      <a:tailEnd type="none" w="med" len="med"/>
                    </a:lnR>
                    <a:lnT w="12700" cap="flat" cmpd="sng" algn="ctr">
                      <a:solidFill>
                        <a:schemeClr val="tx1">
                          <a:lumMod val="85000"/>
                          <a:lumOff val="15000"/>
                        </a:schemeClr>
                      </a:solidFill>
                      <a:prstDash val="solid"/>
                      <a:round/>
                      <a:headEnd type="none" w="med" len="med"/>
                      <a:tailEnd type="none" w="med" len="med"/>
                    </a:lnT>
                    <a:lnB w="12700" cap="flat" cmpd="sng" algn="ctr">
                      <a:solidFill>
                        <a:schemeClr val="tx1">
                          <a:lumMod val="85000"/>
                          <a:lumOff val="15000"/>
                        </a:schemeClr>
                      </a:solidFill>
                      <a:prstDash val="solid"/>
                      <a:round/>
                      <a:headEnd type="none" w="med" len="med"/>
                      <a:tailEnd type="none" w="med" len="med"/>
                    </a:lnB>
                    <a:noFill/>
                  </a:tcPr>
                </a:tc>
                <a:tc>
                  <a:txBody>
                    <a:bodyPr/>
                    <a:lstStyle/>
                    <a:p>
                      <a:pPr marL="0" marR="0" algn="ctr">
                        <a:buNone/>
                      </a:pPr>
                      <a:r>
                        <a:rPr lang="en-US" sz="1800" dirty="0">
                          <a:solidFill>
                            <a:schemeClr val="bg1"/>
                          </a:solidFill>
                          <a:effectLst/>
                          <a:latin typeface="Calibri Light" panose="020F0302020204030204" pitchFamily="34" charset="0"/>
                          <a:ea typeface="Times New Roman" panose="02020603050405020304" pitchFamily="18" charset="0"/>
                          <a:cs typeface="Calibri Light" panose="020F0302020204030204" pitchFamily="34" charset="0"/>
                        </a:rPr>
                        <a:t>4%</a:t>
                      </a:r>
                    </a:p>
                  </a:txBody>
                  <a:tcPr marL="68580" marR="68580" marT="0" marB="0">
                    <a:lnL w="12700" cap="flat" cmpd="sng" algn="ctr">
                      <a:solidFill>
                        <a:schemeClr val="tx1">
                          <a:lumMod val="85000"/>
                          <a:lumOff val="15000"/>
                        </a:schemeClr>
                      </a:solidFill>
                      <a:prstDash val="solid"/>
                      <a:round/>
                      <a:headEnd type="none" w="med" len="med"/>
                      <a:tailEnd type="none" w="med" len="med"/>
                    </a:lnL>
                    <a:lnR w="12700" cap="flat" cmpd="sng" algn="ctr">
                      <a:solidFill>
                        <a:schemeClr val="tx1">
                          <a:lumMod val="85000"/>
                          <a:lumOff val="15000"/>
                        </a:schemeClr>
                      </a:solidFill>
                      <a:prstDash val="solid"/>
                      <a:round/>
                      <a:headEnd type="none" w="med" len="med"/>
                      <a:tailEnd type="none" w="med" len="med"/>
                    </a:lnR>
                    <a:lnT w="12700" cap="flat" cmpd="sng" algn="ctr">
                      <a:solidFill>
                        <a:schemeClr val="tx1">
                          <a:lumMod val="85000"/>
                          <a:lumOff val="15000"/>
                        </a:schemeClr>
                      </a:solidFill>
                      <a:prstDash val="solid"/>
                      <a:round/>
                      <a:headEnd type="none" w="med" len="med"/>
                      <a:tailEnd type="none" w="med" len="med"/>
                    </a:lnT>
                    <a:lnB w="12700" cap="flat" cmpd="sng" algn="ctr">
                      <a:solidFill>
                        <a:schemeClr val="tx1">
                          <a:lumMod val="85000"/>
                          <a:lumOff val="15000"/>
                        </a:schemeClr>
                      </a:solidFill>
                      <a:prstDash val="solid"/>
                      <a:round/>
                      <a:headEnd type="none" w="med" len="med"/>
                      <a:tailEnd type="none" w="med" len="med"/>
                    </a:lnB>
                    <a:noFill/>
                  </a:tcPr>
                </a:tc>
                <a:extLst>
                  <a:ext uri="{0D108BD9-81ED-4DB2-BD59-A6C34878D82A}">
                    <a16:rowId xmlns:a16="http://schemas.microsoft.com/office/drawing/2014/main" val="631245969"/>
                  </a:ext>
                </a:extLst>
              </a:tr>
              <a:tr h="167005">
                <a:tc>
                  <a:txBody>
                    <a:bodyPr/>
                    <a:lstStyle/>
                    <a:p>
                      <a:pPr marL="0" marR="0" algn="ctr">
                        <a:buNone/>
                      </a:pPr>
                      <a:r>
                        <a:rPr lang="en-US" sz="1800" dirty="0">
                          <a:solidFill>
                            <a:srgbClr val="00B050"/>
                          </a:solidFill>
                          <a:effectLst/>
                          <a:latin typeface="Calibri Light" panose="020F0302020204030204" pitchFamily="34" charset="0"/>
                          <a:cs typeface="Calibri Light" panose="020F0302020204030204" pitchFamily="34" charset="0"/>
                        </a:rPr>
                        <a:t>Collaborative</a:t>
                      </a:r>
                      <a:endParaRPr lang="en-US" sz="1800" dirty="0">
                        <a:solidFill>
                          <a:srgbClr val="00B050"/>
                        </a:solidFill>
                        <a:effectLst/>
                        <a:latin typeface="Calibri Light" panose="020F0302020204030204" pitchFamily="34" charset="0"/>
                        <a:ea typeface="Times New Roman" panose="02020603050405020304" pitchFamily="18" charset="0"/>
                        <a:cs typeface="Calibri Light" panose="020F0302020204030204" pitchFamily="34" charset="0"/>
                      </a:endParaRPr>
                    </a:p>
                  </a:txBody>
                  <a:tcPr marL="68580" marR="68580" marT="0" marB="0" anchor="ctr">
                    <a:lnL w="12700" cap="flat" cmpd="sng" algn="ctr">
                      <a:solidFill>
                        <a:schemeClr val="tx1">
                          <a:lumMod val="85000"/>
                          <a:lumOff val="15000"/>
                        </a:schemeClr>
                      </a:solidFill>
                      <a:prstDash val="solid"/>
                      <a:round/>
                      <a:headEnd type="none" w="med" len="med"/>
                      <a:tailEnd type="none" w="med" len="med"/>
                    </a:lnL>
                    <a:lnR w="12700" cap="flat" cmpd="sng" algn="ctr">
                      <a:solidFill>
                        <a:schemeClr val="tx1">
                          <a:lumMod val="85000"/>
                          <a:lumOff val="15000"/>
                        </a:schemeClr>
                      </a:solidFill>
                      <a:prstDash val="solid"/>
                      <a:round/>
                      <a:headEnd type="none" w="med" len="med"/>
                      <a:tailEnd type="none" w="med" len="med"/>
                    </a:lnR>
                    <a:lnT w="12700" cap="flat" cmpd="sng" algn="ctr">
                      <a:solidFill>
                        <a:schemeClr val="tx1">
                          <a:lumMod val="85000"/>
                          <a:lumOff val="15000"/>
                        </a:schemeClr>
                      </a:solidFill>
                      <a:prstDash val="solid"/>
                      <a:round/>
                      <a:headEnd type="none" w="med" len="med"/>
                      <a:tailEnd type="none" w="med" len="med"/>
                    </a:lnT>
                    <a:lnB w="12700" cap="flat" cmpd="sng" algn="ctr">
                      <a:solidFill>
                        <a:schemeClr val="tx1">
                          <a:lumMod val="85000"/>
                          <a:lumOff val="15000"/>
                        </a:schemeClr>
                      </a:solidFill>
                      <a:prstDash val="solid"/>
                      <a:round/>
                      <a:headEnd type="none" w="med" len="med"/>
                      <a:tailEnd type="none" w="med" len="med"/>
                    </a:lnB>
                    <a:noFill/>
                  </a:tcPr>
                </a:tc>
                <a:tc>
                  <a:txBody>
                    <a:bodyPr/>
                    <a:lstStyle/>
                    <a:p>
                      <a:pPr marL="0" marR="0">
                        <a:buNone/>
                      </a:pPr>
                      <a:r>
                        <a:rPr lang="en-US" sz="1800">
                          <a:solidFill>
                            <a:schemeClr val="bg1"/>
                          </a:solidFill>
                          <a:effectLst/>
                          <a:latin typeface="Calibri Light" panose="020F0302020204030204" pitchFamily="34" charset="0"/>
                          <a:cs typeface="Calibri Light" panose="020F0302020204030204" pitchFamily="34" charset="0"/>
                        </a:rPr>
                        <a:t>Project 2 (Individual or Group: 2a &amp; 2b)</a:t>
                      </a:r>
                      <a:endParaRPr lang="en-US" sz="1800">
                        <a:solidFill>
                          <a:schemeClr val="bg1"/>
                        </a:solidFill>
                        <a:effectLst/>
                        <a:latin typeface="Calibri Light" panose="020F0302020204030204" pitchFamily="34" charset="0"/>
                        <a:ea typeface="Times New Roman" panose="02020603050405020304" pitchFamily="18" charset="0"/>
                        <a:cs typeface="Calibri Light" panose="020F0302020204030204" pitchFamily="34" charset="0"/>
                      </a:endParaRPr>
                    </a:p>
                  </a:txBody>
                  <a:tcPr marL="68580" marR="68580" marT="0" marB="0">
                    <a:lnL w="12700" cap="flat" cmpd="sng" algn="ctr">
                      <a:solidFill>
                        <a:schemeClr val="tx1">
                          <a:lumMod val="85000"/>
                          <a:lumOff val="15000"/>
                        </a:schemeClr>
                      </a:solidFill>
                      <a:prstDash val="solid"/>
                      <a:round/>
                      <a:headEnd type="none" w="med" len="med"/>
                      <a:tailEnd type="none" w="med" len="med"/>
                    </a:lnL>
                    <a:lnR w="12700" cap="flat" cmpd="sng" algn="ctr">
                      <a:solidFill>
                        <a:schemeClr val="tx1">
                          <a:lumMod val="85000"/>
                          <a:lumOff val="15000"/>
                        </a:schemeClr>
                      </a:solidFill>
                      <a:prstDash val="solid"/>
                      <a:round/>
                      <a:headEnd type="none" w="med" len="med"/>
                      <a:tailEnd type="none" w="med" len="med"/>
                    </a:lnR>
                    <a:lnT w="12700" cap="flat" cmpd="sng" algn="ctr">
                      <a:solidFill>
                        <a:schemeClr val="tx1">
                          <a:lumMod val="85000"/>
                          <a:lumOff val="15000"/>
                        </a:schemeClr>
                      </a:solidFill>
                      <a:prstDash val="solid"/>
                      <a:round/>
                      <a:headEnd type="none" w="med" len="med"/>
                      <a:tailEnd type="none" w="med" len="med"/>
                    </a:lnT>
                    <a:lnB w="12700" cap="flat" cmpd="sng" algn="ctr">
                      <a:solidFill>
                        <a:schemeClr val="tx1">
                          <a:lumMod val="85000"/>
                          <a:lumOff val="15000"/>
                        </a:schemeClr>
                      </a:solidFill>
                      <a:prstDash val="solid"/>
                      <a:round/>
                      <a:headEnd type="none" w="med" len="med"/>
                      <a:tailEnd type="none" w="med" len="med"/>
                    </a:lnB>
                    <a:noFill/>
                  </a:tcPr>
                </a:tc>
                <a:tc>
                  <a:txBody>
                    <a:bodyPr/>
                    <a:lstStyle/>
                    <a:p>
                      <a:pPr marL="0" marR="0" algn="ctr">
                        <a:buNone/>
                      </a:pPr>
                      <a:r>
                        <a:rPr lang="en-US" sz="1800" dirty="0">
                          <a:solidFill>
                            <a:schemeClr val="bg1"/>
                          </a:solidFill>
                          <a:effectLst/>
                          <a:latin typeface="Calibri Light" panose="020F0302020204030204" pitchFamily="34" charset="0"/>
                          <a:cs typeface="Calibri Light" panose="020F0302020204030204" pitchFamily="34" charset="0"/>
                        </a:rPr>
                        <a:t>10%</a:t>
                      </a:r>
                      <a:endParaRPr lang="en-US" sz="1800" dirty="0">
                        <a:solidFill>
                          <a:schemeClr val="bg1"/>
                        </a:solidFill>
                        <a:effectLst/>
                        <a:latin typeface="Calibri Light" panose="020F0302020204030204" pitchFamily="34" charset="0"/>
                        <a:ea typeface="Times New Roman" panose="02020603050405020304" pitchFamily="18" charset="0"/>
                        <a:cs typeface="Calibri Light" panose="020F0302020204030204" pitchFamily="34" charset="0"/>
                      </a:endParaRPr>
                    </a:p>
                  </a:txBody>
                  <a:tcPr marL="68580" marR="68580" marT="0" marB="0">
                    <a:lnL w="12700" cap="flat" cmpd="sng" algn="ctr">
                      <a:solidFill>
                        <a:schemeClr val="tx1">
                          <a:lumMod val="85000"/>
                          <a:lumOff val="15000"/>
                        </a:schemeClr>
                      </a:solidFill>
                      <a:prstDash val="solid"/>
                      <a:round/>
                      <a:headEnd type="none" w="med" len="med"/>
                      <a:tailEnd type="none" w="med" len="med"/>
                    </a:lnL>
                    <a:lnR w="12700" cap="flat" cmpd="sng" algn="ctr">
                      <a:solidFill>
                        <a:schemeClr val="tx1">
                          <a:lumMod val="85000"/>
                          <a:lumOff val="15000"/>
                        </a:schemeClr>
                      </a:solidFill>
                      <a:prstDash val="solid"/>
                      <a:round/>
                      <a:headEnd type="none" w="med" len="med"/>
                      <a:tailEnd type="none" w="med" len="med"/>
                    </a:lnR>
                    <a:lnT w="12700" cap="flat" cmpd="sng" algn="ctr">
                      <a:solidFill>
                        <a:schemeClr val="tx1">
                          <a:lumMod val="85000"/>
                          <a:lumOff val="15000"/>
                        </a:schemeClr>
                      </a:solidFill>
                      <a:prstDash val="solid"/>
                      <a:round/>
                      <a:headEnd type="none" w="med" len="med"/>
                      <a:tailEnd type="none" w="med" len="med"/>
                    </a:lnT>
                    <a:lnB w="12700" cap="flat" cmpd="sng" algn="ctr">
                      <a:solidFill>
                        <a:schemeClr val="tx1">
                          <a:lumMod val="85000"/>
                          <a:lumOff val="15000"/>
                        </a:schemeClr>
                      </a:solidFill>
                      <a:prstDash val="solid"/>
                      <a:round/>
                      <a:headEnd type="none" w="med" len="med"/>
                      <a:tailEnd type="none" w="med" len="med"/>
                    </a:lnB>
                    <a:noFill/>
                  </a:tcPr>
                </a:tc>
                <a:extLst>
                  <a:ext uri="{0D108BD9-81ED-4DB2-BD59-A6C34878D82A}">
                    <a16:rowId xmlns:a16="http://schemas.microsoft.com/office/drawing/2014/main" val="2119636717"/>
                  </a:ext>
                </a:extLst>
              </a:tr>
              <a:tr h="164465">
                <a:tc>
                  <a:txBody>
                    <a:bodyPr/>
                    <a:lstStyle/>
                    <a:p>
                      <a:pPr marL="0" marR="0" algn="ctr">
                        <a:buNone/>
                      </a:pPr>
                      <a:r>
                        <a:rPr lang="en-US" sz="1800" dirty="0">
                          <a:solidFill>
                            <a:srgbClr val="1988DC"/>
                          </a:solidFill>
                          <a:effectLst/>
                          <a:latin typeface="Calibri Light" panose="020F0302020204030204" pitchFamily="34" charset="0"/>
                          <a:cs typeface="Calibri Light" panose="020F0302020204030204" pitchFamily="34" charset="0"/>
                        </a:rPr>
                        <a:t>Individual</a:t>
                      </a:r>
                      <a:endParaRPr lang="en-US" sz="1800" dirty="0">
                        <a:solidFill>
                          <a:srgbClr val="1988DC"/>
                        </a:solidFill>
                        <a:effectLst/>
                        <a:latin typeface="Calibri Light" panose="020F0302020204030204" pitchFamily="34" charset="0"/>
                        <a:ea typeface="Times New Roman" panose="02020603050405020304" pitchFamily="18" charset="0"/>
                        <a:cs typeface="Calibri Light" panose="020F0302020204030204" pitchFamily="34" charset="0"/>
                      </a:endParaRPr>
                    </a:p>
                  </a:txBody>
                  <a:tcPr marL="68580" marR="68580" marT="0" marB="0">
                    <a:lnL w="12700" cap="flat" cmpd="sng" algn="ctr">
                      <a:solidFill>
                        <a:schemeClr val="tx1">
                          <a:lumMod val="85000"/>
                          <a:lumOff val="15000"/>
                        </a:schemeClr>
                      </a:solidFill>
                      <a:prstDash val="solid"/>
                      <a:round/>
                      <a:headEnd type="none" w="med" len="med"/>
                      <a:tailEnd type="none" w="med" len="med"/>
                    </a:lnL>
                    <a:lnR w="12700" cap="flat" cmpd="sng" algn="ctr">
                      <a:solidFill>
                        <a:schemeClr val="tx1">
                          <a:lumMod val="85000"/>
                          <a:lumOff val="15000"/>
                        </a:schemeClr>
                      </a:solidFill>
                      <a:prstDash val="solid"/>
                      <a:round/>
                      <a:headEnd type="none" w="med" len="med"/>
                      <a:tailEnd type="none" w="med" len="med"/>
                    </a:lnR>
                    <a:lnT w="12700" cap="flat" cmpd="sng" algn="ctr">
                      <a:solidFill>
                        <a:schemeClr val="tx1">
                          <a:lumMod val="85000"/>
                          <a:lumOff val="15000"/>
                        </a:schemeClr>
                      </a:solidFill>
                      <a:prstDash val="solid"/>
                      <a:round/>
                      <a:headEnd type="none" w="med" len="med"/>
                      <a:tailEnd type="none" w="med" len="med"/>
                    </a:lnT>
                    <a:lnB w="12700" cap="flat" cmpd="sng" algn="ctr">
                      <a:solidFill>
                        <a:schemeClr val="tx1">
                          <a:lumMod val="85000"/>
                          <a:lumOff val="15000"/>
                        </a:schemeClr>
                      </a:solidFill>
                      <a:prstDash val="solid"/>
                      <a:round/>
                      <a:headEnd type="none" w="med" len="med"/>
                      <a:tailEnd type="none" w="med" len="med"/>
                    </a:lnB>
                    <a:noFill/>
                  </a:tcPr>
                </a:tc>
                <a:tc>
                  <a:txBody>
                    <a:bodyPr/>
                    <a:lstStyle/>
                    <a:p>
                      <a:pPr marL="0" marR="0">
                        <a:buNone/>
                      </a:pPr>
                      <a:r>
                        <a:rPr lang="en-US" sz="1800">
                          <a:solidFill>
                            <a:schemeClr val="bg1"/>
                          </a:solidFill>
                          <a:effectLst/>
                          <a:latin typeface="Calibri Light" panose="020F0302020204030204" pitchFamily="34" charset="0"/>
                          <a:cs typeface="Calibri Light" panose="020F0302020204030204" pitchFamily="34" charset="0"/>
                        </a:rPr>
                        <a:t>Extra Credit Opportunities</a:t>
                      </a:r>
                      <a:endParaRPr lang="en-US" sz="1800">
                        <a:solidFill>
                          <a:schemeClr val="bg1"/>
                        </a:solidFill>
                        <a:effectLst/>
                        <a:latin typeface="Calibri Light" panose="020F0302020204030204" pitchFamily="34" charset="0"/>
                        <a:ea typeface="Times New Roman" panose="02020603050405020304" pitchFamily="18" charset="0"/>
                        <a:cs typeface="Calibri Light" panose="020F0302020204030204" pitchFamily="34" charset="0"/>
                      </a:endParaRPr>
                    </a:p>
                  </a:txBody>
                  <a:tcPr marL="68580" marR="68580" marT="0" marB="0">
                    <a:lnL w="12700" cap="flat" cmpd="sng" algn="ctr">
                      <a:solidFill>
                        <a:schemeClr val="tx1">
                          <a:lumMod val="85000"/>
                          <a:lumOff val="15000"/>
                        </a:schemeClr>
                      </a:solidFill>
                      <a:prstDash val="solid"/>
                      <a:round/>
                      <a:headEnd type="none" w="med" len="med"/>
                      <a:tailEnd type="none" w="med" len="med"/>
                    </a:lnL>
                    <a:lnR w="12700" cap="flat" cmpd="sng" algn="ctr">
                      <a:solidFill>
                        <a:schemeClr val="tx1">
                          <a:lumMod val="85000"/>
                          <a:lumOff val="15000"/>
                        </a:schemeClr>
                      </a:solidFill>
                      <a:prstDash val="solid"/>
                      <a:round/>
                      <a:headEnd type="none" w="med" len="med"/>
                      <a:tailEnd type="none" w="med" len="med"/>
                    </a:lnR>
                    <a:lnT w="12700" cap="flat" cmpd="sng" algn="ctr">
                      <a:solidFill>
                        <a:schemeClr val="tx1">
                          <a:lumMod val="85000"/>
                          <a:lumOff val="15000"/>
                        </a:schemeClr>
                      </a:solidFill>
                      <a:prstDash val="solid"/>
                      <a:round/>
                      <a:headEnd type="none" w="med" len="med"/>
                      <a:tailEnd type="none" w="med" len="med"/>
                    </a:lnT>
                    <a:lnB w="12700" cap="flat" cmpd="sng" algn="ctr">
                      <a:solidFill>
                        <a:schemeClr val="tx1">
                          <a:lumMod val="85000"/>
                          <a:lumOff val="15000"/>
                        </a:schemeClr>
                      </a:solidFill>
                      <a:prstDash val="solid"/>
                      <a:round/>
                      <a:headEnd type="none" w="med" len="med"/>
                      <a:tailEnd type="none" w="med" len="med"/>
                    </a:lnB>
                    <a:noFill/>
                  </a:tcPr>
                </a:tc>
                <a:tc>
                  <a:txBody>
                    <a:bodyPr/>
                    <a:lstStyle/>
                    <a:p>
                      <a:pPr marL="0" marR="0" algn="ctr">
                        <a:buNone/>
                      </a:pPr>
                      <a:r>
                        <a:rPr lang="en-US" sz="1800" dirty="0">
                          <a:solidFill>
                            <a:schemeClr val="bg1"/>
                          </a:solidFill>
                          <a:effectLst/>
                          <a:latin typeface="Calibri Light" panose="020F0302020204030204" pitchFamily="34" charset="0"/>
                          <a:cs typeface="Calibri Light" panose="020F0302020204030204" pitchFamily="34" charset="0"/>
                        </a:rPr>
                        <a:t>Up to 2%</a:t>
                      </a:r>
                      <a:endParaRPr lang="en-US" sz="1800" dirty="0">
                        <a:solidFill>
                          <a:schemeClr val="bg1"/>
                        </a:solidFill>
                        <a:effectLst/>
                        <a:latin typeface="Calibri Light" panose="020F0302020204030204" pitchFamily="34" charset="0"/>
                        <a:ea typeface="Times New Roman" panose="02020603050405020304" pitchFamily="18" charset="0"/>
                        <a:cs typeface="Calibri Light" panose="020F0302020204030204" pitchFamily="34" charset="0"/>
                      </a:endParaRPr>
                    </a:p>
                  </a:txBody>
                  <a:tcPr marL="68580" marR="68580" marT="0" marB="0">
                    <a:lnL w="12700" cap="flat" cmpd="sng" algn="ctr">
                      <a:solidFill>
                        <a:schemeClr val="tx1">
                          <a:lumMod val="85000"/>
                          <a:lumOff val="15000"/>
                        </a:schemeClr>
                      </a:solidFill>
                      <a:prstDash val="solid"/>
                      <a:round/>
                      <a:headEnd type="none" w="med" len="med"/>
                      <a:tailEnd type="none" w="med" len="med"/>
                    </a:lnL>
                    <a:lnR w="12700" cap="flat" cmpd="sng" algn="ctr">
                      <a:solidFill>
                        <a:schemeClr val="tx1">
                          <a:lumMod val="85000"/>
                          <a:lumOff val="15000"/>
                        </a:schemeClr>
                      </a:solidFill>
                      <a:prstDash val="solid"/>
                      <a:round/>
                      <a:headEnd type="none" w="med" len="med"/>
                      <a:tailEnd type="none" w="med" len="med"/>
                    </a:lnR>
                    <a:lnT w="12700" cap="flat" cmpd="sng" algn="ctr">
                      <a:solidFill>
                        <a:schemeClr val="tx1">
                          <a:lumMod val="85000"/>
                          <a:lumOff val="15000"/>
                        </a:schemeClr>
                      </a:solidFill>
                      <a:prstDash val="solid"/>
                      <a:round/>
                      <a:headEnd type="none" w="med" len="med"/>
                      <a:tailEnd type="none" w="med" len="med"/>
                    </a:lnT>
                    <a:lnB w="12700" cap="flat" cmpd="sng" algn="ctr">
                      <a:solidFill>
                        <a:schemeClr val="tx1">
                          <a:lumMod val="85000"/>
                          <a:lumOff val="15000"/>
                        </a:schemeClr>
                      </a:solidFill>
                      <a:prstDash val="solid"/>
                      <a:round/>
                      <a:headEnd type="none" w="med" len="med"/>
                      <a:tailEnd type="none" w="med" len="med"/>
                    </a:lnB>
                    <a:noFill/>
                  </a:tcPr>
                </a:tc>
                <a:extLst>
                  <a:ext uri="{0D108BD9-81ED-4DB2-BD59-A6C34878D82A}">
                    <a16:rowId xmlns:a16="http://schemas.microsoft.com/office/drawing/2014/main" val="618512866"/>
                  </a:ext>
                </a:extLst>
              </a:tr>
              <a:tr h="164465">
                <a:tc>
                  <a:txBody>
                    <a:bodyPr/>
                    <a:lstStyle/>
                    <a:p>
                      <a:pPr marL="0" marR="0">
                        <a:buNone/>
                      </a:pPr>
                      <a:r>
                        <a:rPr lang="en-US" sz="1800">
                          <a:solidFill>
                            <a:schemeClr val="bg1"/>
                          </a:solidFill>
                          <a:effectLst/>
                          <a:latin typeface="Calibri Light" panose="020F0302020204030204" pitchFamily="34" charset="0"/>
                          <a:cs typeface="Calibri Light" panose="020F0302020204030204" pitchFamily="34" charset="0"/>
                        </a:rPr>
                        <a:t> </a:t>
                      </a:r>
                      <a:endParaRPr lang="en-US" sz="1800">
                        <a:solidFill>
                          <a:schemeClr val="bg1"/>
                        </a:solidFill>
                        <a:effectLst/>
                        <a:latin typeface="Calibri Light" panose="020F0302020204030204" pitchFamily="34" charset="0"/>
                        <a:ea typeface="Times New Roman" panose="02020603050405020304" pitchFamily="18" charset="0"/>
                        <a:cs typeface="Calibri Light" panose="020F0302020204030204" pitchFamily="34" charset="0"/>
                      </a:endParaRPr>
                    </a:p>
                  </a:txBody>
                  <a:tcPr marL="68580" marR="68580" marT="0" marB="0">
                    <a:lnL w="12700" cap="flat" cmpd="sng" algn="ctr">
                      <a:solidFill>
                        <a:schemeClr val="tx1">
                          <a:lumMod val="85000"/>
                          <a:lumOff val="15000"/>
                        </a:schemeClr>
                      </a:solidFill>
                      <a:prstDash val="solid"/>
                      <a:round/>
                      <a:headEnd type="none" w="med" len="med"/>
                      <a:tailEnd type="none" w="med" len="med"/>
                    </a:lnL>
                    <a:lnR w="12700" cap="flat" cmpd="sng" algn="ctr">
                      <a:solidFill>
                        <a:schemeClr val="tx1">
                          <a:lumMod val="85000"/>
                          <a:lumOff val="15000"/>
                        </a:schemeClr>
                      </a:solidFill>
                      <a:prstDash val="solid"/>
                      <a:round/>
                      <a:headEnd type="none" w="med" len="med"/>
                      <a:tailEnd type="none" w="med" len="med"/>
                    </a:lnR>
                    <a:lnT w="12700" cap="flat" cmpd="sng" algn="ctr">
                      <a:solidFill>
                        <a:schemeClr val="tx1">
                          <a:lumMod val="85000"/>
                          <a:lumOff val="15000"/>
                        </a:schemeClr>
                      </a:solidFill>
                      <a:prstDash val="solid"/>
                      <a:round/>
                      <a:headEnd type="none" w="med" len="med"/>
                      <a:tailEnd type="none" w="med" len="med"/>
                    </a:lnT>
                    <a:lnB w="12700" cap="flat" cmpd="sng" algn="ctr">
                      <a:solidFill>
                        <a:schemeClr val="tx1">
                          <a:lumMod val="85000"/>
                          <a:lumOff val="15000"/>
                        </a:schemeClr>
                      </a:solidFill>
                      <a:prstDash val="solid"/>
                      <a:round/>
                      <a:headEnd type="none" w="med" len="med"/>
                      <a:tailEnd type="none" w="med" len="med"/>
                    </a:lnB>
                    <a:noFill/>
                  </a:tcPr>
                </a:tc>
                <a:tc>
                  <a:txBody>
                    <a:bodyPr/>
                    <a:lstStyle/>
                    <a:p>
                      <a:pPr marL="0" marR="0">
                        <a:buNone/>
                      </a:pPr>
                      <a:r>
                        <a:rPr lang="en-US" sz="1800">
                          <a:solidFill>
                            <a:schemeClr val="bg1"/>
                          </a:solidFill>
                          <a:effectLst/>
                          <a:latin typeface="Calibri Light" panose="020F0302020204030204" pitchFamily="34" charset="0"/>
                          <a:cs typeface="Calibri Light" panose="020F0302020204030204" pitchFamily="34" charset="0"/>
                        </a:rPr>
                        <a:t> </a:t>
                      </a:r>
                      <a:endParaRPr lang="en-US" sz="1800">
                        <a:solidFill>
                          <a:schemeClr val="bg1"/>
                        </a:solidFill>
                        <a:effectLst/>
                        <a:latin typeface="Calibri Light" panose="020F0302020204030204" pitchFamily="34" charset="0"/>
                        <a:ea typeface="Times New Roman" panose="02020603050405020304" pitchFamily="18" charset="0"/>
                        <a:cs typeface="Calibri Light" panose="020F0302020204030204" pitchFamily="34" charset="0"/>
                      </a:endParaRPr>
                    </a:p>
                  </a:txBody>
                  <a:tcPr marL="68580" marR="68580" marT="0" marB="0">
                    <a:lnL w="12700" cap="flat" cmpd="sng" algn="ctr">
                      <a:solidFill>
                        <a:schemeClr val="tx1">
                          <a:lumMod val="85000"/>
                          <a:lumOff val="15000"/>
                        </a:schemeClr>
                      </a:solidFill>
                      <a:prstDash val="solid"/>
                      <a:round/>
                      <a:headEnd type="none" w="med" len="med"/>
                      <a:tailEnd type="none" w="med" len="med"/>
                    </a:lnL>
                    <a:lnR w="12700" cap="flat" cmpd="sng" algn="ctr">
                      <a:solidFill>
                        <a:schemeClr val="tx1">
                          <a:lumMod val="85000"/>
                          <a:lumOff val="15000"/>
                        </a:schemeClr>
                      </a:solidFill>
                      <a:prstDash val="solid"/>
                      <a:round/>
                      <a:headEnd type="none" w="med" len="med"/>
                      <a:tailEnd type="none" w="med" len="med"/>
                    </a:lnR>
                    <a:lnT w="12700" cap="flat" cmpd="sng" algn="ctr">
                      <a:solidFill>
                        <a:schemeClr val="tx1">
                          <a:lumMod val="85000"/>
                          <a:lumOff val="15000"/>
                        </a:schemeClr>
                      </a:solidFill>
                      <a:prstDash val="solid"/>
                      <a:round/>
                      <a:headEnd type="none" w="med" len="med"/>
                      <a:tailEnd type="none" w="med" len="med"/>
                    </a:lnT>
                    <a:lnB w="12700" cap="flat" cmpd="sng" algn="ctr">
                      <a:solidFill>
                        <a:schemeClr val="tx1">
                          <a:lumMod val="85000"/>
                          <a:lumOff val="15000"/>
                        </a:schemeClr>
                      </a:solidFill>
                      <a:prstDash val="solid"/>
                      <a:round/>
                      <a:headEnd type="none" w="med" len="med"/>
                      <a:tailEnd type="none" w="med" len="med"/>
                    </a:lnB>
                    <a:noFill/>
                  </a:tcPr>
                </a:tc>
                <a:tc>
                  <a:txBody>
                    <a:bodyPr/>
                    <a:lstStyle/>
                    <a:p>
                      <a:pPr marL="0" marR="0" algn="ctr">
                        <a:buNone/>
                      </a:pPr>
                      <a:r>
                        <a:rPr lang="en-US" sz="1800" dirty="0">
                          <a:solidFill>
                            <a:schemeClr val="bg1"/>
                          </a:solidFill>
                          <a:effectLst/>
                          <a:latin typeface="Calibri Light" panose="020F0302020204030204" pitchFamily="34" charset="0"/>
                          <a:cs typeface="Calibri Light" panose="020F0302020204030204" pitchFamily="34" charset="0"/>
                        </a:rPr>
                        <a:t>Total: 102%</a:t>
                      </a:r>
                      <a:endParaRPr lang="en-US" sz="1800" dirty="0">
                        <a:solidFill>
                          <a:schemeClr val="bg1"/>
                        </a:solidFill>
                        <a:effectLst/>
                        <a:latin typeface="Calibri Light" panose="020F0302020204030204" pitchFamily="34" charset="0"/>
                        <a:ea typeface="Times New Roman" panose="02020603050405020304" pitchFamily="18" charset="0"/>
                        <a:cs typeface="Calibri Light" panose="020F0302020204030204" pitchFamily="34" charset="0"/>
                      </a:endParaRPr>
                    </a:p>
                  </a:txBody>
                  <a:tcPr marL="68580" marR="68580" marT="0" marB="0">
                    <a:lnL w="12700" cap="flat" cmpd="sng" algn="ctr">
                      <a:solidFill>
                        <a:schemeClr val="tx1">
                          <a:lumMod val="85000"/>
                          <a:lumOff val="15000"/>
                        </a:schemeClr>
                      </a:solidFill>
                      <a:prstDash val="solid"/>
                      <a:round/>
                      <a:headEnd type="none" w="med" len="med"/>
                      <a:tailEnd type="none" w="med" len="med"/>
                    </a:lnL>
                    <a:lnR w="12700" cap="flat" cmpd="sng" algn="ctr">
                      <a:solidFill>
                        <a:schemeClr val="tx1">
                          <a:lumMod val="85000"/>
                          <a:lumOff val="15000"/>
                        </a:schemeClr>
                      </a:solidFill>
                      <a:prstDash val="solid"/>
                      <a:round/>
                      <a:headEnd type="none" w="med" len="med"/>
                      <a:tailEnd type="none" w="med" len="med"/>
                    </a:lnR>
                    <a:lnT w="12700" cap="flat" cmpd="sng" algn="ctr">
                      <a:solidFill>
                        <a:schemeClr val="tx1">
                          <a:lumMod val="85000"/>
                          <a:lumOff val="15000"/>
                        </a:schemeClr>
                      </a:solidFill>
                      <a:prstDash val="solid"/>
                      <a:round/>
                      <a:headEnd type="none" w="med" len="med"/>
                      <a:tailEnd type="none" w="med" len="med"/>
                    </a:lnT>
                    <a:lnB w="12700" cap="flat" cmpd="sng" algn="ctr">
                      <a:solidFill>
                        <a:schemeClr val="tx1">
                          <a:lumMod val="85000"/>
                          <a:lumOff val="15000"/>
                        </a:schemeClr>
                      </a:solidFill>
                      <a:prstDash val="solid"/>
                      <a:round/>
                      <a:headEnd type="none" w="med" len="med"/>
                      <a:tailEnd type="none" w="med" len="med"/>
                    </a:lnB>
                    <a:noFill/>
                  </a:tcPr>
                </a:tc>
                <a:extLst>
                  <a:ext uri="{0D108BD9-81ED-4DB2-BD59-A6C34878D82A}">
                    <a16:rowId xmlns:a16="http://schemas.microsoft.com/office/drawing/2014/main" val="2792360905"/>
                  </a:ext>
                </a:extLst>
              </a:tr>
            </a:tbl>
          </a:graphicData>
        </a:graphic>
      </p:graphicFrame>
    </p:spTree>
    <p:extLst>
      <p:ext uri="{BB962C8B-B14F-4D97-AF65-F5344CB8AC3E}">
        <p14:creationId xmlns:p14="http://schemas.microsoft.com/office/powerpoint/2010/main" val="308951704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98DF2D-4C21-45B7-8CEE-41E2C22A3166}"/>
              </a:ext>
            </a:extLst>
          </p:cNvPr>
          <p:cNvSpPr>
            <a:spLocks noGrp="1"/>
          </p:cNvSpPr>
          <p:nvPr>
            <p:ph type="title"/>
          </p:nvPr>
        </p:nvSpPr>
        <p:spPr/>
        <p:txBody>
          <a:bodyPr>
            <a:normAutofit fontScale="90000"/>
          </a:bodyPr>
          <a:lstStyle/>
          <a:p>
            <a:br>
              <a:rPr lang="en-US" dirty="0">
                <a:solidFill>
                  <a:schemeClr val="bg1"/>
                </a:solidFill>
                <a:latin typeface="Gotham Bold" pitchFamily="50" charset="0"/>
              </a:rPr>
            </a:br>
            <a:br>
              <a:rPr lang="en-US" dirty="0">
                <a:solidFill>
                  <a:schemeClr val="bg1"/>
                </a:solidFill>
                <a:latin typeface="Gotham Bold" pitchFamily="50" charset="0"/>
              </a:rPr>
            </a:br>
            <a:br>
              <a:rPr lang="en-US" dirty="0">
                <a:solidFill>
                  <a:schemeClr val="bg1"/>
                </a:solidFill>
                <a:latin typeface="Gotham Bold" pitchFamily="50" charset="0"/>
              </a:rPr>
            </a:br>
            <a:r>
              <a:rPr lang="en-US" dirty="0">
                <a:solidFill>
                  <a:schemeClr val="bg1"/>
                </a:solidFill>
                <a:latin typeface="Gotham Bold" pitchFamily="50" charset="0"/>
              </a:rPr>
              <a:t>Timeline</a:t>
            </a:r>
            <a:br>
              <a:rPr lang="en-US" dirty="0">
                <a:solidFill>
                  <a:schemeClr val="bg1"/>
                </a:solidFill>
                <a:latin typeface="Gotham Bold" pitchFamily="50" charset="0"/>
              </a:rPr>
            </a:br>
            <a:br>
              <a:rPr lang="en-US" dirty="0">
                <a:solidFill>
                  <a:schemeClr val="bg1"/>
                </a:solidFill>
                <a:latin typeface="Gotham Bold" pitchFamily="50" charset="0"/>
              </a:rPr>
            </a:br>
            <a:br>
              <a:rPr lang="en-US" dirty="0">
                <a:solidFill>
                  <a:schemeClr val="bg1"/>
                </a:solidFill>
                <a:latin typeface="Gotham Bold" pitchFamily="50" charset="0"/>
              </a:rPr>
            </a:br>
            <a:endParaRPr lang="en-US" dirty="0">
              <a:solidFill>
                <a:schemeClr val="bg1"/>
              </a:solidFill>
              <a:latin typeface="Gotham Bold" pitchFamily="50" charset="0"/>
            </a:endParaRPr>
          </a:p>
        </p:txBody>
      </p:sp>
      <p:sp>
        <p:nvSpPr>
          <p:cNvPr id="3" name="Slide Number Placeholder 2">
            <a:extLst>
              <a:ext uri="{FF2B5EF4-FFF2-40B4-BE49-F238E27FC236}">
                <a16:creationId xmlns:a16="http://schemas.microsoft.com/office/drawing/2014/main" id="{03A9227D-D8A5-848F-EB10-3DBFA6BE3415}"/>
              </a:ext>
            </a:extLst>
          </p:cNvPr>
          <p:cNvSpPr>
            <a:spLocks noGrp="1"/>
          </p:cNvSpPr>
          <p:nvPr>
            <p:ph type="sldNum" sz="quarter" idx="12"/>
          </p:nvPr>
        </p:nvSpPr>
        <p:spPr/>
        <p:txBody>
          <a:bodyPr/>
          <a:lstStyle/>
          <a:p>
            <a:fld id="{017C28E0-2F8B-4999-AEA2-B3AA3AE8994F}" type="slidenum">
              <a:rPr lang="en-US" smtClean="0"/>
              <a:t>17</a:t>
            </a:fld>
            <a:endParaRPr lang="en-US"/>
          </a:p>
        </p:txBody>
      </p:sp>
      <p:grpSp>
        <p:nvGrpSpPr>
          <p:cNvPr id="6" name="Group 5">
            <a:extLst>
              <a:ext uri="{FF2B5EF4-FFF2-40B4-BE49-F238E27FC236}">
                <a16:creationId xmlns:a16="http://schemas.microsoft.com/office/drawing/2014/main" id="{7B03F181-4FD8-F9F8-FA60-BACB485409BE}"/>
              </a:ext>
            </a:extLst>
          </p:cNvPr>
          <p:cNvGrpSpPr/>
          <p:nvPr/>
        </p:nvGrpSpPr>
        <p:grpSpPr>
          <a:xfrm>
            <a:off x="11317255" y="5989103"/>
            <a:ext cx="841781" cy="748032"/>
            <a:chOff x="11337354" y="6025684"/>
            <a:chExt cx="841781" cy="748032"/>
          </a:xfrm>
        </p:grpSpPr>
        <p:pic>
          <p:nvPicPr>
            <p:cNvPr id="7" name="Picture 6">
              <a:extLst>
                <a:ext uri="{FF2B5EF4-FFF2-40B4-BE49-F238E27FC236}">
                  <a16:creationId xmlns:a16="http://schemas.microsoft.com/office/drawing/2014/main" id="{CF895776-BA8A-C93A-6260-11314B1B5A0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424975" y="6538912"/>
              <a:ext cx="666541" cy="234804"/>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7" descr="Logo COP3530">
              <a:extLst>
                <a:ext uri="{FF2B5EF4-FFF2-40B4-BE49-F238E27FC236}">
                  <a16:creationId xmlns:a16="http://schemas.microsoft.com/office/drawing/2014/main" id="{FAA4A583-3ACE-BA2E-04E8-D2868F439B71}"/>
                </a:ext>
              </a:extLst>
            </p:cNvPr>
            <p:cNvPicPr>
              <a:picLocks noChangeAspect="1"/>
            </p:cNvPicPr>
            <p:nvPr/>
          </p:nvPicPr>
          <p:blipFill rotWithShape="1">
            <a:blip r:embed="rId4"/>
            <a:srcRect t="1" b="20587"/>
            <a:stretch/>
          </p:blipFill>
          <p:spPr>
            <a:xfrm>
              <a:off x="11337354" y="6025684"/>
              <a:ext cx="841781" cy="465491"/>
            </a:xfrm>
            <a:prstGeom prst="rect">
              <a:avLst/>
            </a:prstGeom>
          </p:spPr>
        </p:pic>
      </p:grpSp>
      <p:graphicFrame>
        <p:nvGraphicFramePr>
          <p:cNvPr id="5" name="Table 4">
            <a:extLst>
              <a:ext uri="{FF2B5EF4-FFF2-40B4-BE49-F238E27FC236}">
                <a16:creationId xmlns:a16="http://schemas.microsoft.com/office/drawing/2014/main" id="{935E6EE8-A641-C623-FF60-0063DACB8B33}"/>
              </a:ext>
            </a:extLst>
          </p:cNvPr>
          <p:cNvGraphicFramePr>
            <a:graphicFrameLocks noGrp="1"/>
          </p:cNvGraphicFramePr>
          <p:nvPr>
            <p:extLst>
              <p:ext uri="{D42A27DB-BD31-4B8C-83A1-F6EECF244321}">
                <p14:modId xmlns:p14="http://schemas.microsoft.com/office/powerpoint/2010/main" val="2491757182"/>
              </p:ext>
            </p:extLst>
          </p:nvPr>
        </p:nvGraphicFramePr>
        <p:xfrm>
          <a:off x="1451900" y="1517040"/>
          <a:ext cx="9215163" cy="4750160"/>
        </p:xfrm>
        <a:graphic>
          <a:graphicData uri="http://schemas.openxmlformats.org/drawingml/2006/table">
            <a:tbl>
              <a:tblPr firstRow="1" firstCol="1" bandRow="1">
                <a:tableStyleId>{5940675A-B579-460E-94D1-54222C63F5DA}</a:tableStyleId>
              </a:tblPr>
              <a:tblGrid>
                <a:gridCol w="813616">
                  <a:extLst>
                    <a:ext uri="{9D8B030D-6E8A-4147-A177-3AD203B41FA5}">
                      <a16:colId xmlns:a16="http://schemas.microsoft.com/office/drawing/2014/main" val="216834699"/>
                    </a:ext>
                  </a:extLst>
                </a:gridCol>
                <a:gridCol w="1077768">
                  <a:extLst>
                    <a:ext uri="{9D8B030D-6E8A-4147-A177-3AD203B41FA5}">
                      <a16:colId xmlns:a16="http://schemas.microsoft.com/office/drawing/2014/main" val="3794080965"/>
                    </a:ext>
                  </a:extLst>
                </a:gridCol>
                <a:gridCol w="1134493">
                  <a:extLst>
                    <a:ext uri="{9D8B030D-6E8A-4147-A177-3AD203B41FA5}">
                      <a16:colId xmlns:a16="http://schemas.microsoft.com/office/drawing/2014/main" val="1125313253"/>
                    </a:ext>
                  </a:extLst>
                </a:gridCol>
                <a:gridCol w="4943146">
                  <a:extLst>
                    <a:ext uri="{9D8B030D-6E8A-4147-A177-3AD203B41FA5}">
                      <a16:colId xmlns:a16="http://schemas.microsoft.com/office/drawing/2014/main" val="1046229122"/>
                    </a:ext>
                  </a:extLst>
                </a:gridCol>
                <a:gridCol w="1246140">
                  <a:extLst>
                    <a:ext uri="{9D8B030D-6E8A-4147-A177-3AD203B41FA5}">
                      <a16:colId xmlns:a16="http://schemas.microsoft.com/office/drawing/2014/main" val="4061340923"/>
                    </a:ext>
                  </a:extLst>
                </a:gridCol>
              </a:tblGrid>
              <a:tr h="255523">
                <a:tc>
                  <a:txBody>
                    <a:bodyPr/>
                    <a:lstStyle/>
                    <a:p>
                      <a:pPr algn="ctr"/>
                      <a:r>
                        <a:rPr lang="en-US" sz="1400" b="1" dirty="0">
                          <a:solidFill>
                            <a:schemeClr val="accent4">
                              <a:lumMod val="40000"/>
                              <a:lumOff val="60000"/>
                            </a:schemeClr>
                          </a:solidFill>
                        </a:rPr>
                        <a:t>Week</a:t>
                      </a:r>
                      <a:endParaRPr lang="en-US" sz="1400" b="1" dirty="0">
                        <a:solidFill>
                          <a:schemeClr val="accent4">
                            <a:lumMod val="40000"/>
                            <a:lumOff val="60000"/>
                          </a:schemeClr>
                        </a:solidFill>
                        <a:latin typeface="+mj-lt"/>
                      </a:endParaRPr>
                    </a:p>
                  </a:txBody>
                  <a:tcPr>
                    <a:lnL w="12700" cap="flat" cmpd="sng" algn="ctr">
                      <a:solidFill>
                        <a:schemeClr val="bg2">
                          <a:lumMod val="25000"/>
                        </a:schemeClr>
                      </a:solidFill>
                      <a:prstDash val="solid"/>
                      <a:round/>
                      <a:headEnd type="none" w="med" len="med"/>
                      <a:tailEnd type="none" w="med" len="med"/>
                    </a:lnL>
                    <a:lnR w="12700" cap="flat" cmpd="sng" algn="ctr">
                      <a:solidFill>
                        <a:schemeClr val="bg2">
                          <a:lumMod val="25000"/>
                        </a:schemeClr>
                      </a:solidFill>
                      <a:prstDash val="solid"/>
                      <a:round/>
                      <a:headEnd type="none" w="med" len="med"/>
                      <a:tailEnd type="none" w="med" len="med"/>
                    </a:lnR>
                    <a:lnT w="12700" cap="flat" cmpd="sng" algn="ctr">
                      <a:solidFill>
                        <a:schemeClr val="bg2">
                          <a:lumMod val="25000"/>
                        </a:schemeClr>
                      </a:solidFill>
                      <a:prstDash val="solid"/>
                      <a:round/>
                      <a:headEnd type="none" w="med" len="med"/>
                      <a:tailEnd type="none" w="med" len="med"/>
                    </a:lnT>
                    <a:lnB w="12700" cap="flat" cmpd="sng" algn="ctr">
                      <a:solidFill>
                        <a:schemeClr val="bg2">
                          <a:lumMod val="25000"/>
                        </a:schemeClr>
                      </a:solidFill>
                      <a:prstDash val="solid"/>
                      <a:round/>
                      <a:headEnd type="none" w="med" len="med"/>
                      <a:tailEnd type="none" w="med" len="med"/>
                    </a:lnB>
                  </a:tcPr>
                </a:tc>
                <a:tc gridSpan="2">
                  <a:txBody>
                    <a:bodyPr/>
                    <a:lstStyle/>
                    <a:p>
                      <a:pPr marL="0" marR="0" algn="ctr">
                        <a:buNone/>
                      </a:pPr>
                      <a:r>
                        <a:rPr lang="en-US" sz="1400" b="1" dirty="0">
                          <a:solidFill>
                            <a:schemeClr val="accent4">
                              <a:lumMod val="40000"/>
                              <a:lumOff val="60000"/>
                            </a:schemeClr>
                          </a:solidFill>
                          <a:effectLst/>
                        </a:rPr>
                        <a:t>Dates</a:t>
                      </a:r>
                      <a:endParaRPr lang="en-US" sz="1400" b="1" dirty="0">
                        <a:solidFill>
                          <a:schemeClr val="accent4">
                            <a:lumMod val="40000"/>
                            <a:lumOff val="60000"/>
                          </a:schemeClr>
                        </a:solidFill>
                        <a:effectLst/>
                        <a:latin typeface="+mj-lt"/>
                        <a:ea typeface="Times New Roman" panose="02020603050405020304" pitchFamily="18" charset="0"/>
                        <a:cs typeface="Times New Roman" panose="02020603050405020304" pitchFamily="18" charset="0"/>
                      </a:endParaRPr>
                    </a:p>
                  </a:txBody>
                  <a:tcPr marL="68580" marR="68580" marT="0" marB="0" anchor="ctr">
                    <a:lnL w="12700" cap="flat" cmpd="sng" algn="ctr">
                      <a:solidFill>
                        <a:schemeClr val="bg2">
                          <a:lumMod val="25000"/>
                        </a:schemeClr>
                      </a:solidFill>
                      <a:prstDash val="solid"/>
                      <a:round/>
                      <a:headEnd type="none" w="med" len="med"/>
                      <a:tailEnd type="none" w="med" len="med"/>
                    </a:lnL>
                    <a:lnR w="12700" cap="flat" cmpd="sng" algn="ctr">
                      <a:solidFill>
                        <a:schemeClr val="bg2">
                          <a:lumMod val="25000"/>
                        </a:schemeClr>
                      </a:solidFill>
                      <a:prstDash val="solid"/>
                      <a:round/>
                      <a:headEnd type="none" w="med" len="med"/>
                      <a:tailEnd type="none" w="med" len="med"/>
                    </a:lnR>
                    <a:lnT w="12700" cap="flat" cmpd="sng" algn="ctr">
                      <a:solidFill>
                        <a:schemeClr val="bg2">
                          <a:lumMod val="25000"/>
                        </a:schemeClr>
                      </a:solidFill>
                      <a:prstDash val="solid"/>
                      <a:round/>
                      <a:headEnd type="none" w="med" len="med"/>
                      <a:tailEnd type="none" w="med" len="med"/>
                    </a:lnT>
                    <a:lnB w="12700" cap="flat" cmpd="sng" algn="ctr">
                      <a:solidFill>
                        <a:schemeClr val="bg2">
                          <a:lumMod val="25000"/>
                        </a:schemeClr>
                      </a:solidFill>
                      <a:prstDash val="solid"/>
                      <a:round/>
                      <a:headEnd type="none" w="med" len="med"/>
                      <a:tailEnd type="none" w="med" len="med"/>
                    </a:lnB>
                  </a:tcPr>
                </a:tc>
                <a:tc hMerge="1">
                  <a:txBody>
                    <a:bodyPr/>
                    <a:lstStyle/>
                    <a:p>
                      <a:endParaRPr lang="en-US"/>
                    </a:p>
                  </a:txBody>
                  <a:tcPr/>
                </a:tc>
                <a:tc>
                  <a:txBody>
                    <a:bodyPr/>
                    <a:lstStyle/>
                    <a:p>
                      <a:pPr marL="0" marR="0" algn="ctr">
                        <a:buNone/>
                      </a:pPr>
                      <a:r>
                        <a:rPr lang="en-US" sz="1400" b="1" dirty="0">
                          <a:solidFill>
                            <a:schemeClr val="accent4">
                              <a:lumMod val="40000"/>
                              <a:lumOff val="60000"/>
                            </a:schemeClr>
                          </a:solidFill>
                          <a:effectLst/>
                        </a:rPr>
                        <a:t>Topic</a:t>
                      </a:r>
                      <a:endParaRPr lang="en-US" sz="1400" b="1" dirty="0">
                        <a:solidFill>
                          <a:schemeClr val="accent4">
                            <a:lumMod val="40000"/>
                            <a:lumOff val="60000"/>
                          </a:schemeClr>
                        </a:solidFill>
                        <a:effectLst/>
                        <a:latin typeface="+mj-lt"/>
                        <a:ea typeface="Times New Roman" panose="02020603050405020304" pitchFamily="18" charset="0"/>
                        <a:cs typeface="Times New Roman" panose="02020603050405020304" pitchFamily="18" charset="0"/>
                      </a:endParaRPr>
                    </a:p>
                  </a:txBody>
                  <a:tcPr marL="68580" marR="68580" marT="0" marB="0" anchor="ctr">
                    <a:lnL w="12700" cap="flat" cmpd="sng" algn="ctr">
                      <a:solidFill>
                        <a:schemeClr val="bg2">
                          <a:lumMod val="25000"/>
                        </a:schemeClr>
                      </a:solidFill>
                      <a:prstDash val="solid"/>
                      <a:round/>
                      <a:headEnd type="none" w="med" len="med"/>
                      <a:tailEnd type="none" w="med" len="med"/>
                    </a:lnL>
                    <a:lnR w="12700" cap="flat" cmpd="sng" algn="ctr">
                      <a:solidFill>
                        <a:schemeClr val="bg2">
                          <a:lumMod val="25000"/>
                        </a:schemeClr>
                      </a:solidFill>
                      <a:prstDash val="solid"/>
                      <a:round/>
                      <a:headEnd type="none" w="med" len="med"/>
                      <a:tailEnd type="none" w="med" len="med"/>
                    </a:lnR>
                    <a:lnT w="12700" cap="flat" cmpd="sng" algn="ctr">
                      <a:solidFill>
                        <a:schemeClr val="bg2">
                          <a:lumMod val="25000"/>
                        </a:schemeClr>
                      </a:solidFill>
                      <a:prstDash val="solid"/>
                      <a:round/>
                      <a:headEnd type="none" w="med" len="med"/>
                      <a:tailEnd type="none" w="med" len="med"/>
                    </a:lnT>
                    <a:lnB w="12700" cap="flat" cmpd="sng" algn="ctr">
                      <a:solidFill>
                        <a:schemeClr val="bg2">
                          <a:lumMod val="25000"/>
                        </a:schemeClr>
                      </a:solidFill>
                      <a:prstDash val="solid"/>
                      <a:round/>
                      <a:headEnd type="none" w="med" len="med"/>
                      <a:tailEnd type="none" w="med" len="med"/>
                    </a:lnB>
                  </a:tcPr>
                </a:tc>
                <a:tc>
                  <a:txBody>
                    <a:bodyPr/>
                    <a:lstStyle/>
                    <a:p>
                      <a:pPr marL="0" marR="0" algn="ctr">
                        <a:buNone/>
                      </a:pPr>
                      <a:r>
                        <a:rPr lang="en-US" sz="1400" b="1" dirty="0">
                          <a:solidFill>
                            <a:schemeClr val="accent4">
                              <a:lumMod val="40000"/>
                              <a:lumOff val="60000"/>
                            </a:schemeClr>
                          </a:solidFill>
                          <a:effectLst/>
                        </a:rPr>
                        <a:t>Deadlines</a:t>
                      </a:r>
                      <a:endParaRPr lang="en-US" sz="1400" b="1" dirty="0">
                        <a:solidFill>
                          <a:schemeClr val="accent4">
                            <a:lumMod val="40000"/>
                            <a:lumOff val="60000"/>
                          </a:schemeClr>
                        </a:solidFill>
                        <a:effectLst/>
                        <a:latin typeface="+mj-lt"/>
                        <a:ea typeface="Times New Roman" panose="02020603050405020304" pitchFamily="18" charset="0"/>
                        <a:cs typeface="Times New Roman" panose="02020603050405020304" pitchFamily="18" charset="0"/>
                      </a:endParaRPr>
                    </a:p>
                  </a:txBody>
                  <a:tcPr marL="68580" marR="68580" marT="0" marB="0" anchor="ctr">
                    <a:lnL w="12700" cap="flat" cmpd="sng" algn="ctr">
                      <a:solidFill>
                        <a:schemeClr val="bg2">
                          <a:lumMod val="25000"/>
                        </a:schemeClr>
                      </a:solidFill>
                      <a:prstDash val="solid"/>
                      <a:round/>
                      <a:headEnd type="none" w="med" len="med"/>
                      <a:tailEnd type="none" w="med" len="med"/>
                    </a:lnL>
                    <a:lnR w="12700" cap="flat" cmpd="sng" algn="ctr">
                      <a:solidFill>
                        <a:schemeClr val="bg2">
                          <a:lumMod val="25000"/>
                        </a:schemeClr>
                      </a:solidFill>
                      <a:prstDash val="solid"/>
                      <a:round/>
                      <a:headEnd type="none" w="med" len="med"/>
                      <a:tailEnd type="none" w="med" len="med"/>
                    </a:lnR>
                    <a:lnT w="12700" cap="flat" cmpd="sng" algn="ctr">
                      <a:solidFill>
                        <a:schemeClr val="bg2">
                          <a:lumMod val="25000"/>
                        </a:schemeClr>
                      </a:solidFill>
                      <a:prstDash val="solid"/>
                      <a:round/>
                      <a:headEnd type="none" w="med" len="med"/>
                      <a:tailEnd type="none" w="med" len="med"/>
                    </a:lnT>
                    <a:lnB w="12700" cap="flat" cmpd="sng" algn="ctr">
                      <a:solidFill>
                        <a:schemeClr val="bg2">
                          <a:lumMod val="25000"/>
                        </a:schemeClr>
                      </a:solidFill>
                      <a:prstDash val="solid"/>
                      <a:round/>
                      <a:headEnd type="none" w="med" len="med"/>
                      <a:tailEnd type="none" w="med" len="med"/>
                    </a:lnB>
                  </a:tcPr>
                </a:tc>
                <a:extLst>
                  <a:ext uri="{0D108BD9-81ED-4DB2-BD59-A6C34878D82A}">
                    <a16:rowId xmlns:a16="http://schemas.microsoft.com/office/drawing/2014/main" val="2123459480"/>
                  </a:ext>
                </a:extLst>
              </a:tr>
              <a:tr h="253678">
                <a:tc>
                  <a:txBody>
                    <a:bodyPr/>
                    <a:lstStyle/>
                    <a:p>
                      <a:pPr marL="5715" marR="1905" algn="ctr">
                        <a:lnSpc>
                          <a:spcPts val="1185"/>
                        </a:lnSpc>
                        <a:spcBef>
                          <a:spcPts val="90"/>
                        </a:spcBef>
                        <a:buNone/>
                      </a:pPr>
                      <a:r>
                        <a:rPr lang="en-US" sz="1400" dirty="0">
                          <a:solidFill>
                            <a:schemeClr val="bg1"/>
                          </a:solidFill>
                          <a:effectLst/>
                        </a:rPr>
                        <a:t>1</a:t>
                      </a:r>
                      <a:endParaRPr lang="en-US" sz="1400" dirty="0">
                        <a:solidFill>
                          <a:schemeClr val="bg1"/>
                        </a:solidFill>
                        <a:effectLst/>
                        <a:latin typeface="+mj-lt"/>
                        <a:ea typeface="Times New Roman" panose="02020603050405020304" pitchFamily="18" charset="0"/>
                        <a:cs typeface="Times New Roman" panose="02020603050405020304" pitchFamily="18" charset="0"/>
                      </a:endParaRPr>
                    </a:p>
                  </a:txBody>
                  <a:tcPr marL="0" marR="0" marT="0" marB="0" anchor="ctr">
                    <a:lnL w="12700" cap="flat" cmpd="sng" algn="ctr">
                      <a:solidFill>
                        <a:schemeClr val="bg2">
                          <a:lumMod val="25000"/>
                        </a:schemeClr>
                      </a:solidFill>
                      <a:prstDash val="solid"/>
                      <a:round/>
                      <a:headEnd type="none" w="med" len="med"/>
                      <a:tailEnd type="none" w="med" len="med"/>
                    </a:lnL>
                    <a:lnR w="12700" cap="flat" cmpd="sng" algn="ctr">
                      <a:solidFill>
                        <a:schemeClr val="bg2">
                          <a:lumMod val="25000"/>
                        </a:schemeClr>
                      </a:solidFill>
                      <a:prstDash val="solid"/>
                      <a:round/>
                      <a:headEnd type="none" w="med" len="med"/>
                      <a:tailEnd type="none" w="med" len="med"/>
                    </a:lnR>
                    <a:lnT w="12700" cap="flat" cmpd="sng" algn="ctr">
                      <a:solidFill>
                        <a:schemeClr val="bg2">
                          <a:lumMod val="25000"/>
                        </a:schemeClr>
                      </a:solidFill>
                      <a:prstDash val="solid"/>
                      <a:round/>
                      <a:headEnd type="none" w="med" len="med"/>
                      <a:tailEnd type="none" w="med" len="med"/>
                    </a:lnT>
                    <a:lnB w="12700" cap="flat" cmpd="sng" algn="ctr">
                      <a:solidFill>
                        <a:schemeClr val="bg2">
                          <a:lumMod val="25000"/>
                        </a:schemeClr>
                      </a:solidFill>
                      <a:prstDash val="solid"/>
                      <a:round/>
                      <a:headEnd type="none" w="med" len="med"/>
                      <a:tailEnd type="none" w="med" len="med"/>
                    </a:lnB>
                  </a:tcPr>
                </a:tc>
                <a:tc>
                  <a:txBody>
                    <a:bodyPr/>
                    <a:lstStyle/>
                    <a:p>
                      <a:pPr marL="6985" marR="2540" algn="ctr">
                        <a:lnSpc>
                          <a:spcPts val="1185"/>
                        </a:lnSpc>
                        <a:spcBef>
                          <a:spcPts val="90"/>
                        </a:spcBef>
                        <a:buNone/>
                      </a:pPr>
                      <a:r>
                        <a:rPr lang="en-US" sz="1400">
                          <a:solidFill>
                            <a:schemeClr val="bg1"/>
                          </a:solidFill>
                          <a:effectLst/>
                        </a:rPr>
                        <a:t>20-Aug</a:t>
                      </a:r>
                      <a:endParaRPr lang="en-US" sz="1400">
                        <a:solidFill>
                          <a:schemeClr val="bg1"/>
                        </a:solidFill>
                        <a:effectLst/>
                        <a:latin typeface="+mj-lt"/>
                        <a:ea typeface="Times New Roman" panose="02020603050405020304" pitchFamily="18" charset="0"/>
                        <a:cs typeface="Times New Roman" panose="02020603050405020304" pitchFamily="18" charset="0"/>
                      </a:endParaRPr>
                    </a:p>
                  </a:txBody>
                  <a:tcPr marL="0" marR="0" marT="0" marB="0" anchor="ctr">
                    <a:lnL w="12700" cap="flat" cmpd="sng" algn="ctr">
                      <a:solidFill>
                        <a:schemeClr val="bg2">
                          <a:lumMod val="25000"/>
                        </a:schemeClr>
                      </a:solidFill>
                      <a:prstDash val="solid"/>
                      <a:round/>
                      <a:headEnd type="none" w="med" len="med"/>
                      <a:tailEnd type="none" w="med" len="med"/>
                    </a:lnL>
                    <a:lnR w="12700" cap="flat" cmpd="sng" algn="ctr">
                      <a:solidFill>
                        <a:schemeClr val="bg2">
                          <a:lumMod val="25000"/>
                        </a:schemeClr>
                      </a:solidFill>
                      <a:prstDash val="solid"/>
                      <a:round/>
                      <a:headEnd type="none" w="med" len="med"/>
                      <a:tailEnd type="none" w="med" len="med"/>
                    </a:lnR>
                    <a:lnT w="12700" cap="flat" cmpd="sng" algn="ctr">
                      <a:solidFill>
                        <a:schemeClr val="bg2">
                          <a:lumMod val="25000"/>
                        </a:schemeClr>
                      </a:solidFill>
                      <a:prstDash val="solid"/>
                      <a:round/>
                      <a:headEnd type="none" w="med" len="med"/>
                      <a:tailEnd type="none" w="med" len="med"/>
                    </a:lnT>
                    <a:lnB w="12700" cap="flat" cmpd="sng" algn="ctr">
                      <a:solidFill>
                        <a:schemeClr val="bg2">
                          <a:lumMod val="25000"/>
                        </a:schemeClr>
                      </a:solidFill>
                      <a:prstDash val="solid"/>
                      <a:round/>
                      <a:headEnd type="none" w="med" len="med"/>
                      <a:tailEnd type="none" w="med" len="med"/>
                    </a:lnB>
                  </a:tcPr>
                </a:tc>
                <a:tc>
                  <a:txBody>
                    <a:bodyPr/>
                    <a:lstStyle/>
                    <a:p>
                      <a:pPr marL="6350" marR="2540" algn="ctr">
                        <a:lnSpc>
                          <a:spcPts val="1185"/>
                        </a:lnSpc>
                        <a:spcBef>
                          <a:spcPts val="90"/>
                        </a:spcBef>
                        <a:buNone/>
                      </a:pPr>
                      <a:r>
                        <a:rPr lang="en-US" sz="1400">
                          <a:solidFill>
                            <a:schemeClr val="bg1"/>
                          </a:solidFill>
                          <a:effectLst/>
                        </a:rPr>
                        <a:t>23-Aug</a:t>
                      </a:r>
                      <a:endParaRPr lang="en-US" sz="1400">
                        <a:solidFill>
                          <a:schemeClr val="bg1"/>
                        </a:solidFill>
                        <a:effectLst/>
                        <a:latin typeface="+mj-lt"/>
                        <a:ea typeface="Times New Roman" panose="02020603050405020304" pitchFamily="18" charset="0"/>
                        <a:cs typeface="Times New Roman" panose="02020603050405020304" pitchFamily="18" charset="0"/>
                      </a:endParaRPr>
                    </a:p>
                  </a:txBody>
                  <a:tcPr marL="0" marR="0" marT="0" marB="0" anchor="ctr">
                    <a:lnL w="12700" cap="flat" cmpd="sng" algn="ctr">
                      <a:solidFill>
                        <a:schemeClr val="bg2">
                          <a:lumMod val="25000"/>
                        </a:schemeClr>
                      </a:solidFill>
                      <a:prstDash val="solid"/>
                      <a:round/>
                      <a:headEnd type="none" w="med" len="med"/>
                      <a:tailEnd type="none" w="med" len="med"/>
                    </a:lnL>
                    <a:lnR w="12700" cap="flat" cmpd="sng" algn="ctr">
                      <a:solidFill>
                        <a:schemeClr val="bg2">
                          <a:lumMod val="25000"/>
                        </a:schemeClr>
                      </a:solidFill>
                      <a:prstDash val="solid"/>
                      <a:round/>
                      <a:headEnd type="none" w="med" len="med"/>
                      <a:tailEnd type="none" w="med" len="med"/>
                    </a:lnR>
                    <a:lnT w="12700" cap="flat" cmpd="sng" algn="ctr">
                      <a:solidFill>
                        <a:schemeClr val="bg2">
                          <a:lumMod val="25000"/>
                        </a:schemeClr>
                      </a:solidFill>
                      <a:prstDash val="solid"/>
                      <a:round/>
                      <a:headEnd type="none" w="med" len="med"/>
                      <a:tailEnd type="none" w="med" len="med"/>
                    </a:lnT>
                    <a:lnB w="12700" cap="flat" cmpd="sng" algn="ctr">
                      <a:solidFill>
                        <a:schemeClr val="bg2">
                          <a:lumMod val="25000"/>
                        </a:schemeClr>
                      </a:solidFill>
                      <a:prstDash val="solid"/>
                      <a:round/>
                      <a:headEnd type="none" w="med" len="med"/>
                      <a:tailEnd type="none" w="med" len="med"/>
                    </a:lnB>
                  </a:tcPr>
                </a:tc>
                <a:tc>
                  <a:txBody>
                    <a:bodyPr/>
                    <a:lstStyle/>
                    <a:p>
                      <a:pPr marL="6350" marR="2540" algn="ctr">
                        <a:lnSpc>
                          <a:spcPts val="1185"/>
                        </a:lnSpc>
                        <a:spcBef>
                          <a:spcPts val="90"/>
                        </a:spcBef>
                        <a:buNone/>
                      </a:pPr>
                      <a:r>
                        <a:rPr lang="en-US" sz="1400">
                          <a:solidFill>
                            <a:schemeClr val="bg1"/>
                          </a:solidFill>
                          <a:effectLst/>
                        </a:rPr>
                        <a:t>Course Introduction/Algorithm Analysis</a:t>
                      </a:r>
                      <a:endParaRPr lang="en-US" sz="1400">
                        <a:solidFill>
                          <a:schemeClr val="bg1"/>
                        </a:solidFill>
                        <a:effectLst/>
                        <a:latin typeface="+mj-lt"/>
                        <a:ea typeface="Times New Roman" panose="02020603050405020304" pitchFamily="18" charset="0"/>
                        <a:cs typeface="Times New Roman" panose="02020603050405020304" pitchFamily="18" charset="0"/>
                      </a:endParaRPr>
                    </a:p>
                  </a:txBody>
                  <a:tcPr marL="0" marR="0" marT="0" marB="0" anchor="ctr">
                    <a:lnL w="12700" cap="flat" cmpd="sng" algn="ctr">
                      <a:solidFill>
                        <a:schemeClr val="bg2">
                          <a:lumMod val="25000"/>
                        </a:schemeClr>
                      </a:solidFill>
                      <a:prstDash val="solid"/>
                      <a:round/>
                      <a:headEnd type="none" w="med" len="med"/>
                      <a:tailEnd type="none" w="med" len="med"/>
                    </a:lnL>
                    <a:lnR w="12700" cap="flat" cmpd="sng" algn="ctr">
                      <a:solidFill>
                        <a:schemeClr val="bg2">
                          <a:lumMod val="25000"/>
                        </a:schemeClr>
                      </a:solidFill>
                      <a:prstDash val="solid"/>
                      <a:round/>
                      <a:headEnd type="none" w="med" len="med"/>
                      <a:tailEnd type="none" w="med" len="med"/>
                    </a:lnR>
                    <a:lnT w="12700" cap="flat" cmpd="sng" algn="ctr">
                      <a:solidFill>
                        <a:schemeClr val="bg2">
                          <a:lumMod val="25000"/>
                        </a:schemeClr>
                      </a:solidFill>
                      <a:prstDash val="solid"/>
                      <a:round/>
                      <a:headEnd type="none" w="med" len="med"/>
                      <a:tailEnd type="none" w="med" len="med"/>
                    </a:lnT>
                    <a:lnB w="12700" cap="flat" cmpd="sng" algn="ctr">
                      <a:solidFill>
                        <a:schemeClr val="bg2">
                          <a:lumMod val="25000"/>
                        </a:schemeClr>
                      </a:solidFill>
                      <a:prstDash val="solid"/>
                      <a:round/>
                      <a:headEnd type="none" w="med" len="med"/>
                      <a:tailEnd type="none" w="med" len="med"/>
                    </a:lnB>
                  </a:tcPr>
                </a:tc>
                <a:tc>
                  <a:txBody>
                    <a:bodyPr/>
                    <a:lstStyle/>
                    <a:p>
                      <a:pPr marL="0" marR="0" algn="ctr">
                        <a:buNone/>
                      </a:pPr>
                      <a:r>
                        <a:rPr lang="en-US" sz="1400">
                          <a:solidFill>
                            <a:schemeClr val="bg1"/>
                          </a:solidFill>
                          <a:effectLst/>
                        </a:rPr>
                        <a:t> </a:t>
                      </a:r>
                      <a:endParaRPr lang="en-US" sz="1400">
                        <a:solidFill>
                          <a:schemeClr val="bg1"/>
                        </a:solidFill>
                        <a:effectLst/>
                        <a:latin typeface="+mj-lt"/>
                        <a:ea typeface="Times New Roman" panose="02020603050405020304" pitchFamily="18" charset="0"/>
                        <a:cs typeface="Times New Roman" panose="02020603050405020304" pitchFamily="18" charset="0"/>
                      </a:endParaRPr>
                    </a:p>
                  </a:txBody>
                  <a:tcPr marL="0" marR="0" marT="0" marB="0" anchor="ctr">
                    <a:lnL w="12700" cap="flat" cmpd="sng" algn="ctr">
                      <a:solidFill>
                        <a:schemeClr val="bg2">
                          <a:lumMod val="25000"/>
                        </a:schemeClr>
                      </a:solidFill>
                      <a:prstDash val="solid"/>
                      <a:round/>
                      <a:headEnd type="none" w="med" len="med"/>
                      <a:tailEnd type="none" w="med" len="med"/>
                    </a:lnL>
                    <a:lnR w="12700" cap="flat" cmpd="sng" algn="ctr">
                      <a:solidFill>
                        <a:schemeClr val="bg2">
                          <a:lumMod val="25000"/>
                        </a:schemeClr>
                      </a:solidFill>
                      <a:prstDash val="solid"/>
                      <a:round/>
                      <a:headEnd type="none" w="med" len="med"/>
                      <a:tailEnd type="none" w="med" len="med"/>
                    </a:lnR>
                    <a:lnT w="12700" cap="flat" cmpd="sng" algn="ctr">
                      <a:solidFill>
                        <a:schemeClr val="bg2">
                          <a:lumMod val="25000"/>
                        </a:schemeClr>
                      </a:solidFill>
                      <a:prstDash val="solid"/>
                      <a:round/>
                      <a:headEnd type="none" w="med" len="med"/>
                      <a:tailEnd type="none" w="med" len="med"/>
                    </a:lnT>
                    <a:lnB w="12700" cap="flat" cmpd="sng" algn="ctr">
                      <a:solidFill>
                        <a:schemeClr val="bg2">
                          <a:lumMod val="25000"/>
                        </a:schemeClr>
                      </a:solidFill>
                      <a:prstDash val="solid"/>
                      <a:round/>
                      <a:headEnd type="none" w="med" len="med"/>
                      <a:tailEnd type="none" w="med" len="med"/>
                    </a:lnB>
                  </a:tcPr>
                </a:tc>
                <a:extLst>
                  <a:ext uri="{0D108BD9-81ED-4DB2-BD59-A6C34878D82A}">
                    <a16:rowId xmlns:a16="http://schemas.microsoft.com/office/drawing/2014/main" val="3314927966"/>
                  </a:ext>
                </a:extLst>
              </a:tr>
              <a:tr h="255523">
                <a:tc>
                  <a:txBody>
                    <a:bodyPr/>
                    <a:lstStyle/>
                    <a:p>
                      <a:pPr marL="5715" marR="1905" algn="ctr">
                        <a:lnSpc>
                          <a:spcPts val="1195"/>
                        </a:lnSpc>
                        <a:spcBef>
                          <a:spcPts val="90"/>
                        </a:spcBef>
                        <a:buNone/>
                      </a:pPr>
                      <a:r>
                        <a:rPr lang="en-US" sz="1400">
                          <a:solidFill>
                            <a:schemeClr val="bg1"/>
                          </a:solidFill>
                          <a:effectLst/>
                        </a:rPr>
                        <a:t>2</a:t>
                      </a:r>
                      <a:endParaRPr lang="en-US" sz="1400">
                        <a:solidFill>
                          <a:schemeClr val="bg1"/>
                        </a:solidFill>
                        <a:effectLst/>
                        <a:latin typeface="+mj-lt"/>
                        <a:ea typeface="Times New Roman" panose="02020603050405020304" pitchFamily="18" charset="0"/>
                        <a:cs typeface="Times New Roman" panose="02020603050405020304" pitchFamily="18" charset="0"/>
                      </a:endParaRPr>
                    </a:p>
                  </a:txBody>
                  <a:tcPr marL="0" marR="0" marT="0" marB="0" anchor="ctr">
                    <a:lnL w="12700" cap="flat" cmpd="sng" algn="ctr">
                      <a:solidFill>
                        <a:schemeClr val="bg2">
                          <a:lumMod val="25000"/>
                        </a:schemeClr>
                      </a:solidFill>
                      <a:prstDash val="solid"/>
                      <a:round/>
                      <a:headEnd type="none" w="med" len="med"/>
                      <a:tailEnd type="none" w="med" len="med"/>
                    </a:lnL>
                    <a:lnR w="12700" cap="flat" cmpd="sng" algn="ctr">
                      <a:solidFill>
                        <a:schemeClr val="bg2">
                          <a:lumMod val="25000"/>
                        </a:schemeClr>
                      </a:solidFill>
                      <a:prstDash val="solid"/>
                      <a:round/>
                      <a:headEnd type="none" w="med" len="med"/>
                      <a:tailEnd type="none" w="med" len="med"/>
                    </a:lnR>
                    <a:lnT w="12700" cap="flat" cmpd="sng" algn="ctr">
                      <a:solidFill>
                        <a:schemeClr val="bg2">
                          <a:lumMod val="25000"/>
                        </a:schemeClr>
                      </a:solidFill>
                      <a:prstDash val="solid"/>
                      <a:round/>
                      <a:headEnd type="none" w="med" len="med"/>
                      <a:tailEnd type="none" w="med" len="med"/>
                    </a:lnT>
                    <a:lnB w="12700" cap="flat" cmpd="sng" algn="ctr">
                      <a:solidFill>
                        <a:schemeClr val="bg2">
                          <a:lumMod val="25000"/>
                        </a:schemeClr>
                      </a:solidFill>
                      <a:prstDash val="solid"/>
                      <a:round/>
                      <a:headEnd type="none" w="med" len="med"/>
                      <a:tailEnd type="none" w="med" len="med"/>
                    </a:lnB>
                  </a:tcPr>
                </a:tc>
                <a:tc>
                  <a:txBody>
                    <a:bodyPr/>
                    <a:lstStyle/>
                    <a:p>
                      <a:pPr marL="6985" marR="2540" algn="ctr">
                        <a:lnSpc>
                          <a:spcPts val="1195"/>
                        </a:lnSpc>
                        <a:spcBef>
                          <a:spcPts val="90"/>
                        </a:spcBef>
                        <a:buNone/>
                      </a:pPr>
                      <a:r>
                        <a:rPr lang="en-US" sz="1400">
                          <a:solidFill>
                            <a:schemeClr val="bg1"/>
                          </a:solidFill>
                          <a:effectLst/>
                        </a:rPr>
                        <a:t>24-Aug</a:t>
                      </a:r>
                      <a:endParaRPr lang="en-US" sz="1400">
                        <a:solidFill>
                          <a:schemeClr val="bg1"/>
                        </a:solidFill>
                        <a:effectLst/>
                        <a:latin typeface="+mj-lt"/>
                        <a:ea typeface="Times New Roman" panose="02020603050405020304" pitchFamily="18" charset="0"/>
                        <a:cs typeface="Times New Roman" panose="02020603050405020304" pitchFamily="18" charset="0"/>
                      </a:endParaRPr>
                    </a:p>
                  </a:txBody>
                  <a:tcPr marL="0" marR="0" marT="0" marB="0" anchor="ctr">
                    <a:lnL w="12700" cap="flat" cmpd="sng" algn="ctr">
                      <a:solidFill>
                        <a:schemeClr val="bg2">
                          <a:lumMod val="25000"/>
                        </a:schemeClr>
                      </a:solidFill>
                      <a:prstDash val="solid"/>
                      <a:round/>
                      <a:headEnd type="none" w="med" len="med"/>
                      <a:tailEnd type="none" w="med" len="med"/>
                    </a:lnL>
                    <a:lnR w="12700" cap="flat" cmpd="sng" algn="ctr">
                      <a:solidFill>
                        <a:schemeClr val="bg2">
                          <a:lumMod val="25000"/>
                        </a:schemeClr>
                      </a:solidFill>
                      <a:prstDash val="solid"/>
                      <a:round/>
                      <a:headEnd type="none" w="med" len="med"/>
                      <a:tailEnd type="none" w="med" len="med"/>
                    </a:lnR>
                    <a:lnT w="12700" cap="flat" cmpd="sng" algn="ctr">
                      <a:solidFill>
                        <a:schemeClr val="bg2">
                          <a:lumMod val="25000"/>
                        </a:schemeClr>
                      </a:solidFill>
                      <a:prstDash val="solid"/>
                      <a:round/>
                      <a:headEnd type="none" w="med" len="med"/>
                      <a:tailEnd type="none" w="med" len="med"/>
                    </a:lnT>
                    <a:lnB w="12700" cap="flat" cmpd="sng" algn="ctr">
                      <a:solidFill>
                        <a:schemeClr val="bg2">
                          <a:lumMod val="25000"/>
                        </a:schemeClr>
                      </a:solidFill>
                      <a:prstDash val="solid"/>
                      <a:round/>
                      <a:headEnd type="none" w="med" len="med"/>
                      <a:tailEnd type="none" w="med" len="med"/>
                    </a:lnB>
                  </a:tcPr>
                </a:tc>
                <a:tc>
                  <a:txBody>
                    <a:bodyPr/>
                    <a:lstStyle/>
                    <a:p>
                      <a:pPr marL="6350" marR="2540" algn="ctr">
                        <a:lnSpc>
                          <a:spcPts val="1195"/>
                        </a:lnSpc>
                        <a:spcBef>
                          <a:spcPts val="90"/>
                        </a:spcBef>
                        <a:buNone/>
                      </a:pPr>
                      <a:r>
                        <a:rPr lang="en-US" sz="1400" dirty="0">
                          <a:solidFill>
                            <a:schemeClr val="bg1"/>
                          </a:solidFill>
                          <a:effectLst/>
                        </a:rPr>
                        <a:t>30-Aug</a:t>
                      </a:r>
                      <a:endParaRPr lang="en-US" sz="1400" dirty="0">
                        <a:solidFill>
                          <a:schemeClr val="bg1"/>
                        </a:solidFill>
                        <a:effectLst/>
                        <a:latin typeface="+mj-lt"/>
                        <a:ea typeface="Times New Roman" panose="02020603050405020304" pitchFamily="18" charset="0"/>
                        <a:cs typeface="Times New Roman" panose="02020603050405020304" pitchFamily="18" charset="0"/>
                      </a:endParaRPr>
                    </a:p>
                  </a:txBody>
                  <a:tcPr marL="0" marR="0" marT="0" marB="0" anchor="ctr">
                    <a:lnL w="12700" cap="flat" cmpd="sng" algn="ctr">
                      <a:solidFill>
                        <a:schemeClr val="bg2">
                          <a:lumMod val="25000"/>
                        </a:schemeClr>
                      </a:solidFill>
                      <a:prstDash val="solid"/>
                      <a:round/>
                      <a:headEnd type="none" w="med" len="med"/>
                      <a:tailEnd type="none" w="med" len="med"/>
                    </a:lnL>
                    <a:lnR w="12700" cap="flat" cmpd="sng" algn="ctr">
                      <a:solidFill>
                        <a:schemeClr val="bg2">
                          <a:lumMod val="25000"/>
                        </a:schemeClr>
                      </a:solidFill>
                      <a:prstDash val="solid"/>
                      <a:round/>
                      <a:headEnd type="none" w="med" len="med"/>
                      <a:tailEnd type="none" w="med" len="med"/>
                    </a:lnR>
                    <a:lnT w="12700" cap="flat" cmpd="sng" algn="ctr">
                      <a:solidFill>
                        <a:schemeClr val="bg2">
                          <a:lumMod val="25000"/>
                        </a:schemeClr>
                      </a:solidFill>
                      <a:prstDash val="solid"/>
                      <a:round/>
                      <a:headEnd type="none" w="med" len="med"/>
                      <a:tailEnd type="none" w="med" len="med"/>
                    </a:lnT>
                    <a:lnB w="12700" cap="flat" cmpd="sng" algn="ctr">
                      <a:solidFill>
                        <a:schemeClr val="bg2">
                          <a:lumMod val="25000"/>
                        </a:schemeClr>
                      </a:solidFill>
                      <a:prstDash val="solid"/>
                      <a:round/>
                      <a:headEnd type="none" w="med" len="med"/>
                      <a:tailEnd type="none" w="med" len="med"/>
                    </a:lnB>
                  </a:tcPr>
                </a:tc>
                <a:tc>
                  <a:txBody>
                    <a:bodyPr/>
                    <a:lstStyle/>
                    <a:p>
                      <a:pPr marL="6350" marR="3810" algn="ctr">
                        <a:lnSpc>
                          <a:spcPts val="1195"/>
                        </a:lnSpc>
                        <a:spcBef>
                          <a:spcPts val="90"/>
                        </a:spcBef>
                        <a:buNone/>
                      </a:pPr>
                      <a:r>
                        <a:rPr lang="en-US" sz="1400">
                          <a:solidFill>
                            <a:schemeClr val="bg1"/>
                          </a:solidFill>
                          <a:effectLst/>
                        </a:rPr>
                        <a:t>Algorithm Analysis / List</a:t>
                      </a:r>
                      <a:endParaRPr lang="en-US" sz="1400">
                        <a:solidFill>
                          <a:schemeClr val="bg1"/>
                        </a:solidFill>
                        <a:effectLst/>
                        <a:latin typeface="+mj-lt"/>
                        <a:ea typeface="Times New Roman" panose="02020603050405020304" pitchFamily="18" charset="0"/>
                        <a:cs typeface="Times New Roman" panose="02020603050405020304" pitchFamily="18" charset="0"/>
                      </a:endParaRPr>
                    </a:p>
                  </a:txBody>
                  <a:tcPr marL="0" marR="0" marT="0" marB="0" anchor="ctr">
                    <a:lnL w="12700" cap="flat" cmpd="sng" algn="ctr">
                      <a:solidFill>
                        <a:schemeClr val="bg2">
                          <a:lumMod val="25000"/>
                        </a:schemeClr>
                      </a:solidFill>
                      <a:prstDash val="solid"/>
                      <a:round/>
                      <a:headEnd type="none" w="med" len="med"/>
                      <a:tailEnd type="none" w="med" len="med"/>
                    </a:lnL>
                    <a:lnR w="12700" cap="flat" cmpd="sng" algn="ctr">
                      <a:solidFill>
                        <a:schemeClr val="bg2">
                          <a:lumMod val="25000"/>
                        </a:schemeClr>
                      </a:solidFill>
                      <a:prstDash val="solid"/>
                      <a:round/>
                      <a:headEnd type="none" w="med" len="med"/>
                      <a:tailEnd type="none" w="med" len="med"/>
                    </a:lnR>
                    <a:lnT w="12700" cap="flat" cmpd="sng" algn="ctr">
                      <a:solidFill>
                        <a:schemeClr val="bg2">
                          <a:lumMod val="25000"/>
                        </a:schemeClr>
                      </a:solidFill>
                      <a:prstDash val="solid"/>
                      <a:round/>
                      <a:headEnd type="none" w="med" len="med"/>
                      <a:tailEnd type="none" w="med" len="med"/>
                    </a:lnT>
                    <a:lnB w="12700" cap="flat" cmpd="sng" algn="ctr">
                      <a:solidFill>
                        <a:schemeClr val="bg2">
                          <a:lumMod val="25000"/>
                        </a:schemeClr>
                      </a:solidFill>
                      <a:prstDash val="solid"/>
                      <a:round/>
                      <a:headEnd type="none" w="med" len="med"/>
                      <a:tailEnd type="none" w="med" len="med"/>
                    </a:lnB>
                  </a:tcPr>
                </a:tc>
                <a:tc>
                  <a:txBody>
                    <a:bodyPr/>
                    <a:lstStyle/>
                    <a:p>
                      <a:pPr marL="5080" marR="635" algn="ctr">
                        <a:lnSpc>
                          <a:spcPts val="1200"/>
                        </a:lnSpc>
                        <a:spcBef>
                          <a:spcPts val="90"/>
                        </a:spcBef>
                        <a:buNone/>
                      </a:pPr>
                      <a:r>
                        <a:rPr lang="en-US" sz="1400" dirty="0">
                          <a:solidFill>
                            <a:schemeClr val="accent2"/>
                          </a:solidFill>
                          <a:effectLst/>
                        </a:rPr>
                        <a:t>Q</a:t>
                      </a:r>
                      <a:r>
                        <a:rPr lang="en-US" sz="1400" baseline="-25000" dirty="0">
                          <a:solidFill>
                            <a:schemeClr val="accent2"/>
                          </a:solidFill>
                          <a:effectLst/>
                        </a:rPr>
                        <a:t>1</a:t>
                      </a:r>
                      <a:endParaRPr lang="en-US" sz="1400" dirty="0">
                        <a:solidFill>
                          <a:schemeClr val="accent2"/>
                        </a:solidFill>
                        <a:effectLst/>
                        <a:latin typeface="+mj-lt"/>
                        <a:ea typeface="Times New Roman" panose="02020603050405020304" pitchFamily="18" charset="0"/>
                        <a:cs typeface="Times New Roman" panose="02020603050405020304" pitchFamily="18" charset="0"/>
                      </a:endParaRPr>
                    </a:p>
                  </a:txBody>
                  <a:tcPr marL="0" marR="0" marT="0" marB="0" anchor="ctr">
                    <a:lnL w="12700" cap="flat" cmpd="sng" algn="ctr">
                      <a:solidFill>
                        <a:schemeClr val="bg2">
                          <a:lumMod val="25000"/>
                        </a:schemeClr>
                      </a:solidFill>
                      <a:prstDash val="solid"/>
                      <a:round/>
                      <a:headEnd type="none" w="med" len="med"/>
                      <a:tailEnd type="none" w="med" len="med"/>
                    </a:lnL>
                    <a:lnR w="12700" cap="flat" cmpd="sng" algn="ctr">
                      <a:solidFill>
                        <a:schemeClr val="bg2">
                          <a:lumMod val="25000"/>
                        </a:schemeClr>
                      </a:solidFill>
                      <a:prstDash val="solid"/>
                      <a:round/>
                      <a:headEnd type="none" w="med" len="med"/>
                      <a:tailEnd type="none" w="med" len="med"/>
                    </a:lnR>
                    <a:lnT w="12700" cap="flat" cmpd="sng" algn="ctr">
                      <a:solidFill>
                        <a:schemeClr val="bg2">
                          <a:lumMod val="25000"/>
                        </a:schemeClr>
                      </a:solidFill>
                      <a:prstDash val="solid"/>
                      <a:round/>
                      <a:headEnd type="none" w="med" len="med"/>
                      <a:tailEnd type="none" w="med" len="med"/>
                    </a:lnT>
                    <a:lnB w="12700" cap="flat" cmpd="sng" algn="ctr">
                      <a:solidFill>
                        <a:schemeClr val="bg2">
                          <a:lumMod val="25000"/>
                        </a:schemeClr>
                      </a:solidFill>
                      <a:prstDash val="solid"/>
                      <a:round/>
                      <a:headEnd type="none" w="med" len="med"/>
                      <a:tailEnd type="none" w="med" len="med"/>
                    </a:lnB>
                  </a:tcPr>
                </a:tc>
                <a:extLst>
                  <a:ext uri="{0D108BD9-81ED-4DB2-BD59-A6C34878D82A}">
                    <a16:rowId xmlns:a16="http://schemas.microsoft.com/office/drawing/2014/main" val="3304700176"/>
                  </a:ext>
                </a:extLst>
              </a:tr>
              <a:tr h="253678">
                <a:tc>
                  <a:txBody>
                    <a:bodyPr/>
                    <a:lstStyle/>
                    <a:p>
                      <a:pPr marL="5715" marR="1905" algn="ctr">
                        <a:lnSpc>
                          <a:spcPts val="1185"/>
                        </a:lnSpc>
                        <a:spcBef>
                          <a:spcPts val="90"/>
                        </a:spcBef>
                        <a:buNone/>
                      </a:pPr>
                      <a:r>
                        <a:rPr lang="en-US" sz="1400" dirty="0">
                          <a:solidFill>
                            <a:schemeClr val="bg1"/>
                          </a:solidFill>
                          <a:effectLst/>
                        </a:rPr>
                        <a:t>3</a:t>
                      </a:r>
                      <a:endParaRPr lang="en-US" sz="1400" dirty="0">
                        <a:solidFill>
                          <a:schemeClr val="bg1"/>
                        </a:solidFill>
                        <a:effectLst/>
                        <a:latin typeface="+mj-lt"/>
                        <a:ea typeface="Times New Roman" panose="02020603050405020304" pitchFamily="18" charset="0"/>
                        <a:cs typeface="Times New Roman" panose="02020603050405020304" pitchFamily="18" charset="0"/>
                      </a:endParaRPr>
                    </a:p>
                  </a:txBody>
                  <a:tcPr marL="0" marR="0" marT="0" marB="0" anchor="ctr">
                    <a:lnL w="12700" cap="flat" cmpd="sng" algn="ctr">
                      <a:solidFill>
                        <a:schemeClr val="bg2">
                          <a:lumMod val="25000"/>
                        </a:schemeClr>
                      </a:solidFill>
                      <a:prstDash val="solid"/>
                      <a:round/>
                      <a:headEnd type="none" w="med" len="med"/>
                      <a:tailEnd type="none" w="med" len="med"/>
                    </a:lnL>
                    <a:lnR w="12700" cap="flat" cmpd="sng" algn="ctr">
                      <a:solidFill>
                        <a:schemeClr val="bg2">
                          <a:lumMod val="25000"/>
                        </a:schemeClr>
                      </a:solidFill>
                      <a:prstDash val="solid"/>
                      <a:round/>
                      <a:headEnd type="none" w="med" len="med"/>
                      <a:tailEnd type="none" w="med" len="med"/>
                    </a:lnR>
                    <a:lnT w="12700" cap="flat" cmpd="sng" algn="ctr">
                      <a:solidFill>
                        <a:schemeClr val="bg2">
                          <a:lumMod val="25000"/>
                        </a:schemeClr>
                      </a:solidFill>
                      <a:prstDash val="solid"/>
                      <a:round/>
                      <a:headEnd type="none" w="med" len="med"/>
                      <a:tailEnd type="none" w="med" len="med"/>
                    </a:lnT>
                    <a:lnB w="12700" cap="flat" cmpd="sng" algn="ctr">
                      <a:solidFill>
                        <a:schemeClr val="bg2">
                          <a:lumMod val="25000"/>
                        </a:schemeClr>
                      </a:solidFill>
                      <a:prstDash val="solid"/>
                      <a:round/>
                      <a:headEnd type="none" w="med" len="med"/>
                      <a:tailEnd type="none" w="med" len="med"/>
                    </a:lnB>
                  </a:tcPr>
                </a:tc>
                <a:tc>
                  <a:txBody>
                    <a:bodyPr/>
                    <a:lstStyle/>
                    <a:p>
                      <a:pPr marL="6985" marR="0" algn="ctr">
                        <a:lnSpc>
                          <a:spcPts val="1185"/>
                        </a:lnSpc>
                        <a:spcBef>
                          <a:spcPts val="90"/>
                        </a:spcBef>
                        <a:buNone/>
                      </a:pPr>
                      <a:r>
                        <a:rPr lang="en-US" sz="1400" dirty="0">
                          <a:solidFill>
                            <a:schemeClr val="bg1"/>
                          </a:solidFill>
                          <a:effectLst/>
                        </a:rPr>
                        <a:t>31-Aug</a:t>
                      </a:r>
                      <a:endParaRPr lang="en-US" sz="1400" dirty="0">
                        <a:solidFill>
                          <a:schemeClr val="bg1"/>
                        </a:solidFill>
                        <a:effectLst/>
                        <a:latin typeface="+mj-lt"/>
                        <a:ea typeface="Times New Roman" panose="02020603050405020304" pitchFamily="18" charset="0"/>
                        <a:cs typeface="Times New Roman" panose="02020603050405020304" pitchFamily="18" charset="0"/>
                      </a:endParaRPr>
                    </a:p>
                  </a:txBody>
                  <a:tcPr marL="0" marR="0" marT="0" marB="0" anchor="ctr">
                    <a:lnL w="12700" cap="flat" cmpd="sng" algn="ctr">
                      <a:solidFill>
                        <a:schemeClr val="bg2">
                          <a:lumMod val="25000"/>
                        </a:schemeClr>
                      </a:solidFill>
                      <a:prstDash val="solid"/>
                      <a:round/>
                      <a:headEnd type="none" w="med" len="med"/>
                      <a:tailEnd type="none" w="med" len="med"/>
                    </a:lnL>
                    <a:lnR w="12700" cap="flat" cmpd="sng" algn="ctr">
                      <a:solidFill>
                        <a:schemeClr val="bg2">
                          <a:lumMod val="25000"/>
                        </a:schemeClr>
                      </a:solidFill>
                      <a:prstDash val="solid"/>
                      <a:round/>
                      <a:headEnd type="none" w="med" len="med"/>
                      <a:tailEnd type="none" w="med" len="med"/>
                    </a:lnR>
                    <a:lnT w="12700" cap="flat" cmpd="sng" algn="ctr">
                      <a:solidFill>
                        <a:schemeClr val="bg2">
                          <a:lumMod val="25000"/>
                        </a:schemeClr>
                      </a:solidFill>
                      <a:prstDash val="solid"/>
                      <a:round/>
                      <a:headEnd type="none" w="med" len="med"/>
                      <a:tailEnd type="none" w="med" len="med"/>
                    </a:lnT>
                    <a:lnB w="12700" cap="flat" cmpd="sng" algn="ctr">
                      <a:solidFill>
                        <a:schemeClr val="bg2">
                          <a:lumMod val="25000"/>
                        </a:schemeClr>
                      </a:solidFill>
                      <a:prstDash val="solid"/>
                      <a:round/>
                      <a:headEnd type="none" w="med" len="med"/>
                      <a:tailEnd type="none" w="med" len="med"/>
                    </a:lnB>
                  </a:tcPr>
                </a:tc>
                <a:tc>
                  <a:txBody>
                    <a:bodyPr/>
                    <a:lstStyle/>
                    <a:p>
                      <a:pPr marL="6350" marR="0" algn="ctr">
                        <a:lnSpc>
                          <a:spcPts val="1185"/>
                        </a:lnSpc>
                        <a:spcBef>
                          <a:spcPts val="90"/>
                        </a:spcBef>
                        <a:buNone/>
                      </a:pPr>
                      <a:r>
                        <a:rPr lang="en-US" sz="1400" dirty="0">
                          <a:solidFill>
                            <a:schemeClr val="bg1"/>
                          </a:solidFill>
                          <a:effectLst/>
                        </a:rPr>
                        <a:t>6-Sep</a:t>
                      </a:r>
                      <a:endParaRPr lang="en-US" sz="1400" dirty="0">
                        <a:solidFill>
                          <a:schemeClr val="bg1"/>
                        </a:solidFill>
                        <a:effectLst/>
                        <a:latin typeface="+mj-lt"/>
                        <a:ea typeface="Times New Roman" panose="02020603050405020304" pitchFamily="18" charset="0"/>
                        <a:cs typeface="Times New Roman" panose="02020603050405020304" pitchFamily="18" charset="0"/>
                      </a:endParaRPr>
                    </a:p>
                  </a:txBody>
                  <a:tcPr marL="0" marR="0" marT="0" marB="0" anchor="ctr">
                    <a:lnL w="12700" cap="flat" cmpd="sng" algn="ctr">
                      <a:solidFill>
                        <a:schemeClr val="bg2">
                          <a:lumMod val="25000"/>
                        </a:schemeClr>
                      </a:solidFill>
                      <a:prstDash val="solid"/>
                      <a:round/>
                      <a:headEnd type="none" w="med" len="med"/>
                      <a:tailEnd type="none" w="med" len="med"/>
                    </a:lnL>
                    <a:lnR w="12700" cap="flat" cmpd="sng" algn="ctr">
                      <a:solidFill>
                        <a:schemeClr val="bg2">
                          <a:lumMod val="25000"/>
                        </a:schemeClr>
                      </a:solidFill>
                      <a:prstDash val="solid"/>
                      <a:round/>
                      <a:headEnd type="none" w="med" len="med"/>
                      <a:tailEnd type="none" w="med" len="med"/>
                    </a:lnR>
                    <a:lnT w="12700" cap="flat" cmpd="sng" algn="ctr">
                      <a:solidFill>
                        <a:schemeClr val="bg2">
                          <a:lumMod val="25000"/>
                        </a:schemeClr>
                      </a:solidFill>
                      <a:prstDash val="solid"/>
                      <a:round/>
                      <a:headEnd type="none" w="med" len="med"/>
                      <a:tailEnd type="none" w="med" len="med"/>
                    </a:lnT>
                    <a:lnB w="12700" cap="flat" cmpd="sng" algn="ctr">
                      <a:solidFill>
                        <a:schemeClr val="bg2">
                          <a:lumMod val="25000"/>
                        </a:schemeClr>
                      </a:solidFill>
                      <a:prstDash val="solid"/>
                      <a:round/>
                      <a:headEnd type="none" w="med" len="med"/>
                      <a:tailEnd type="none" w="med" len="med"/>
                    </a:lnB>
                  </a:tcPr>
                </a:tc>
                <a:tc>
                  <a:txBody>
                    <a:bodyPr/>
                    <a:lstStyle/>
                    <a:p>
                      <a:pPr marL="6350" marR="3175" algn="ctr">
                        <a:lnSpc>
                          <a:spcPts val="1185"/>
                        </a:lnSpc>
                        <a:spcBef>
                          <a:spcPts val="90"/>
                        </a:spcBef>
                        <a:buNone/>
                      </a:pPr>
                      <a:r>
                        <a:rPr lang="en-US" sz="1400">
                          <a:solidFill>
                            <a:schemeClr val="bg1"/>
                          </a:solidFill>
                          <a:effectLst/>
                        </a:rPr>
                        <a:t>Stacks, &amp; Queues / Trees</a:t>
                      </a:r>
                      <a:endParaRPr lang="en-US" sz="1400">
                        <a:solidFill>
                          <a:schemeClr val="bg1"/>
                        </a:solidFill>
                        <a:effectLst/>
                        <a:latin typeface="+mj-lt"/>
                        <a:ea typeface="Times New Roman" panose="02020603050405020304" pitchFamily="18" charset="0"/>
                        <a:cs typeface="Times New Roman" panose="02020603050405020304" pitchFamily="18" charset="0"/>
                      </a:endParaRPr>
                    </a:p>
                  </a:txBody>
                  <a:tcPr marL="0" marR="0" marT="0" marB="0" anchor="ctr">
                    <a:lnL w="12700" cap="flat" cmpd="sng" algn="ctr">
                      <a:solidFill>
                        <a:schemeClr val="bg2">
                          <a:lumMod val="25000"/>
                        </a:schemeClr>
                      </a:solidFill>
                      <a:prstDash val="solid"/>
                      <a:round/>
                      <a:headEnd type="none" w="med" len="med"/>
                      <a:tailEnd type="none" w="med" len="med"/>
                    </a:lnL>
                    <a:lnR w="12700" cap="flat" cmpd="sng" algn="ctr">
                      <a:solidFill>
                        <a:schemeClr val="bg2">
                          <a:lumMod val="25000"/>
                        </a:schemeClr>
                      </a:solidFill>
                      <a:prstDash val="solid"/>
                      <a:round/>
                      <a:headEnd type="none" w="med" len="med"/>
                      <a:tailEnd type="none" w="med" len="med"/>
                    </a:lnR>
                    <a:lnT w="12700" cap="flat" cmpd="sng" algn="ctr">
                      <a:solidFill>
                        <a:schemeClr val="bg2">
                          <a:lumMod val="25000"/>
                        </a:schemeClr>
                      </a:solidFill>
                      <a:prstDash val="solid"/>
                      <a:round/>
                      <a:headEnd type="none" w="med" len="med"/>
                      <a:tailEnd type="none" w="med" len="med"/>
                    </a:lnT>
                    <a:lnB w="12700" cap="flat" cmpd="sng" algn="ctr">
                      <a:solidFill>
                        <a:schemeClr val="bg2">
                          <a:lumMod val="25000"/>
                        </a:schemeClr>
                      </a:solidFill>
                      <a:prstDash val="solid"/>
                      <a:round/>
                      <a:headEnd type="none" w="med" len="med"/>
                      <a:tailEnd type="none" w="med" len="med"/>
                    </a:lnB>
                  </a:tcPr>
                </a:tc>
                <a:tc>
                  <a:txBody>
                    <a:bodyPr/>
                    <a:lstStyle/>
                    <a:p>
                      <a:pPr marL="5080" marR="635" algn="ctr">
                        <a:lnSpc>
                          <a:spcPts val="1190"/>
                        </a:lnSpc>
                        <a:spcBef>
                          <a:spcPts val="90"/>
                        </a:spcBef>
                        <a:buNone/>
                      </a:pPr>
                      <a:r>
                        <a:rPr lang="en-US" sz="1400" dirty="0">
                          <a:solidFill>
                            <a:schemeClr val="accent2"/>
                          </a:solidFill>
                          <a:effectLst/>
                        </a:rPr>
                        <a:t>Q</a:t>
                      </a:r>
                      <a:r>
                        <a:rPr lang="en-US" sz="1400" baseline="-25000" dirty="0">
                          <a:solidFill>
                            <a:schemeClr val="accent2"/>
                          </a:solidFill>
                          <a:effectLst/>
                        </a:rPr>
                        <a:t>2</a:t>
                      </a:r>
                      <a:endParaRPr lang="en-US" sz="1400" dirty="0">
                        <a:solidFill>
                          <a:schemeClr val="accent2"/>
                        </a:solidFill>
                        <a:effectLst/>
                        <a:latin typeface="+mj-lt"/>
                        <a:ea typeface="Times New Roman" panose="02020603050405020304" pitchFamily="18" charset="0"/>
                        <a:cs typeface="Times New Roman" panose="02020603050405020304" pitchFamily="18" charset="0"/>
                      </a:endParaRPr>
                    </a:p>
                  </a:txBody>
                  <a:tcPr marL="0" marR="0" marT="0" marB="0" anchor="ctr">
                    <a:lnL w="12700" cap="flat" cmpd="sng" algn="ctr">
                      <a:solidFill>
                        <a:schemeClr val="bg2">
                          <a:lumMod val="25000"/>
                        </a:schemeClr>
                      </a:solidFill>
                      <a:prstDash val="solid"/>
                      <a:round/>
                      <a:headEnd type="none" w="med" len="med"/>
                      <a:tailEnd type="none" w="med" len="med"/>
                    </a:lnL>
                    <a:lnR w="12700" cap="flat" cmpd="sng" algn="ctr">
                      <a:solidFill>
                        <a:schemeClr val="bg2">
                          <a:lumMod val="25000"/>
                        </a:schemeClr>
                      </a:solidFill>
                      <a:prstDash val="solid"/>
                      <a:round/>
                      <a:headEnd type="none" w="med" len="med"/>
                      <a:tailEnd type="none" w="med" len="med"/>
                    </a:lnR>
                    <a:lnT w="12700" cap="flat" cmpd="sng" algn="ctr">
                      <a:solidFill>
                        <a:schemeClr val="bg2">
                          <a:lumMod val="25000"/>
                        </a:schemeClr>
                      </a:solidFill>
                      <a:prstDash val="solid"/>
                      <a:round/>
                      <a:headEnd type="none" w="med" len="med"/>
                      <a:tailEnd type="none" w="med" len="med"/>
                    </a:lnT>
                    <a:lnB w="12700" cap="flat" cmpd="sng" algn="ctr">
                      <a:solidFill>
                        <a:schemeClr val="bg2">
                          <a:lumMod val="25000"/>
                        </a:schemeClr>
                      </a:solidFill>
                      <a:prstDash val="solid"/>
                      <a:round/>
                      <a:headEnd type="none" w="med" len="med"/>
                      <a:tailEnd type="none" w="med" len="med"/>
                    </a:lnB>
                  </a:tcPr>
                </a:tc>
                <a:extLst>
                  <a:ext uri="{0D108BD9-81ED-4DB2-BD59-A6C34878D82A}">
                    <a16:rowId xmlns:a16="http://schemas.microsoft.com/office/drawing/2014/main" val="1235876642"/>
                  </a:ext>
                </a:extLst>
              </a:tr>
              <a:tr h="277662">
                <a:tc>
                  <a:txBody>
                    <a:bodyPr/>
                    <a:lstStyle/>
                    <a:p>
                      <a:pPr marL="5715" marR="1905" algn="ctr">
                        <a:lnSpc>
                          <a:spcPts val="1185"/>
                        </a:lnSpc>
                        <a:spcBef>
                          <a:spcPts val="225"/>
                        </a:spcBef>
                        <a:buNone/>
                      </a:pPr>
                      <a:r>
                        <a:rPr lang="en-US" sz="1400">
                          <a:solidFill>
                            <a:schemeClr val="bg1"/>
                          </a:solidFill>
                          <a:effectLst/>
                        </a:rPr>
                        <a:t>4</a:t>
                      </a:r>
                      <a:endParaRPr lang="en-US" sz="1400">
                        <a:solidFill>
                          <a:schemeClr val="bg1"/>
                        </a:solidFill>
                        <a:effectLst/>
                        <a:latin typeface="+mj-lt"/>
                        <a:ea typeface="Times New Roman" panose="02020603050405020304" pitchFamily="18" charset="0"/>
                        <a:cs typeface="Times New Roman" panose="02020603050405020304" pitchFamily="18" charset="0"/>
                      </a:endParaRPr>
                    </a:p>
                  </a:txBody>
                  <a:tcPr marL="0" marR="0" marT="0" marB="0" anchor="ctr">
                    <a:lnL w="12700" cap="flat" cmpd="sng" algn="ctr">
                      <a:solidFill>
                        <a:schemeClr val="bg2">
                          <a:lumMod val="25000"/>
                        </a:schemeClr>
                      </a:solidFill>
                      <a:prstDash val="solid"/>
                      <a:round/>
                      <a:headEnd type="none" w="med" len="med"/>
                      <a:tailEnd type="none" w="med" len="med"/>
                    </a:lnL>
                    <a:lnR w="12700" cap="flat" cmpd="sng" algn="ctr">
                      <a:solidFill>
                        <a:schemeClr val="bg2">
                          <a:lumMod val="25000"/>
                        </a:schemeClr>
                      </a:solidFill>
                      <a:prstDash val="solid"/>
                      <a:round/>
                      <a:headEnd type="none" w="med" len="med"/>
                      <a:tailEnd type="none" w="med" len="med"/>
                    </a:lnR>
                    <a:lnT w="12700" cap="flat" cmpd="sng" algn="ctr">
                      <a:solidFill>
                        <a:schemeClr val="bg2">
                          <a:lumMod val="25000"/>
                        </a:schemeClr>
                      </a:solidFill>
                      <a:prstDash val="solid"/>
                      <a:round/>
                      <a:headEnd type="none" w="med" len="med"/>
                      <a:tailEnd type="none" w="med" len="med"/>
                    </a:lnT>
                    <a:lnB w="12700" cap="flat" cmpd="sng" algn="ctr">
                      <a:solidFill>
                        <a:schemeClr val="bg2">
                          <a:lumMod val="25000"/>
                        </a:schemeClr>
                      </a:solidFill>
                      <a:prstDash val="solid"/>
                      <a:round/>
                      <a:headEnd type="none" w="med" len="med"/>
                      <a:tailEnd type="none" w="med" len="med"/>
                    </a:lnB>
                  </a:tcPr>
                </a:tc>
                <a:tc>
                  <a:txBody>
                    <a:bodyPr/>
                    <a:lstStyle/>
                    <a:p>
                      <a:pPr marL="6985" marR="0" algn="ctr">
                        <a:lnSpc>
                          <a:spcPts val="1185"/>
                        </a:lnSpc>
                        <a:spcBef>
                          <a:spcPts val="225"/>
                        </a:spcBef>
                        <a:buNone/>
                      </a:pPr>
                      <a:r>
                        <a:rPr lang="en-US" sz="1400" dirty="0">
                          <a:solidFill>
                            <a:schemeClr val="bg1"/>
                          </a:solidFill>
                          <a:effectLst/>
                        </a:rPr>
                        <a:t>7-Sep</a:t>
                      </a:r>
                      <a:endParaRPr lang="en-US" sz="1400" dirty="0">
                        <a:solidFill>
                          <a:schemeClr val="bg1"/>
                        </a:solidFill>
                        <a:effectLst/>
                        <a:latin typeface="+mj-lt"/>
                        <a:ea typeface="Times New Roman" panose="02020603050405020304" pitchFamily="18" charset="0"/>
                        <a:cs typeface="Times New Roman" panose="02020603050405020304" pitchFamily="18" charset="0"/>
                      </a:endParaRPr>
                    </a:p>
                  </a:txBody>
                  <a:tcPr marL="0" marR="0" marT="0" marB="0" anchor="ctr">
                    <a:lnL w="12700" cap="flat" cmpd="sng" algn="ctr">
                      <a:solidFill>
                        <a:schemeClr val="bg2">
                          <a:lumMod val="25000"/>
                        </a:schemeClr>
                      </a:solidFill>
                      <a:prstDash val="solid"/>
                      <a:round/>
                      <a:headEnd type="none" w="med" len="med"/>
                      <a:tailEnd type="none" w="med" len="med"/>
                    </a:lnL>
                    <a:lnR w="12700" cap="flat" cmpd="sng" algn="ctr">
                      <a:solidFill>
                        <a:schemeClr val="bg2">
                          <a:lumMod val="25000"/>
                        </a:schemeClr>
                      </a:solidFill>
                      <a:prstDash val="solid"/>
                      <a:round/>
                      <a:headEnd type="none" w="med" len="med"/>
                      <a:tailEnd type="none" w="med" len="med"/>
                    </a:lnR>
                    <a:lnT w="12700" cap="flat" cmpd="sng" algn="ctr">
                      <a:solidFill>
                        <a:schemeClr val="bg2">
                          <a:lumMod val="25000"/>
                        </a:schemeClr>
                      </a:solidFill>
                      <a:prstDash val="solid"/>
                      <a:round/>
                      <a:headEnd type="none" w="med" len="med"/>
                      <a:tailEnd type="none" w="med" len="med"/>
                    </a:lnT>
                    <a:lnB w="12700" cap="flat" cmpd="sng" algn="ctr">
                      <a:solidFill>
                        <a:schemeClr val="bg2">
                          <a:lumMod val="25000"/>
                        </a:schemeClr>
                      </a:solidFill>
                      <a:prstDash val="solid"/>
                      <a:round/>
                      <a:headEnd type="none" w="med" len="med"/>
                      <a:tailEnd type="none" w="med" len="med"/>
                    </a:lnB>
                  </a:tcPr>
                </a:tc>
                <a:tc>
                  <a:txBody>
                    <a:bodyPr/>
                    <a:lstStyle/>
                    <a:p>
                      <a:pPr marL="6350" marR="1905" algn="ctr">
                        <a:lnSpc>
                          <a:spcPts val="1185"/>
                        </a:lnSpc>
                        <a:spcBef>
                          <a:spcPts val="225"/>
                        </a:spcBef>
                        <a:buNone/>
                      </a:pPr>
                      <a:r>
                        <a:rPr lang="en-US" sz="1400">
                          <a:solidFill>
                            <a:schemeClr val="bg1"/>
                          </a:solidFill>
                          <a:effectLst/>
                        </a:rPr>
                        <a:t>13-Sep</a:t>
                      </a:r>
                      <a:endParaRPr lang="en-US" sz="1400">
                        <a:solidFill>
                          <a:schemeClr val="bg1"/>
                        </a:solidFill>
                        <a:effectLst/>
                        <a:latin typeface="+mj-lt"/>
                        <a:ea typeface="Times New Roman" panose="02020603050405020304" pitchFamily="18" charset="0"/>
                        <a:cs typeface="Times New Roman" panose="02020603050405020304" pitchFamily="18" charset="0"/>
                      </a:endParaRPr>
                    </a:p>
                  </a:txBody>
                  <a:tcPr marL="0" marR="0" marT="0" marB="0" anchor="ctr">
                    <a:lnL w="12700" cap="flat" cmpd="sng" algn="ctr">
                      <a:solidFill>
                        <a:schemeClr val="bg2">
                          <a:lumMod val="25000"/>
                        </a:schemeClr>
                      </a:solidFill>
                      <a:prstDash val="solid"/>
                      <a:round/>
                      <a:headEnd type="none" w="med" len="med"/>
                      <a:tailEnd type="none" w="med" len="med"/>
                    </a:lnL>
                    <a:lnR w="12700" cap="flat" cmpd="sng" algn="ctr">
                      <a:solidFill>
                        <a:schemeClr val="bg2">
                          <a:lumMod val="25000"/>
                        </a:schemeClr>
                      </a:solidFill>
                      <a:prstDash val="solid"/>
                      <a:round/>
                      <a:headEnd type="none" w="med" len="med"/>
                      <a:tailEnd type="none" w="med" len="med"/>
                    </a:lnR>
                    <a:lnT w="12700" cap="flat" cmpd="sng" algn="ctr">
                      <a:solidFill>
                        <a:schemeClr val="bg2">
                          <a:lumMod val="25000"/>
                        </a:schemeClr>
                      </a:solidFill>
                      <a:prstDash val="solid"/>
                      <a:round/>
                      <a:headEnd type="none" w="med" len="med"/>
                      <a:tailEnd type="none" w="med" len="med"/>
                    </a:lnT>
                    <a:lnB w="12700" cap="flat" cmpd="sng" algn="ctr">
                      <a:solidFill>
                        <a:schemeClr val="bg2">
                          <a:lumMod val="25000"/>
                        </a:schemeClr>
                      </a:solidFill>
                      <a:prstDash val="solid"/>
                      <a:round/>
                      <a:headEnd type="none" w="med" len="med"/>
                      <a:tailEnd type="none" w="med" len="med"/>
                    </a:lnB>
                  </a:tcPr>
                </a:tc>
                <a:tc>
                  <a:txBody>
                    <a:bodyPr/>
                    <a:lstStyle/>
                    <a:p>
                      <a:pPr marL="6350" marR="635" algn="ctr">
                        <a:lnSpc>
                          <a:spcPts val="1185"/>
                        </a:lnSpc>
                        <a:spcBef>
                          <a:spcPts val="225"/>
                        </a:spcBef>
                        <a:buNone/>
                      </a:pPr>
                      <a:r>
                        <a:rPr lang="en-US" sz="1400" dirty="0">
                          <a:solidFill>
                            <a:schemeClr val="bg1"/>
                          </a:solidFill>
                          <a:effectLst/>
                        </a:rPr>
                        <a:t>Trees / Balanced Trees 1</a:t>
                      </a:r>
                      <a:endParaRPr lang="en-US" sz="1400" dirty="0">
                        <a:solidFill>
                          <a:schemeClr val="bg1"/>
                        </a:solidFill>
                        <a:effectLst/>
                        <a:latin typeface="+mj-lt"/>
                        <a:ea typeface="Times New Roman" panose="02020603050405020304" pitchFamily="18" charset="0"/>
                        <a:cs typeface="Times New Roman" panose="02020603050405020304" pitchFamily="18" charset="0"/>
                      </a:endParaRPr>
                    </a:p>
                  </a:txBody>
                  <a:tcPr marL="0" marR="0" marT="0" marB="0" anchor="ctr">
                    <a:lnL w="12700" cap="flat" cmpd="sng" algn="ctr">
                      <a:solidFill>
                        <a:schemeClr val="bg2">
                          <a:lumMod val="25000"/>
                        </a:schemeClr>
                      </a:solidFill>
                      <a:prstDash val="solid"/>
                      <a:round/>
                      <a:headEnd type="none" w="med" len="med"/>
                      <a:tailEnd type="none" w="med" len="med"/>
                    </a:lnL>
                    <a:lnR w="12700" cap="flat" cmpd="sng" algn="ctr">
                      <a:solidFill>
                        <a:schemeClr val="bg2">
                          <a:lumMod val="25000"/>
                        </a:schemeClr>
                      </a:solidFill>
                      <a:prstDash val="solid"/>
                      <a:round/>
                      <a:headEnd type="none" w="med" len="med"/>
                      <a:tailEnd type="none" w="med" len="med"/>
                    </a:lnR>
                    <a:lnT w="12700" cap="flat" cmpd="sng" algn="ctr">
                      <a:solidFill>
                        <a:schemeClr val="bg2">
                          <a:lumMod val="25000"/>
                        </a:schemeClr>
                      </a:solidFill>
                      <a:prstDash val="solid"/>
                      <a:round/>
                      <a:headEnd type="none" w="med" len="med"/>
                      <a:tailEnd type="none" w="med" len="med"/>
                    </a:lnT>
                    <a:lnB w="12700" cap="flat" cmpd="sng" algn="ctr">
                      <a:solidFill>
                        <a:schemeClr val="bg2">
                          <a:lumMod val="25000"/>
                        </a:schemeClr>
                      </a:solidFill>
                      <a:prstDash val="solid"/>
                      <a:round/>
                      <a:headEnd type="none" w="med" len="med"/>
                      <a:tailEnd type="none" w="med" len="med"/>
                    </a:lnB>
                  </a:tcPr>
                </a:tc>
                <a:tc>
                  <a:txBody>
                    <a:bodyPr/>
                    <a:lstStyle/>
                    <a:p>
                      <a:pPr marL="5080" marR="635" algn="ctr">
                        <a:lnSpc>
                          <a:spcPts val="1190"/>
                        </a:lnSpc>
                        <a:spcBef>
                          <a:spcPts val="220"/>
                        </a:spcBef>
                        <a:buNone/>
                      </a:pPr>
                      <a:r>
                        <a:rPr lang="en-US" sz="1400" dirty="0">
                          <a:solidFill>
                            <a:schemeClr val="accent2"/>
                          </a:solidFill>
                          <a:effectLst/>
                        </a:rPr>
                        <a:t>Q</a:t>
                      </a:r>
                      <a:r>
                        <a:rPr lang="en-US" sz="1400" baseline="-25000" dirty="0">
                          <a:solidFill>
                            <a:schemeClr val="accent2"/>
                          </a:solidFill>
                          <a:effectLst/>
                        </a:rPr>
                        <a:t>3</a:t>
                      </a:r>
                      <a:endParaRPr lang="en-US" sz="1400" dirty="0">
                        <a:solidFill>
                          <a:schemeClr val="accent2"/>
                        </a:solidFill>
                        <a:effectLst/>
                        <a:latin typeface="+mj-lt"/>
                        <a:ea typeface="Times New Roman" panose="02020603050405020304" pitchFamily="18" charset="0"/>
                        <a:cs typeface="Times New Roman" panose="02020603050405020304" pitchFamily="18" charset="0"/>
                      </a:endParaRPr>
                    </a:p>
                  </a:txBody>
                  <a:tcPr marL="0" marR="0" marT="0" marB="0" anchor="ctr">
                    <a:lnL w="12700" cap="flat" cmpd="sng" algn="ctr">
                      <a:solidFill>
                        <a:schemeClr val="bg2">
                          <a:lumMod val="25000"/>
                        </a:schemeClr>
                      </a:solidFill>
                      <a:prstDash val="solid"/>
                      <a:round/>
                      <a:headEnd type="none" w="med" len="med"/>
                      <a:tailEnd type="none" w="med" len="med"/>
                    </a:lnL>
                    <a:lnR w="12700" cap="flat" cmpd="sng" algn="ctr">
                      <a:solidFill>
                        <a:schemeClr val="bg2">
                          <a:lumMod val="25000"/>
                        </a:schemeClr>
                      </a:solidFill>
                      <a:prstDash val="solid"/>
                      <a:round/>
                      <a:headEnd type="none" w="med" len="med"/>
                      <a:tailEnd type="none" w="med" len="med"/>
                    </a:lnR>
                    <a:lnT w="12700" cap="flat" cmpd="sng" algn="ctr">
                      <a:solidFill>
                        <a:schemeClr val="bg2">
                          <a:lumMod val="25000"/>
                        </a:schemeClr>
                      </a:solidFill>
                      <a:prstDash val="solid"/>
                      <a:round/>
                      <a:headEnd type="none" w="med" len="med"/>
                      <a:tailEnd type="none" w="med" len="med"/>
                    </a:lnT>
                    <a:lnB w="12700" cap="flat" cmpd="sng" algn="ctr">
                      <a:solidFill>
                        <a:schemeClr val="bg2">
                          <a:lumMod val="25000"/>
                        </a:schemeClr>
                      </a:solidFill>
                      <a:prstDash val="solid"/>
                      <a:round/>
                      <a:headEnd type="none" w="med" len="med"/>
                      <a:tailEnd type="none" w="med" len="med"/>
                    </a:lnB>
                  </a:tcPr>
                </a:tc>
                <a:extLst>
                  <a:ext uri="{0D108BD9-81ED-4DB2-BD59-A6C34878D82A}">
                    <a16:rowId xmlns:a16="http://schemas.microsoft.com/office/drawing/2014/main" val="3391532055"/>
                  </a:ext>
                </a:extLst>
              </a:tr>
              <a:tr h="256445">
                <a:tc>
                  <a:txBody>
                    <a:bodyPr/>
                    <a:lstStyle/>
                    <a:p>
                      <a:pPr marL="5715" marR="1905" algn="ctr">
                        <a:lnSpc>
                          <a:spcPts val="1185"/>
                        </a:lnSpc>
                        <a:spcBef>
                          <a:spcPts val="105"/>
                        </a:spcBef>
                        <a:buNone/>
                      </a:pPr>
                      <a:r>
                        <a:rPr lang="en-US" sz="1400">
                          <a:solidFill>
                            <a:schemeClr val="bg1"/>
                          </a:solidFill>
                          <a:effectLst/>
                        </a:rPr>
                        <a:t>5</a:t>
                      </a:r>
                      <a:endParaRPr lang="en-US" sz="1400">
                        <a:solidFill>
                          <a:schemeClr val="bg1"/>
                        </a:solidFill>
                        <a:effectLst/>
                        <a:latin typeface="+mj-lt"/>
                        <a:ea typeface="Times New Roman" panose="02020603050405020304" pitchFamily="18" charset="0"/>
                        <a:cs typeface="Times New Roman" panose="02020603050405020304" pitchFamily="18" charset="0"/>
                      </a:endParaRPr>
                    </a:p>
                  </a:txBody>
                  <a:tcPr marL="0" marR="0" marT="0" marB="0" anchor="ctr">
                    <a:lnL w="12700" cap="flat" cmpd="sng" algn="ctr">
                      <a:solidFill>
                        <a:schemeClr val="bg2">
                          <a:lumMod val="25000"/>
                        </a:schemeClr>
                      </a:solidFill>
                      <a:prstDash val="solid"/>
                      <a:round/>
                      <a:headEnd type="none" w="med" len="med"/>
                      <a:tailEnd type="none" w="med" len="med"/>
                    </a:lnL>
                    <a:lnR w="12700" cap="flat" cmpd="sng" algn="ctr">
                      <a:solidFill>
                        <a:schemeClr val="bg2">
                          <a:lumMod val="25000"/>
                        </a:schemeClr>
                      </a:solidFill>
                      <a:prstDash val="solid"/>
                      <a:round/>
                      <a:headEnd type="none" w="med" len="med"/>
                      <a:tailEnd type="none" w="med" len="med"/>
                    </a:lnR>
                    <a:lnT w="12700" cap="flat" cmpd="sng" algn="ctr">
                      <a:solidFill>
                        <a:schemeClr val="bg2">
                          <a:lumMod val="25000"/>
                        </a:schemeClr>
                      </a:solidFill>
                      <a:prstDash val="solid"/>
                      <a:round/>
                      <a:headEnd type="none" w="med" len="med"/>
                      <a:tailEnd type="none" w="med" len="med"/>
                    </a:lnT>
                    <a:lnB w="12700" cap="flat" cmpd="sng" algn="ctr">
                      <a:solidFill>
                        <a:schemeClr val="bg2">
                          <a:lumMod val="25000"/>
                        </a:schemeClr>
                      </a:solidFill>
                      <a:prstDash val="solid"/>
                      <a:round/>
                      <a:headEnd type="none" w="med" len="med"/>
                      <a:tailEnd type="none" w="med" len="med"/>
                    </a:lnB>
                  </a:tcPr>
                </a:tc>
                <a:tc>
                  <a:txBody>
                    <a:bodyPr/>
                    <a:lstStyle/>
                    <a:p>
                      <a:pPr marL="6985" marR="1905" algn="ctr">
                        <a:lnSpc>
                          <a:spcPts val="1185"/>
                        </a:lnSpc>
                        <a:spcBef>
                          <a:spcPts val="105"/>
                        </a:spcBef>
                        <a:buNone/>
                      </a:pPr>
                      <a:r>
                        <a:rPr lang="en-US" sz="1400">
                          <a:solidFill>
                            <a:schemeClr val="bg1"/>
                          </a:solidFill>
                          <a:effectLst/>
                        </a:rPr>
                        <a:t>14-Sep</a:t>
                      </a:r>
                      <a:endParaRPr lang="en-US" sz="1400">
                        <a:solidFill>
                          <a:schemeClr val="bg1"/>
                        </a:solidFill>
                        <a:effectLst/>
                        <a:latin typeface="+mj-lt"/>
                        <a:ea typeface="Times New Roman" panose="02020603050405020304" pitchFamily="18" charset="0"/>
                        <a:cs typeface="Times New Roman" panose="02020603050405020304" pitchFamily="18" charset="0"/>
                      </a:endParaRPr>
                    </a:p>
                  </a:txBody>
                  <a:tcPr marL="0" marR="0" marT="0" marB="0" anchor="ctr">
                    <a:lnL w="12700" cap="flat" cmpd="sng" algn="ctr">
                      <a:solidFill>
                        <a:schemeClr val="bg2">
                          <a:lumMod val="25000"/>
                        </a:schemeClr>
                      </a:solidFill>
                      <a:prstDash val="solid"/>
                      <a:round/>
                      <a:headEnd type="none" w="med" len="med"/>
                      <a:tailEnd type="none" w="med" len="med"/>
                    </a:lnL>
                    <a:lnR w="12700" cap="flat" cmpd="sng" algn="ctr">
                      <a:solidFill>
                        <a:schemeClr val="bg2">
                          <a:lumMod val="25000"/>
                        </a:schemeClr>
                      </a:solidFill>
                      <a:prstDash val="solid"/>
                      <a:round/>
                      <a:headEnd type="none" w="med" len="med"/>
                      <a:tailEnd type="none" w="med" len="med"/>
                    </a:lnR>
                    <a:lnT w="12700" cap="flat" cmpd="sng" algn="ctr">
                      <a:solidFill>
                        <a:schemeClr val="bg2">
                          <a:lumMod val="25000"/>
                        </a:schemeClr>
                      </a:solidFill>
                      <a:prstDash val="solid"/>
                      <a:round/>
                      <a:headEnd type="none" w="med" len="med"/>
                      <a:tailEnd type="none" w="med" len="med"/>
                    </a:lnT>
                    <a:lnB w="12700" cap="flat" cmpd="sng" algn="ctr">
                      <a:solidFill>
                        <a:schemeClr val="bg2">
                          <a:lumMod val="25000"/>
                        </a:schemeClr>
                      </a:solidFill>
                      <a:prstDash val="solid"/>
                      <a:round/>
                      <a:headEnd type="none" w="med" len="med"/>
                      <a:tailEnd type="none" w="med" len="med"/>
                    </a:lnB>
                  </a:tcPr>
                </a:tc>
                <a:tc>
                  <a:txBody>
                    <a:bodyPr/>
                    <a:lstStyle/>
                    <a:p>
                      <a:pPr marL="6350" marR="1905" algn="ctr">
                        <a:lnSpc>
                          <a:spcPts val="1185"/>
                        </a:lnSpc>
                        <a:spcBef>
                          <a:spcPts val="105"/>
                        </a:spcBef>
                        <a:buNone/>
                      </a:pPr>
                      <a:r>
                        <a:rPr lang="en-US" sz="1400">
                          <a:solidFill>
                            <a:schemeClr val="bg1"/>
                          </a:solidFill>
                          <a:effectLst/>
                        </a:rPr>
                        <a:t>20-Sep</a:t>
                      </a:r>
                      <a:endParaRPr lang="en-US" sz="1400">
                        <a:solidFill>
                          <a:schemeClr val="bg1"/>
                        </a:solidFill>
                        <a:effectLst/>
                        <a:latin typeface="+mj-lt"/>
                        <a:ea typeface="Times New Roman" panose="02020603050405020304" pitchFamily="18" charset="0"/>
                        <a:cs typeface="Times New Roman" panose="02020603050405020304" pitchFamily="18" charset="0"/>
                      </a:endParaRPr>
                    </a:p>
                  </a:txBody>
                  <a:tcPr marL="0" marR="0" marT="0" marB="0" anchor="ctr">
                    <a:lnL w="12700" cap="flat" cmpd="sng" algn="ctr">
                      <a:solidFill>
                        <a:schemeClr val="bg2">
                          <a:lumMod val="25000"/>
                        </a:schemeClr>
                      </a:solidFill>
                      <a:prstDash val="solid"/>
                      <a:round/>
                      <a:headEnd type="none" w="med" len="med"/>
                      <a:tailEnd type="none" w="med" len="med"/>
                    </a:lnL>
                    <a:lnR w="12700" cap="flat" cmpd="sng" algn="ctr">
                      <a:solidFill>
                        <a:schemeClr val="bg2">
                          <a:lumMod val="25000"/>
                        </a:schemeClr>
                      </a:solidFill>
                      <a:prstDash val="solid"/>
                      <a:round/>
                      <a:headEnd type="none" w="med" len="med"/>
                      <a:tailEnd type="none" w="med" len="med"/>
                    </a:lnR>
                    <a:lnT w="12700" cap="flat" cmpd="sng" algn="ctr">
                      <a:solidFill>
                        <a:schemeClr val="bg2">
                          <a:lumMod val="25000"/>
                        </a:schemeClr>
                      </a:solidFill>
                      <a:prstDash val="solid"/>
                      <a:round/>
                      <a:headEnd type="none" w="med" len="med"/>
                      <a:tailEnd type="none" w="med" len="med"/>
                    </a:lnT>
                    <a:lnB w="12700" cap="flat" cmpd="sng" algn="ctr">
                      <a:solidFill>
                        <a:schemeClr val="bg2">
                          <a:lumMod val="25000"/>
                        </a:schemeClr>
                      </a:solidFill>
                      <a:prstDash val="solid"/>
                      <a:round/>
                      <a:headEnd type="none" w="med" len="med"/>
                      <a:tailEnd type="none" w="med" len="med"/>
                    </a:lnB>
                  </a:tcPr>
                </a:tc>
                <a:tc>
                  <a:txBody>
                    <a:bodyPr/>
                    <a:lstStyle/>
                    <a:p>
                      <a:pPr marL="6350" marR="0" algn="ctr">
                        <a:lnSpc>
                          <a:spcPts val="1185"/>
                        </a:lnSpc>
                        <a:spcBef>
                          <a:spcPts val="105"/>
                        </a:spcBef>
                        <a:buNone/>
                      </a:pPr>
                      <a:r>
                        <a:rPr lang="en-US" sz="1400">
                          <a:solidFill>
                            <a:schemeClr val="bg1"/>
                          </a:solidFill>
                          <a:effectLst/>
                        </a:rPr>
                        <a:t>Balanced Trees 2</a:t>
                      </a:r>
                      <a:endParaRPr lang="en-US" sz="1400">
                        <a:solidFill>
                          <a:schemeClr val="bg1"/>
                        </a:solidFill>
                        <a:effectLst/>
                        <a:latin typeface="+mj-lt"/>
                        <a:ea typeface="Times New Roman" panose="02020603050405020304" pitchFamily="18" charset="0"/>
                        <a:cs typeface="Times New Roman" panose="02020603050405020304" pitchFamily="18" charset="0"/>
                      </a:endParaRPr>
                    </a:p>
                  </a:txBody>
                  <a:tcPr marL="0" marR="0" marT="0" marB="0" anchor="ctr">
                    <a:lnL w="12700" cap="flat" cmpd="sng" algn="ctr">
                      <a:solidFill>
                        <a:schemeClr val="bg2">
                          <a:lumMod val="25000"/>
                        </a:schemeClr>
                      </a:solidFill>
                      <a:prstDash val="solid"/>
                      <a:round/>
                      <a:headEnd type="none" w="med" len="med"/>
                      <a:tailEnd type="none" w="med" len="med"/>
                    </a:lnL>
                    <a:lnR w="12700" cap="flat" cmpd="sng" algn="ctr">
                      <a:solidFill>
                        <a:schemeClr val="bg2">
                          <a:lumMod val="25000"/>
                        </a:schemeClr>
                      </a:solidFill>
                      <a:prstDash val="solid"/>
                      <a:round/>
                      <a:headEnd type="none" w="med" len="med"/>
                      <a:tailEnd type="none" w="med" len="med"/>
                    </a:lnR>
                    <a:lnT w="12700" cap="flat" cmpd="sng" algn="ctr">
                      <a:solidFill>
                        <a:schemeClr val="bg2">
                          <a:lumMod val="25000"/>
                        </a:schemeClr>
                      </a:solidFill>
                      <a:prstDash val="solid"/>
                      <a:round/>
                      <a:headEnd type="none" w="med" len="med"/>
                      <a:tailEnd type="none" w="med" len="med"/>
                    </a:lnT>
                    <a:lnB w="12700" cap="flat" cmpd="sng" algn="ctr">
                      <a:solidFill>
                        <a:schemeClr val="bg2">
                          <a:lumMod val="25000"/>
                        </a:schemeClr>
                      </a:solidFill>
                      <a:prstDash val="solid"/>
                      <a:round/>
                      <a:headEnd type="none" w="med" len="med"/>
                      <a:tailEnd type="none" w="med" len="med"/>
                    </a:lnB>
                  </a:tcPr>
                </a:tc>
                <a:tc>
                  <a:txBody>
                    <a:bodyPr/>
                    <a:lstStyle/>
                    <a:p>
                      <a:pPr marL="5080" marR="635" algn="ctr">
                        <a:lnSpc>
                          <a:spcPts val="1190"/>
                        </a:lnSpc>
                        <a:spcBef>
                          <a:spcPts val="100"/>
                        </a:spcBef>
                        <a:buNone/>
                      </a:pPr>
                      <a:r>
                        <a:rPr lang="en-US" sz="1400" dirty="0">
                          <a:solidFill>
                            <a:schemeClr val="accent2"/>
                          </a:solidFill>
                          <a:effectLst/>
                        </a:rPr>
                        <a:t>Q</a:t>
                      </a:r>
                      <a:r>
                        <a:rPr lang="en-US" sz="1400" baseline="-25000" dirty="0">
                          <a:solidFill>
                            <a:schemeClr val="accent2"/>
                          </a:solidFill>
                          <a:effectLst/>
                        </a:rPr>
                        <a:t>4</a:t>
                      </a:r>
                      <a:endParaRPr lang="en-US" sz="1400" dirty="0">
                        <a:solidFill>
                          <a:schemeClr val="accent2"/>
                        </a:solidFill>
                        <a:effectLst/>
                        <a:latin typeface="+mj-lt"/>
                        <a:ea typeface="Times New Roman" panose="02020603050405020304" pitchFamily="18" charset="0"/>
                        <a:cs typeface="Times New Roman" panose="02020603050405020304" pitchFamily="18" charset="0"/>
                      </a:endParaRPr>
                    </a:p>
                  </a:txBody>
                  <a:tcPr marL="0" marR="0" marT="0" marB="0" anchor="ctr">
                    <a:lnL w="12700" cap="flat" cmpd="sng" algn="ctr">
                      <a:solidFill>
                        <a:schemeClr val="bg2">
                          <a:lumMod val="25000"/>
                        </a:schemeClr>
                      </a:solidFill>
                      <a:prstDash val="solid"/>
                      <a:round/>
                      <a:headEnd type="none" w="med" len="med"/>
                      <a:tailEnd type="none" w="med" len="med"/>
                    </a:lnL>
                    <a:lnR w="12700" cap="flat" cmpd="sng" algn="ctr">
                      <a:solidFill>
                        <a:schemeClr val="bg2">
                          <a:lumMod val="25000"/>
                        </a:schemeClr>
                      </a:solidFill>
                      <a:prstDash val="solid"/>
                      <a:round/>
                      <a:headEnd type="none" w="med" len="med"/>
                      <a:tailEnd type="none" w="med" len="med"/>
                    </a:lnR>
                    <a:lnT w="12700" cap="flat" cmpd="sng" algn="ctr">
                      <a:solidFill>
                        <a:schemeClr val="bg2">
                          <a:lumMod val="25000"/>
                        </a:schemeClr>
                      </a:solidFill>
                      <a:prstDash val="solid"/>
                      <a:round/>
                      <a:headEnd type="none" w="med" len="med"/>
                      <a:tailEnd type="none" w="med" len="med"/>
                    </a:lnT>
                    <a:lnB w="12700" cap="flat" cmpd="sng" algn="ctr">
                      <a:solidFill>
                        <a:schemeClr val="bg2">
                          <a:lumMod val="25000"/>
                        </a:schemeClr>
                      </a:solidFill>
                      <a:prstDash val="solid"/>
                      <a:round/>
                      <a:headEnd type="none" w="med" len="med"/>
                      <a:tailEnd type="none" w="med" len="med"/>
                    </a:lnB>
                  </a:tcPr>
                </a:tc>
                <a:extLst>
                  <a:ext uri="{0D108BD9-81ED-4DB2-BD59-A6C34878D82A}">
                    <a16:rowId xmlns:a16="http://schemas.microsoft.com/office/drawing/2014/main" val="1088465652"/>
                  </a:ext>
                </a:extLst>
              </a:tr>
              <a:tr h="255523">
                <a:tc>
                  <a:txBody>
                    <a:bodyPr/>
                    <a:lstStyle/>
                    <a:p>
                      <a:pPr marL="5715" marR="1905" algn="ctr">
                        <a:lnSpc>
                          <a:spcPts val="1195"/>
                        </a:lnSpc>
                        <a:spcBef>
                          <a:spcPts val="90"/>
                        </a:spcBef>
                        <a:buNone/>
                      </a:pPr>
                      <a:r>
                        <a:rPr lang="en-US" sz="1400">
                          <a:solidFill>
                            <a:schemeClr val="bg1"/>
                          </a:solidFill>
                          <a:effectLst/>
                        </a:rPr>
                        <a:t>6</a:t>
                      </a:r>
                      <a:endParaRPr lang="en-US" sz="1400">
                        <a:solidFill>
                          <a:schemeClr val="bg1"/>
                        </a:solidFill>
                        <a:effectLst/>
                        <a:latin typeface="+mj-lt"/>
                        <a:ea typeface="Times New Roman" panose="02020603050405020304" pitchFamily="18" charset="0"/>
                        <a:cs typeface="Times New Roman" panose="02020603050405020304" pitchFamily="18" charset="0"/>
                      </a:endParaRPr>
                    </a:p>
                  </a:txBody>
                  <a:tcPr marL="0" marR="0" marT="0" marB="0" anchor="ctr">
                    <a:lnL w="12700" cap="flat" cmpd="sng" algn="ctr">
                      <a:solidFill>
                        <a:schemeClr val="bg2">
                          <a:lumMod val="25000"/>
                        </a:schemeClr>
                      </a:solidFill>
                      <a:prstDash val="solid"/>
                      <a:round/>
                      <a:headEnd type="none" w="med" len="med"/>
                      <a:tailEnd type="none" w="med" len="med"/>
                    </a:lnL>
                    <a:lnR w="12700" cap="flat" cmpd="sng" algn="ctr">
                      <a:solidFill>
                        <a:schemeClr val="bg2">
                          <a:lumMod val="25000"/>
                        </a:schemeClr>
                      </a:solidFill>
                      <a:prstDash val="solid"/>
                      <a:round/>
                      <a:headEnd type="none" w="med" len="med"/>
                      <a:tailEnd type="none" w="med" len="med"/>
                    </a:lnR>
                    <a:lnT w="12700" cap="flat" cmpd="sng" algn="ctr">
                      <a:solidFill>
                        <a:schemeClr val="bg2">
                          <a:lumMod val="25000"/>
                        </a:schemeClr>
                      </a:solidFill>
                      <a:prstDash val="solid"/>
                      <a:round/>
                      <a:headEnd type="none" w="med" len="med"/>
                      <a:tailEnd type="none" w="med" len="med"/>
                    </a:lnT>
                    <a:lnB w="12700" cap="flat" cmpd="sng" algn="ctr">
                      <a:solidFill>
                        <a:schemeClr val="bg2">
                          <a:lumMod val="25000"/>
                        </a:schemeClr>
                      </a:solidFill>
                      <a:prstDash val="solid"/>
                      <a:round/>
                      <a:headEnd type="none" w="med" len="med"/>
                      <a:tailEnd type="none" w="med" len="med"/>
                    </a:lnB>
                  </a:tcPr>
                </a:tc>
                <a:tc>
                  <a:txBody>
                    <a:bodyPr/>
                    <a:lstStyle/>
                    <a:p>
                      <a:pPr marL="6985" marR="1905" algn="ctr">
                        <a:lnSpc>
                          <a:spcPts val="1195"/>
                        </a:lnSpc>
                        <a:spcBef>
                          <a:spcPts val="90"/>
                        </a:spcBef>
                        <a:buNone/>
                      </a:pPr>
                      <a:r>
                        <a:rPr lang="en-US" sz="1400">
                          <a:solidFill>
                            <a:schemeClr val="bg1"/>
                          </a:solidFill>
                          <a:effectLst/>
                        </a:rPr>
                        <a:t>21-Sep</a:t>
                      </a:r>
                      <a:endParaRPr lang="en-US" sz="1400">
                        <a:solidFill>
                          <a:schemeClr val="bg1"/>
                        </a:solidFill>
                        <a:effectLst/>
                        <a:latin typeface="+mj-lt"/>
                        <a:ea typeface="Times New Roman" panose="02020603050405020304" pitchFamily="18" charset="0"/>
                        <a:cs typeface="Times New Roman" panose="02020603050405020304" pitchFamily="18" charset="0"/>
                      </a:endParaRPr>
                    </a:p>
                  </a:txBody>
                  <a:tcPr marL="0" marR="0" marT="0" marB="0" anchor="ctr">
                    <a:lnL w="12700" cap="flat" cmpd="sng" algn="ctr">
                      <a:solidFill>
                        <a:schemeClr val="bg2">
                          <a:lumMod val="25000"/>
                        </a:schemeClr>
                      </a:solidFill>
                      <a:prstDash val="solid"/>
                      <a:round/>
                      <a:headEnd type="none" w="med" len="med"/>
                      <a:tailEnd type="none" w="med" len="med"/>
                    </a:lnL>
                    <a:lnR w="12700" cap="flat" cmpd="sng" algn="ctr">
                      <a:solidFill>
                        <a:schemeClr val="bg2">
                          <a:lumMod val="25000"/>
                        </a:schemeClr>
                      </a:solidFill>
                      <a:prstDash val="solid"/>
                      <a:round/>
                      <a:headEnd type="none" w="med" len="med"/>
                      <a:tailEnd type="none" w="med" len="med"/>
                    </a:lnR>
                    <a:lnT w="12700" cap="flat" cmpd="sng" algn="ctr">
                      <a:solidFill>
                        <a:schemeClr val="bg2">
                          <a:lumMod val="25000"/>
                        </a:schemeClr>
                      </a:solidFill>
                      <a:prstDash val="solid"/>
                      <a:round/>
                      <a:headEnd type="none" w="med" len="med"/>
                      <a:tailEnd type="none" w="med" len="med"/>
                    </a:lnT>
                    <a:lnB w="12700" cap="flat" cmpd="sng" algn="ctr">
                      <a:solidFill>
                        <a:schemeClr val="bg2">
                          <a:lumMod val="25000"/>
                        </a:schemeClr>
                      </a:solidFill>
                      <a:prstDash val="solid"/>
                      <a:round/>
                      <a:headEnd type="none" w="med" len="med"/>
                      <a:tailEnd type="none" w="med" len="med"/>
                    </a:lnB>
                  </a:tcPr>
                </a:tc>
                <a:tc>
                  <a:txBody>
                    <a:bodyPr/>
                    <a:lstStyle/>
                    <a:p>
                      <a:pPr marL="6350" marR="1905" algn="ctr">
                        <a:lnSpc>
                          <a:spcPts val="1195"/>
                        </a:lnSpc>
                        <a:spcBef>
                          <a:spcPts val="90"/>
                        </a:spcBef>
                        <a:buNone/>
                      </a:pPr>
                      <a:r>
                        <a:rPr lang="en-US" sz="1400" dirty="0">
                          <a:solidFill>
                            <a:schemeClr val="bg1"/>
                          </a:solidFill>
                          <a:effectLst/>
                        </a:rPr>
                        <a:t>27-Sep</a:t>
                      </a:r>
                      <a:endParaRPr lang="en-US" sz="1400" dirty="0">
                        <a:solidFill>
                          <a:schemeClr val="bg1"/>
                        </a:solidFill>
                        <a:effectLst/>
                        <a:latin typeface="+mj-lt"/>
                        <a:ea typeface="Times New Roman" panose="02020603050405020304" pitchFamily="18" charset="0"/>
                        <a:cs typeface="Times New Roman" panose="02020603050405020304" pitchFamily="18" charset="0"/>
                      </a:endParaRPr>
                    </a:p>
                  </a:txBody>
                  <a:tcPr marL="0" marR="0" marT="0" marB="0" anchor="ctr">
                    <a:lnL w="12700" cap="flat" cmpd="sng" algn="ctr">
                      <a:solidFill>
                        <a:schemeClr val="bg2">
                          <a:lumMod val="25000"/>
                        </a:schemeClr>
                      </a:solidFill>
                      <a:prstDash val="solid"/>
                      <a:round/>
                      <a:headEnd type="none" w="med" len="med"/>
                      <a:tailEnd type="none" w="med" len="med"/>
                    </a:lnL>
                    <a:lnR w="12700" cap="flat" cmpd="sng" algn="ctr">
                      <a:solidFill>
                        <a:schemeClr val="bg2">
                          <a:lumMod val="25000"/>
                        </a:schemeClr>
                      </a:solidFill>
                      <a:prstDash val="solid"/>
                      <a:round/>
                      <a:headEnd type="none" w="med" len="med"/>
                      <a:tailEnd type="none" w="med" len="med"/>
                    </a:lnR>
                    <a:lnT w="12700" cap="flat" cmpd="sng" algn="ctr">
                      <a:solidFill>
                        <a:schemeClr val="bg2">
                          <a:lumMod val="25000"/>
                        </a:schemeClr>
                      </a:solidFill>
                      <a:prstDash val="solid"/>
                      <a:round/>
                      <a:headEnd type="none" w="med" len="med"/>
                      <a:tailEnd type="none" w="med" len="med"/>
                    </a:lnT>
                    <a:lnB w="12700" cap="flat" cmpd="sng" algn="ctr">
                      <a:solidFill>
                        <a:schemeClr val="bg2">
                          <a:lumMod val="25000"/>
                        </a:schemeClr>
                      </a:solidFill>
                      <a:prstDash val="solid"/>
                      <a:round/>
                      <a:headEnd type="none" w="med" len="med"/>
                      <a:tailEnd type="none" w="med" len="med"/>
                    </a:lnB>
                  </a:tcPr>
                </a:tc>
                <a:tc>
                  <a:txBody>
                    <a:bodyPr/>
                    <a:lstStyle/>
                    <a:p>
                      <a:pPr marL="6350" marR="3175" algn="ctr">
                        <a:lnSpc>
                          <a:spcPts val="1195"/>
                        </a:lnSpc>
                        <a:spcBef>
                          <a:spcPts val="90"/>
                        </a:spcBef>
                        <a:buNone/>
                      </a:pPr>
                      <a:r>
                        <a:rPr lang="en-US" sz="1400" dirty="0">
                          <a:solidFill>
                            <a:schemeClr val="bg1"/>
                          </a:solidFill>
                          <a:effectLst/>
                        </a:rPr>
                        <a:t>Heaps &amp; Priority Queues</a:t>
                      </a:r>
                      <a:endParaRPr lang="en-US" sz="1400" dirty="0">
                        <a:solidFill>
                          <a:schemeClr val="bg1"/>
                        </a:solidFill>
                        <a:effectLst/>
                        <a:latin typeface="+mj-lt"/>
                        <a:ea typeface="Times New Roman" panose="02020603050405020304" pitchFamily="18" charset="0"/>
                        <a:cs typeface="Times New Roman" panose="02020603050405020304" pitchFamily="18" charset="0"/>
                      </a:endParaRPr>
                    </a:p>
                  </a:txBody>
                  <a:tcPr marL="0" marR="0" marT="0" marB="0" anchor="ctr">
                    <a:lnL w="12700" cap="flat" cmpd="sng" algn="ctr">
                      <a:solidFill>
                        <a:schemeClr val="bg2">
                          <a:lumMod val="25000"/>
                        </a:schemeClr>
                      </a:solidFill>
                      <a:prstDash val="solid"/>
                      <a:round/>
                      <a:headEnd type="none" w="med" len="med"/>
                      <a:tailEnd type="none" w="med" len="med"/>
                    </a:lnL>
                    <a:lnR w="12700" cap="flat" cmpd="sng" algn="ctr">
                      <a:solidFill>
                        <a:schemeClr val="bg2">
                          <a:lumMod val="25000"/>
                        </a:schemeClr>
                      </a:solidFill>
                      <a:prstDash val="solid"/>
                      <a:round/>
                      <a:headEnd type="none" w="med" len="med"/>
                      <a:tailEnd type="none" w="med" len="med"/>
                    </a:lnR>
                    <a:lnT w="12700" cap="flat" cmpd="sng" algn="ctr">
                      <a:solidFill>
                        <a:schemeClr val="bg2">
                          <a:lumMod val="25000"/>
                        </a:schemeClr>
                      </a:solidFill>
                      <a:prstDash val="solid"/>
                      <a:round/>
                      <a:headEnd type="none" w="med" len="med"/>
                      <a:tailEnd type="none" w="med" len="med"/>
                    </a:lnT>
                    <a:lnB w="12700" cap="flat" cmpd="sng" algn="ctr">
                      <a:solidFill>
                        <a:schemeClr val="bg2">
                          <a:lumMod val="25000"/>
                        </a:schemeClr>
                      </a:solidFill>
                      <a:prstDash val="solid"/>
                      <a:round/>
                      <a:headEnd type="none" w="med" len="med"/>
                      <a:tailEnd type="none" w="med" len="med"/>
                    </a:lnB>
                  </a:tcPr>
                </a:tc>
                <a:tc>
                  <a:txBody>
                    <a:bodyPr/>
                    <a:lstStyle/>
                    <a:p>
                      <a:pPr marL="5080" marR="635" algn="ctr">
                        <a:lnSpc>
                          <a:spcPts val="1200"/>
                        </a:lnSpc>
                        <a:spcBef>
                          <a:spcPts val="90"/>
                        </a:spcBef>
                        <a:buNone/>
                      </a:pPr>
                      <a:r>
                        <a:rPr lang="en-US" sz="1400" dirty="0">
                          <a:solidFill>
                            <a:schemeClr val="accent6"/>
                          </a:solidFill>
                          <a:effectLst/>
                        </a:rPr>
                        <a:t>P</a:t>
                      </a:r>
                      <a:r>
                        <a:rPr lang="en-US" sz="1400" baseline="-25000" dirty="0">
                          <a:solidFill>
                            <a:schemeClr val="accent6"/>
                          </a:solidFill>
                          <a:effectLst/>
                        </a:rPr>
                        <a:t>1</a:t>
                      </a:r>
                      <a:endParaRPr lang="en-US" sz="1400" dirty="0">
                        <a:solidFill>
                          <a:schemeClr val="accent6"/>
                        </a:solidFill>
                        <a:effectLst/>
                        <a:latin typeface="+mj-lt"/>
                        <a:ea typeface="Times New Roman" panose="02020603050405020304" pitchFamily="18" charset="0"/>
                        <a:cs typeface="Times New Roman" panose="02020603050405020304" pitchFamily="18" charset="0"/>
                      </a:endParaRPr>
                    </a:p>
                  </a:txBody>
                  <a:tcPr marL="0" marR="0" marT="0" marB="0" anchor="ctr">
                    <a:lnL w="12700" cap="flat" cmpd="sng" algn="ctr">
                      <a:solidFill>
                        <a:schemeClr val="bg2">
                          <a:lumMod val="25000"/>
                        </a:schemeClr>
                      </a:solidFill>
                      <a:prstDash val="solid"/>
                      <a:round/>
                      <a:headEnd type="none" w="med" len="med"/>
                      <a:tailEnd type="none" w="med" len="med"/>
                    </a:lnL>
                    <a:lnR w="12700" cap="flat" cmpd="sng" algn="ctr">
                      <a:solidFill>
                        <a:schemeClr val="bg2">
                          <a:lumMod val="25000"/>
                        </a:schemeClr>
                      </a:solidFill>
                      <a:prstDash val="solid"/>
                      <a:round/>
                      <a:headEnd type="none" w="med" len="med"/>
                      <a:tailEnd type="none" w="med" len="med"/>
                    </a:lnR>
                    <a:lnT w="12700" cap="flat" cmpd="sng" algn="ctr">
                      <a:solidFill>
                        <a:schemeClr val="bg2">
                          <a:lumMod val="25000"/>
                        </a:schemeClr>
                      </a:solidFill>
                      <a:prstDash val="solid"/>
                      <a:round/>
                      <a:headEnd type="none" w="med" len="med"/>
                      <a:tailEnd type="none" w="med" len="med"/>
                    </a:lnT>
                    <a:lnB w="12700" cap="flat" cmpd="sng" algn="ctr">
                      <a:solidFill>
                        <a:schemeClr val="bg2">
                          <a:lumMod val="25000"/>
                        </a:schemeClr>
                      </a:solidFill>
                      <a:prstDash val="solid"/>
                      <a:round/>
                      <a:headEnd type="none" w="med" len="med"/>
                      <a:tailEnd type="none" w="med" len="med"/>
                    </a:lnB>
                  </a:tcPr>
                </a:tc>
                <a:extLst>
                  <a:ext uri="{0D108BD9-81ED-4DB2-BD59-A6C34878D82A}">
                    <a16:rowId xmlns:a16="http://schemas.microsoft.com/office/drawing/2014/main" val="3311697121"/>
                  </a:ext>
                </a:extLst>
              </a:tr>
              <a:tr h="253678">
                <a:tc>
                  <a:txBody>
                    <a:bodyPr/>
                    <a:lstStyle/>
                    <a:p>
                      <a:pPr marL="5715" marR="1905" algn="ctr">
                        <a:lnSpc>
                          <a:spcPts val="1185"/>
                        </a:lnSpc>
                        <a:spcBef>
                          <a:spcPts val="90"/>
                        </a:spcBef>
                        <a:buNone/>
                      </a:pPr>
                      <a:r>
                        <a:rPr lang="en-US" sz="1400">
                          <a:solidFill>
                            <a:schemeClr val="bg1"/>
                          </a:solidFill>
                          <a:effectLst/>
                        </a:rPr>
                        <a:t>7</a:t>
                      </a:r>
                      <a:endParaRPr lang="en-US" sz="1400">
                        <a:solidFill>
                          <a:schemeClr val="bg1"/>
                        </a:solidFill>
                        <a:effectLst/>
                        <a:latin typeface="+mj-lt"/>
                        <a:ea typeface="Times New Roman" panose="02020603050405020304" pitchFamily="18" charset="0"/>
                        <a:cs typeface="Times New Roman" panose="02020603050405020304" pitchFamily="18" charset="0"/>
                      </a:endParaRPr>
                    </a:p>
                  </a:txBody>
                  <a:tcPr marL="0" marR="0" marT="0" marB="0" anchor="ctr">
                    <a:lnL w="12700" cap="flat" cmpd="sng" algn="ctr">
                      <a:solidFill>
                        <a:schemeClr val="bg2">
                          <a:lumMod val="25000"/>
                        </a:schemeClr>
                      </a:solidFill>
                      <a:prstDash val="solid"/>
                      <a:round/>
                      <a:headEnd type="none" w="med" len="med"/>
                      <a:tailEnd type="none" w="med" len="med"/>
                    </a:lnL>
                    <a:lnR w="12700" cap="flat" cmpd="sng" algn="ctr">
                      <a:solidFill>
                        <a:schemeClr val="bg2">
                          <a:lumMod val="25000"/>
                        </a:schemeClr>
                      </a:solidFill>
                      <a:prstDash val="solid"/>
                      <a:round/>
                      <a:headEnd type="none" w="med" len="med"/>
                      <a:tailEnd type="none" w="med" len="med"/>
                    </a:lnR>
                    <a:lnT w="12700" cap="flat" cmpd="sng" algn="ctr">
                      <a:solidFill>
                        <a:schemeClr val="bg2">
                          <a:lumMod val="25000"/>
                        </a:schemeClr>
                      </a:solidFill>
                      <a:prstDash val="solid"/>
                      <a:round/>
                      <a:headEnd type="none" w="med" len="med"/>
                      <a:tailEnd type="none" w="med" len="med"/>
                    </a:lnT>
                    <a:lnB w="12700" cap="flat" cmpd="sng" algn="ctr">
                      <a:solidFill>
                        <a:schemeClr val="bg2">
                          <a:lumMod val="25000"/>
                        </a:schemeClr>
                      </a:solidFill>
                      <a:prstDash val="solid"/>
                      <a:round/>
                      <a:headEnd type="none" w="med" len="med"/>
                      <a:tailEnd type="none" w="med" len="med"/>
                    </a:lnB>
                  </a:tcPr>
                </a:tc>
                <a:tc>
                  <a:txBody>
                    <a:bodyPr/>
                    <a:lstStyle/>
                    <a:p>
                      <a:pPr marL="6985" marR="1905" algn="ctr">
                        <a:lnSpc>
                          <a:spcPts val="1185"/>
                        </a:lnSpc>
                        <a:spcBef>
                          <a:spcPts val="90"/>
                        </a:spcBef>
                        <a:buNone/>
                      </a:pPr>
                      <a:r>
                        <a:rPr lang="en-US" sz="1400">
                          <a:solidFill>
                            <a:schemeClr val="bg1"/>
                          </a:solidFill>
                          <a:effectLst/>
                        </a:rPr>
                        <a:t>28-Sep</a:t>
                      </a:r>
                      <a:endParaRPr lang="en-US" sz="1400">
                        <a:solidFill>
                          <a:schemeClr val="bg1"/>
                        </a:solidFill>
                        <a:effectLst/>
                        <a:latin typeface="+mj-lt"/>
                        <a:ea typeface="Times New Roman" panose="02020603050405020304" pitchFamily="18" charset="0"/>
                        <a:cs typeface="Times New Roman" panose="02020603050405020304" pitchFamily="18" charset="0"/>
                      </a:endParaRPr>
                    </a:p>
                  </a:txBody>
                  <a:tcPr marL="0" marR="0" marT="0" marB="0" anchor="ctr">
                    <a:lnL w="12700" cap="flat" cmpd="sng" algn="ctr">
                      <a:solidFill>
                        <a:schemeClr val="bg2">
                          <a:lumMod val="25000"/>
                        </a:schemeClr>
                      </a:solidFill>
                      <a:prstDash val="solid"/>
                      <a:round/>
                      <a:headEnd type="none" w="med" len="med"/>
                      <a:tailEnd type="none" w="med" len="med"/>
                    </a:lnL>
                    <a:lnR w="12700" cap="flat" cmpd="sng" algn="ctr">
                      <a:solidFill>
                        <a:schemeClr val="bg2">
                          <a:lumMod val="25000"/>
                        </a:schemeClr>
                      </a:solidFill>
                      <a:prstDash val="solid"/>
                      <a:round/>
                      <a:headEnd type="none" w="med" len="med"/>
                      <a:tailEnd type="none" w="med" len="med"/>
                    </a:lnR>
                    <a:lnT w="12700" cap="flat" cmpd="sng" algn="ctr">
                      <a:solidFill>
                        <a:schemeClr val="bg2">
                          <a:lumMod val="25000"/>
                        </a:schemeClr>
                      </a:solidFill>
                      <a:prstDash val="solid"/>
                      <a:round/>
                      <a:headEnd type="none" w="med" len="med"/>
                      <a:tailEnd type="none" w="med" len="med"/>
                    </a:lnT>
                    <a:lnB w="12700" cap="flat" cmpd="sng" algn="ctr">
                      <a:solidFill>
                        <a:schemeClr val="bg2">
                          <a:lumMod val="25000"/>
                        </a:schemeClr>
                      </a:solidFill>
                      <a:prstDash val="solid"/>
                      <a:round/>
                      <a:headEnd type="none" w="med" len="med"/>
                      <a:tailEnd type="none" w="med" len="med"/>
                    </a:lnB>
                  </a:tcPr>
                </a:tc>
                <a:tc>
                  <a:txBody>
                    <a:bodyPr/>
                    <a:lstStyle/>
                    <a:p>
                      <a:pPr marL="6350" marR="1270" algn="ctr">
                        <a:lnSpc>
                          <a:spcPts val="1185"/>
                        </a:lnSpc>
                        <a:spcBef>
                          <a:spcPts val="90"/>
                        </a:spcBef>
                        <a:buNone/>
                      </a:pPr>
                      <a:r>
                        <a:rPr lang="en-US" sz="1400" dirty="0">
                          <a:solidFill>
                            <a:schemeClr val="bg1"/>
                          </a:solidFill>
                          <a:effectLst/>
                        </a:rPr>
                        <a:t>4-Oct</a:t>
                      </a:r>
                      <a:endParaRPr lang="en-US" sz="1400" dirty="0">
                        <a:solidFill>
                          <a:schemeClr val="bg1"/>
                        </a:solidFill>
                        <a:effectLst/>
                        <a:latin typeface="+mj-lt"/>
                        <a:ea typeface="Times New Roman" panose="02020603050405020304" pitchFamily="18" charset="0"/>
                        <a:cs typeface="Times New Roman" panose="02020603050405020304" pitchFamily="18" charset="0"/>
                      </a:endParaRPr>
                    </a:p>
                  </a:txBody>
                  <a:tcPr marL="0" marR="0" marT="0" marB="0" anchor="ctr">
                    <a:lnL w="12700" cap="flat" cmpd="sng" algn="ctr">
                      <a:solidFill>
                        <a:schemeClr val="bg2">
                          <a:lumMod val="25000"/>
                        </a:schemeClr>
                      </a:solidFill>
                      <a:prstDash val="solid"/>
                      <a:round/>
                      <a:headEnd type="none" w="med" len="med"/>
                      <a:tailEnd type="none" w="med" len="med"/>
                    </a:lnL>
                    <a:lnR w="12700" cap="flat" cmpd="sng" algn="ctr">
                      <a:solidFill>
                        <a:schemeClr val="bg2">
                          <a:lumMod val="25000"/>
                        </a:schemeClr>
                      </a:solidFill>
                      <a:prstDash val="solid"/>
                      <a:round/>
                      <a:headEnd type="none" w="med" len="med"/>
                      <a:tailEnd type="none" w="med" len="med"/>
                    </a:lnR>
                    <a:lnT w="12700" cap="flat" cmpd="sng" algn="ctr">
                      <a:solidFill>
                        <a:schemeClr val="bg2">
                          <a:lumMod val="25000"/>
                        </a:schemeClr>
                      </a:solidFill>
                      <a:prstDash val="solid"/>
                      <a:round/>
                      <a:headEnd type="none" w="med" len="med"/>
                      <a:tailEnd type="none" w="med" len="med"/>
                    </a:lnT>
                    <a:lnB w="12700" cap="flat" cmpd="sng" algn="ctr">
                      <a:solidFill>
                        <a:schemeClr val="bg2">
                          <a:lumMod val="25000"/>
                        </a:schemeClr>
                      </a:solidFill>
                      <a:prstDash val="solid"/>
                      <a:round/>
                      <a:headEnd type="none" w="med" len="med"/>
                      <a:tailEnd type="none" w="med" len="med"/>
                    </a:lnB>
                  </a:tcPr>
                </a:tc>
                <a:tc>
                  <a:txBody>
                    <a:bodyPr/>
                    <a:lstStyle/>
                    <a:p>
                      <a:pPr marL="6350" marR="2540" algn="ctr">
                        <a:lnSpc>
                          <a:spcPts val="1185"/>
                        </a:lnSpc>
                        <a:spcBef>
                          <a:spcPts val="90"/>
                        </a:spcBef>
                        <a:buNone/>
                      </a:pPr>
                      <a:r>
                        <a:rPr lang="en-US" sz="1400" dirty="0">
                          <a:solidFill>
                            <a:schemeClr val="bg1"/>
                          </a:solidFill>
                          <a:effectLst/>
                        </a:rPr>
                        <a:t>Sorting</a:t>
                      </a:r>
                      <a:endParaRPr lang="en-US" sz="1400" dirty="0">
                        <a:solidFill>
                          <a:schemeClr val="bg1"/>
                        </a:solidFill>
                        <a:effectLst/>
                        <a:latin typeface="+mj-lt"/>
                        <a:ea typeface="Times New Roman" panose="02020603050405020304" pitchFamily="18" charset="0"/>
                        <a:cs typeface="Times New Roman" panose="02020603050405020304" pitchFamily="18" charset="0"/>
                      </a:endParaRPr>
                    </a:p>
                  </a:txBody>
                  <a:tcPr marL="0" marR="0" marT="0" marB="0" anchor="ctr">
                    <a:lnL w="12700" cap="flat" cmpd="sng" algn="ctr">
                      <a:solidFill>
                        <a:schemeClr val="bg2">
                          <a:lumMod val="25000"/>
                        </a:schemeClr>
                      </a:solidFill>
                      <a:prstDash val="solid"/>
                      <a:round/>
                      <a:headEnd type="none" w="med" len="med"/>
                      <a:tailEnd type="none" w="med" len="med"/>
                    </a:lnL>
                    <a:lnR w="12700" cap="flat" cmpd="sng" algn="ctr">
                      <a:solidFill>
                        <a:schemeClr val="bg2">
                          <a:lumMod val="25000"/>
                        </a:schemeClr>
                      </a:solidFill>
                      <a:prstDash val="solid"/>
                      <a:round/>
                      <a:headEnd type="none" w="med" len="med"/>
                      <a:tailEnd type="none" w="med" len="med"/>
                    </a:lnR>
                    <a:lnT w="12700" cap="flat" cmpd="sng" algn="ctr">
                      <a:solidFill>
                        <a:schemeClr val="bg2">
                          <a:lumMod val="25000"/>
                        </a:schemeClr>
                      </a:solidFill>
                      <a:prstDash val="solid"/>
                      <a:round/>
                      <a:headEnd type="none" w="med" len="med"/>
                      <a:tailEnd type="none" w="med" len="med"/>
                    </a:lnT>
                    <a:lnB w="12700" cap="flat" cmpd="sng" algn="ctr">
                      <a:solidFill>
                        <a:schemeClr val="bg2">
                          <a:lumMod val="25000"/>
                        </a:schemeClr>
                      </a:solidFill>
                      <a:prstDash val="solid"/>
                      <a:round/>
                      <a:headEnd type="none" w="med" len="med"/>
                      <a:tailEnd type="none" w="med" len="med"/>
                    </a:lnB>
                  </a:tcPr>
                </a:tc>
                <a:tc>
                  <a:txBody>
                    <a:bodyPr/>
                    <a:lstStyle/>
                    <a:p>
                      <a:pPr marL="5080" marR="635" algn="ctr">
                        <a:lnSpc>
                          <a:spcPts val="1190"/>
                        </a:lnSpc>
                        <a:spcBef>
                          <a:spcPts val="90"/>
                        </a:spcBef>
                        <a:buNone/>
                      </a:pPr>
                      <a:r>
                        <a:rPr lang="en-US" sz="1400" dirty="0">
                          <a:solidFill>
                            <a:schemeClr val="accent2"/>
                          </a:solidFill>
                          <a:effectLst/>
                        </a:rPr>
                        <a:t>Q</a:t>
                      </a:r>
                      <a:r>
                        <a:rPr lang="en-US" sz="1400" baseline="-25000" dirty="0">
                          <a:solidFill>
                            <a:schemeClr val="accent2"/>
                          </a:solidFill>
                          <a:effectLst/>
                        </a:rPr>
                        <a:t>5</a:t>
                      </a:r>
                      <a:endParaRPr lang="en-US" sz="1400" dirty="0">
                        <a:solidFill>
                          <a:schemeClr val="bg1"/>
                        </a:solidFill>
                        <a:effectLst/>
                        <a:latin typeface="+mj-lt"/>
                        <a:ea typeface="Times New Roman" panose="02020603050405020304" pitchFamily="18" charset="0"/>
                        <a:cs typeface="Times New Roman" panose="02020603050405020304" pitchFamily="18" charset="0"/>
                      </a:endParaRPr>
                    </a:p>
                  </a:txBody>
                  <a:tcPr marL="0" marR="0" marT="0" marB="0" anchor="ctr">
                    <a:lnL w="12700" cap="flat" cmpd="sng" algn="ctr">
                      <a:solidFill>
                        <a:schemeClr val="bg2">
                          <a:lumMod val="25000"/>
                        </a:schemeClr>
                      </a:solidFill>
                      <a:prstDash val="solid"/>
                      <a:round/>
                      <a:headEnd type="none" w="med" len="med"/>
                      <a:tailEnd type="none" w="med" len="med"/>
                    </a:lnL>
                    <a:lnR w="12700" cap="flat" cmpd="sng" algn="ctr">
                      <a:solidFill>
                        <a:schemeClr val="bg2">
                          <a:lumMod val="25000"/>
                        </a:schemeClr>
                      </a:solidFill>
                      <a:prstDash val="solid"/>
                      <a:round/>
                      <a:headEnd type="none" w="med" len="med"/>
                      <a:tailEnd type="none" w="med" len="med"/>
                    </a:lnR>
                    <a:lnT w="12700" cap="flat" cmpd="sng" algn="ctr">
                      <a:solidFill>
                        <a:schemeClr val="bg2">
                          <a:lumMod val="25000"/>
                        </a:schemeClr>
                      </a:solidFill>
                      <a:prstDash val="solid"/>
                      <a:round/>
                      <a:headEnd type="none" w="med" len="med"/>
                      <a:tailEnd type="none" w="med" len="med"/>
                    </a:lnT>
                    <a:lnB w="12700" cap="flat" cmpd="sng" algn="ctr">
                      <a:solidFill>
                        <a:schemeClr val="bg2">
                          <a:lumMod val="25000"/>
                        </a:schemeClr>
                      </a:solidFill>
                      <a:prstDash val="solid"/>
                      <a:round/>
                      <a:headEnd type="none" w="med" len="med"/>
                      <a:tailEnd type="none" w="med" len="med"/>
                    </a:lnB>
                  </a:tcPr>
                </a:tc>
                <a:extLst>
                  <a:ext uri="{0D108BD9-81ED-4DB2-BD59-A6C34878D82A}">
                    <a16:rowId xmlns:a16="http://schemas.microsoft.com/office/drawing/2014/main" val="2691245013"/>
                  </a:ext>
                </a:extLst>
              </a:tr>
              <a:tr h="255523">
                <a:tc>
                  <a:txBody>
                    <a:bodyPr/>
                    <a:lstStyle/>
                    <a:p>
                      <a:pPr marL="5715" marR="1905" algn="ctr">
                        <a:lnSpc>
                          <a:spcPts val="1195"/>
                        </a:lnSpc>
                        <a:spcBef>
                          <a:spcPts val="90"/>
                        </a:spcBef>
                        <a:buNone/>
                      </a:pPr>
                      <a:r>
                        <a:rPr lang="en-US" sz="1400" dirty="0">
                          <a:solidFill>
                            <a:schemeClr val="bg1"/>
                          </a:solidFill>
                          <a:effectLst/>
                        </a:rPr>
                        <a:t>8</a:t>
                      </a:r>
                      <a:endParaRPr lang="en-US" sz="1400" dirty="0">
                        <a:solidFill>
                          <a:schemeClr val="bg1"/>
                        </a:solidFill>
                        <a:effectLst/>
                        <a:latin typeface="+mj-lt"/>
                        <a:ea typeface="Times New Roman" panose="02020603050405020304" pitchFamily="18" charset="0"/>
                        <a:cs typeface="Times New Roman" panose="02020603050405020304" pitchFamily="18" charset="0"/>
                      </a:endParaRPr>
                    </a:p>
                  </a:txBody>
                  <a:tcPr marL="0" marR="0" marT="0" marB="0" anchor="ctr">
                    <a:lnL w="12700" cap="flat" cmpd="sng" algn="ctr">
                      <a:solidFill>
                        <a:schemeClr val="bg2">
                          <a:lumMod val="25000"/>
                        </a:schemeClr>
                      </a:solidFill>
                      <a:prstDash val="solid"/>
                      <a:round/>
                      <a:headEnd type="none" w="med" len="med"/>
                      <a:tailEnd type="none" w="med" len="med"/>
                    </a:lnL>
                    <a:lnR w="12700" cap="flat" cmpd="sng" algn="ctr">
                      <a:solidFill>
                        <a:schemeClr val="bg2">
                          <a:lumMod val="25000"/>
                        </a:schemeClr>
                      </a:solidFill>
                      <a:prstDash val="solid"/>
                      <a:round/>
                      <a:headEnd type="none" w="med" len="med"/>
                      <a:tailEnd type="none" w="med" len="med"/>
                    </a:lnR>
                    <a:lnT w="12700" cap="flat" cmpd="sng" algn="ctr">
                      <a:solidFill>
                        <a:schemeClr val="bg2">
                          <a:lumMod val="25000"/>
                        </a:schemeClr>
                      </a:solidFill>
                      <a:prstDash val="solid"/>
                      <a:round/>
                      <a:headEnd type="none" w="med" len="med"/>
                      <a:tailEnd type="none" w="med" len="med"/>
                    </a:lnT>
                    <a:lnB w="12700" cap="flat" cmpd="sng" algn="ctr">
                      <a:solidFill>
                        <a:schemeClr val="bg2">
                          <a:lumMod val="25000"/>
                        </a:schemeClr>
                      </a:solidFill>
                      <a:prstDash val="solid"/>
                      <a:round/>
                      <a:headEnd type="none" w="med" len="med"/>
                      <a:tailEnd type="none" w="med" len="med"/>
                    </a:lnB>
                  </a:tcPr>
                </a:tc>
                <a:tc>
                  <a:txBody>
                    <a:bodyPr/>
                    <a:lstStyle/>
                    <a:p>
                      <a:pPr marL="6985" marR="1270" algn="ctr">
                        <a:lnSpc>
                          <a:spcPts val="1195"/>
                        </a:lnSpc>
                        <a:spcBef>
                          <a:spcPts val="90"/>
                        </a:spcBef>
                        <a:buNone/>
                      </a:pPr>
                      <a:r>
                        <a:rPr lang="en-US" sz="1400">
                          <a:solidFill>
                            <a:schemeClr val="bg1"/>
                          </a:solidFill>
                          <a:effectLst/>
                        </a:rPr>
                        <a:t>5-Oct</a:t>
                      </a:r>
                      <a:endParaRPr lang="en-US" sz="1400">
                        <a:solidFill>
                          <a:schemeClr val="bg1"/>
                        </a:solidFill>
                        <a:effectLst/>
                        <a:latin typeface="+mj-lt"/>
                        <a:ea typeface="Times New Roman" panose="02020603050405020304" pitchFamily="18" charset="0"/>
                        <a:cs typeface="Times New Roman" panose="02020603050405020304" pitchFamily="18" charset="0"/>
                      </a:endParaRPr>
                    </a:p>
                  </a:txBody>
                  <a:tcPr marL="0" marR="0" marT="0" marB="0" anchor="ctr">
                    <a:lnL w="12700" cap="flat" cmpd="sng" algn="ctr">
                      <a:solidFill>
                        <a:schemeClr val="bg2">
                          <a:lumMod val="25000"/>
                        </a:schemeClr>
                      </a:solidFill>
                      <a:prstDash val="solid"/>
                      <a:round/>
                      <a:headEnd type="none" w="med" len="med"/>
                      <a:tailEnd type="none" w="med" len="med"/>
                    </a:lnL>
                    <a:lnR w="12700" cap="flat" cmpd="sng" algn="ctr">
                      <a:solidFill>
                        <a:schemeClr val="bg2">
                          <a:lumMod val="25000"/>
                        </a:schemeClr>
                      </a:solidFill>
                      <a:prstDash val="solid"/>
                      <a:round/>
                      <a:headEnd type="none" w="med" len="med"/>
                      <a:tailEnd type="none" w="med" len="med"/>
                    </a:lnR>
                    <a:lnT w="12700" cap="flat" cmpd="sng" algn="ctr">
                      <a:solidFill>
                        <a:schemeClr val="bg2">
                          <a:lumMod val="25000"/>
                        </a:schemeClr>
                      </a:solidFill>
                      <a:prstDash val="solid"/>
                      <a:round/>
                      <a:headEnd type="none" w="med" len="med"/>
                      <a:tailEnd type="none" w="med" len="med"/>
                    </a:lnT>
                    <a:lnB w="12700" cap="flat" cmpd="sng" algn="ctr">
                      <a:solidFill>
                        <a:schemeClr val="bg2">
                          <a:lumMod val="25000"/>
                        </a:schemeClr>
                      </a:solidFill>
                      <a:prstDash val="solid"/>
                      <a:round/>
                      <a:headEnd type="none" w="med" len="med"/>
                      <a:tailEnd type="none" w="med" len="med"/>
                    </a:lnB>
                  </a:tcPr>
                </a:tc>
                <a:tc>
                  <a:txBody>
                    <a:bodyPr/>
                    <a:lstStyle/>
                    <a:p>
                      <a:pPr marL="6350" marR="1905" algn="ctr">
                        <a:lnSpc>
                          <a:spcPts val="1195"/>
                        </a:lnSpc>
                        <a:spcBef>
                          <a:spcPts val="90"/>
                        </a:spcBef>
                        <a:buNone/>
                      </a:pPr>
                      <a:r>
                        <a:rPr lang="en-US" sz="1400">
                          <a:solidFill>
                            <a:schemeClr val="bg1"/>
                          </a:solidFill>
                          <a:effectLst/>
                        </a:rPr>
                        <a:t>11-Oct</a:t>
                      </a:r>
                      <a:endParaRPr lang="en-US" sz="1400">
                        <a:solidFill>
                          <a:schemeClr val="bg1"/>
                        </a:solidFill>
                        <a:effectLst/>
                        <a:latin typeface="+mj-lt"/>
                        <a:ea typeface="Times New Roman" panose="02020603050405020304" pitchFamily="18" charset="0"/>
                        <a:cs typeface="Times New Roman" panose="02020603050405020304" pitchFamily="18" charset="0"/>
                      </a:endParaRPr>
                    </a:p>
                  </a:txBody>
                  <a:tcPr marL="0" marR="0" marT="0" marB="0" anchor="ctr">
                    <a:lnL w="12700" cap="flat" cmpd="sng" algn="ctr">
                      <a:solidFill>
                        <a:schemeClr val="bg2">
                          <a:lumMod val="25000"/>
                        </a:schemeClr>
                      </a:solidFill>
                      <a:prstDash val="solid"/>
                      <a:round/>
                      <a:headEnd type="none" w="med" len="med"/>
                      <a:tailEnd type="none" w="med" len="med"/>
                    </a:lnL>
                    <a:lnR w="12700" cap="flat" cmpd="sng" algn="ctr">
                      <a:solidFill>
                        <a:schemeClr val="bg2">
                          <a:lumMod val="25000"/>
                        </a:schemeClr>
                      </a:solidFill>
                      <a:prstDash val="solid"/>
                      <a:round/>
                      <a:headEnd type="none" w="med" len="med"/>
                      <a:tailEnd type="none" w="med" len="med"/>
                    </a:lnR>
                    <a:lnT w="12700" cap="flat" cmpd="sng" algn="ctr">
                      <a:solidFill>
                        <a:schemeClr val="bg2">
                          <a:lumMod val="25000"/>
                        </a:schemeClr>
                      </a:solidFill>
                      <a:prstDash val="solid"/>
                      <a:round/>
                      <a:headEnd type="none" w="med" len="med"/>
                      <a:tailEnd type="none" w="med" len="med"/>
                    </a:lnT>
                    <a:lnB w="12700" cap="flat" cmpd="sng" algn="ctr">
                      <a:solidFill>
                        <a:schemeClr val="bg2">
                          <a:lumMod val="25000"/>
                        </a:schemeClr>
                      </a:solidFill>
                      <a:prstDash val="solid"/>
                      <a:round/>
                      <a:headEnd type="none" w="med" len="med"/>
                      <a:tailEnd type="none" w="med" len="med"/>
                    </a:lnB>
                  </a:tcPr>
                </a:tc>
                <a:tc>
                  <a:txBody>
                    <a:bodyPr/>
                    <a:lstStyle/>
                    <a:p>
                      <a:pPr marL="6350" marR="3175" algn="ctr">
                        <a:lnSpc>
                          <a:spcPts val="1195"/>
                        </a:lnSpc>
                        <a:spcBef>
                          <a:spcPts val="90"/>
                        </a:spcBef>
                        <a:buNone/>
                      </a:pPr>
                      <a:r>
                        <a:rPr lang="en-US" sz="1400" b="1" dirty="0">
                          <a:solidFill>
                            <a:srgbClr val="00B0F0"/>
                          </a:solidFill>
                          <a:effectLst/>
                        </a:rPr>
                        <a:t>Exam 1 (Oct 6 - 8:20 - 10:10 PM)</a:t>
                      </a:r>
                      <a:endParaRPr lang="en-US" sz="1400" b="1" dirty="0">
                        <a:solidFill>
                          <a:srgbClr val="00B0F0"/>
                        </a:solidFill>
                        <a:effectLst/>
                        <a:latin typeface="+mj-lt"/>
                        <a:ea typeface="Times New Roman" panose="02020603050405020304" pitchFamily="18" charset="0"/>
                        <a:cs typeface="Times New Roman" panose="02020603050405020304" pitchFamily="18" charset="0"/>
                      </a:endParaRPr>
                    </a:p>
                  </a:txBody>
                  <a:tcPr marL="0" marR="0" marT="0" marB="0" anchor="ctr">
                    <a:lnL w="12700" cap="flat" cmpd="sng" algn="ctr">
                      <a:solidFill>
                        <a:schemeClr val="bg2">
                          <a:lumMod val="25000"/>
                        </a:schemeClr>
                      </a:solidFill>
                      <a:prstDash val="solid"/>
                      <a:round/>
                      <a:headEnd type="none" w="med" len="med"/>
                      <a:tailEnd type="none" w="med" len="med"/>
                    </a:lnL>
                    <a:lnR w="12700" cap="flat" cmpd="sng" algn="ctr">
                      <a:solidFill>
                        <a:schemeClr val="bg2">
                          <a:lumMod val="25000"/>
                        </a:schemeClr>
                      </a:solidFill>
                      <a:prstDash val="solid"/>
                      <a:round/>
                      <a:headEnd type="none" w="med" len="med"/>
                      <a:tailEnd type="none" w="med" len="med"/>
                    </a:lnR>
                    <a:lnT w="12700" cap="flat" cmpd="sng" algn="ctr">
                      <a:solidFill>
                        <a:schemeClr val="bg2">
                          <a:lumMod val="25000"/>
                        </a:schemeClr>
                      </a:solidFill>
                      <a:prstDash val="solid"/>
                      <a:round/>
                      <a:headEnd type="none" w="med" len="med"/>
                      <a:tailEnd type="none" w="med" len="med"/>
                    </a:lnT>
                    <a:lnB w="12700" cap="flat" cmpd="sng" algn="ctr">
                      <a:solidFill>
                        <a:schemeClr val="bg2">
                          <a:lumMod val="25000"/>
                        </a:schemeClr>
                      </a:solidFill>
                      <a:prstDash val="solid"/>
                      <a:round/>
                      <a:headEnd type="none" w="med" len="med"/>
                      <a:tailEnd type="none" w="med" len="med"/>
                    </a:lnB>
                  </a:tcPr>
                </a:tc>
                <a:tc>
                  <a:txBody>
                    <a:bodyPr/>
                    <a:lstStyle/>
                    <a:p>
                      <a:pPr marL="5080" marR="3810" algn="ctr">
                        <a:lnSpc>
                          <a:spcPts val="1200"/>
                        </a:lnSpc>
                        <a:spcBef>
                          <a:spcPts val="90"/>
                        </a:spcBef>
                        <a:buNone/>
                      </a:pPr>
                      <a:r>
                        <a:rPr lang="en-US" sz="1400" dirty="0">
                          <a:solidFill>
                            <a:srgbClr val="00B0F0"/>
                          </a:solidFill>
                          <a:effectLst/>
                        </a:rPr>
                        <a:t>E</a:t>
                      </a:r>
                      <a:r>
                        <a:rPr lang="en-US" sz="1400" baseline="-25000" dirty="0">
                          <a:solidFill>
                            <a:srgbClr val="00B0F0"/>
                          </a:solidFill>
                          <a:effectLst/>
                        </a:rPr>
                        <a:t>1</a:t>
                      </a:r>
                      <a:r>
                        <a:rPr lang="en-US" sz="1400" dirty="0">
                          <a:solidFill>
                            <a:srgbClr val="00B0F0"/>
                          </a:solidFill>
                          <a:effectLst/>
                        </a:rPr>
                        <a:t>, </a:t>
                      </a:r>
                      <a:r>
                        <a:rPr lang="en-US" sz="1400" dirty="0">
                          <a:solidFill>
                            <a:schemeClr val="accent6"/>
                          </a:solidFill>
                          <a:effectLst/>
                        </a:rPr>
                        <a:t>P</a:t>
                      </a:r>
                      <a:r>
                        <a:rPr lang="en-US" sz="1400" baseline="-25000" dirty="0">
                          <a:solidFill>
                            <a:schemeClr val="accent6"/>
                          </a:solidFill>
                          <a:effectLst/>
                        </a:rPr>
                        <a:t>2a</a:t>
                      </a:r>
                      <a:endParaRPr lang="en-US" sz="1400" dirty="0">
                        <a:solidFill>
                          <a:schemeClr val="accent6"/>
                        </a:solidFill>
                        <a:effectLst/>
                        <a:latin typeface="+mj-lt"/>
                        <a:ea typeface="Times New Roman" panose="02020603050405020304" pitchFamily="18" charset="0"/>
                        <a:cs typeface="Times New Roman" panose="02020603050405020304" pitchFamily="18" charset="0"/>
                      </a:endParaRPr>
                    </a:p>
                  </a:txBody>
                  <a:tcPr marL="0" marR="0" marT="0" marB="0" anchor="ctr">
                    <a:lnL w="12700" cap="flat" cmpd="sng" algn="ctr">
                      <a:solidFill>
                        <a:schemeClr val="bg2">
                          <a:lumMod val="25000"/>
                        </a:schemeClr>
                      </a:solidFill>
                      <a:prstDash val="solid"/>
                      <a:round/>
                      <a:headEnd type="none" w="med" len="med"/>
                      <a:tailEnd type="none" w="med" len="med"/>
                    </a:lnL>
                    <a:lnR w="12700" cap="flat" cmpd="sng" algn="ctr">
                      <a:solidFill>
                        <a:schemeClr val="bg2">
                          <a:lumMod val="25000"/>
                        </a:schemeClr>
                      </a:solidFill>
                      <a:prstDash val="solid"/>
                      <a:round/>
                      <a:headEnd type="none" w="med" len="med"/>
                      <a:tailEnd type="none" w="med" len="med"/>
                    </a:lnR>
                    <a:lnT w="12700" cap="flat" cmpd="sng" algn="ctr">
                      <a:solidFill>
                        <a:schemeClr val="bg2">
                          <a:lumMod val="25000"/>
                        </a:schemeClr>
                      </a:solidFill>
                      <a:prstDash val="solid"/>
                      <a:round/>
                      <a:headEnd type="none" w="med" len="med"/>
                      <a:tailEnd type="none" w="med" len="med"/>
                    </a:lnT>
                    <a:lnB w="12700" cap="flat" cmpd="sng" algn="ctr">
                      <a:solidFill>
                        <a:schemeClr val="bg2">
                          <a:lumMod val="25000"/>
                        </a:schemeClr>
                      </a:solidFill>
                      <a:prstDash val="solid"/>
                      <a:round/>
                      <a:headEnd type="none" w="med" len="med"/>
                      <a:tailEnd type="none" w="med" len="med"/>
                    </a:lnB>
                  </a:tcPr>
                </a:tc>
                <a:extLst>
                  <a:ext uri="{0D108BD9-81ED-4DB2-BD59-A6C34878D82A}">
                    <a16:rowId xmlns:a16="http://schemas.microsoft.com/office/drawing/2014/main" val="2403513277"/>
                  </a:ext>
                </a:extLst>
              </a:tr>
              <a:tr h="253678">
                <a:tc>
                  <a:txBody>
                    <a:bodyPr/>
                    <a:lstStyle/>
                    <a:p>
                      <a:pPr marL="5715" marR="1905" algn="ctr">
                        <a:lnSpc>
                          <a:spcPts val="1185"/>
                        </a:lnSpc>
                        <a:spcBef>
                          <a:spcPts val="90"/>
                        </a:spcBef>
                        <a:buNone/>
                      </a:pPr>
                      <a:r>
                        <a:rPr lang="en-US" sz="1400">
                          <a:solidFill>
                            <a:schemeClr val="bg1"/>
                          </a:solidFill>
                          <a:effectLst/>
                        </a:rPr>
                        <a:t>9</a:t>
                      </a:r>
                      <a:endParaRPr lang="en-US" sz="1400">
                        <a:solidFill>
                          <a:schemeClr val="bg1"/>
                        </a:solidFill>
                        <a:effectLst/>
                        <a:latin typeface="+mj-lt"/>
                        <a:ea typeface="Times New Roman" panose="02020603050405020304" pitchFamily="18" charset="0"/>
                        <a:cs typeface="Times New Roman" panose="02020603050405020304" pitchFamily="18" charset="0"/>
                      </a:endParaRPr>
                    </a:p>
                  </a:txBody>
                  <a:tcPr marL="0" marR="0" marT="0" marB="0" anchor="ctr">
                    <a:lnL w="12700" cap="flat" cmpd="sng" algn="ctr">
                      <a:solidFill>
                        <a:schemeClr val="bg2">
                          <a:lumMod val="25000"/>
                        </a:schemeClr>
                      </a:solidFill>
                      <a:prstDash val="solid"/>
                      <a:round/>
                      <a:headEnd type="none" w="med" len="med"/>
                      <a:tailEnd type="none" w="med" len="med"/>
                    </a:lnL>
                    <a:lnR w="12700" cap="flat" cmpd="sng" algn="ctr">
                      <a:solidFill>
                        <a:schemeClr val="bg2">
                          <a:lumMod val="25000"/>
                        </a:schemeClr>
                      </a:solidFill>
                      <a:prstDash val="solid"/>
                      <a:round/>
                      <a:headEnd type="none" w="med" len="med"/>
                      <a:tailEnd type="none" w="med" len="med"/>
                    </a:lnR>
                    <a:lnT w="12700" cap="flat" cmpd="sng" algn="ctr">
                      <a:solidFill>
                        <a:schemeClr val="bg2">
                          <a:lumMod val="25000"/>
                        </a:schemeClr>
                      </a:solidFill>
                      <a:prstDash val="solid"/>
                      <a:round/>
                      <a:headEnd type="none" w="med" len="med"/>
                      <a:tailEnd type="none" w="med" len="med"/>
                    </a:lnT>
                    <a:lnB w="12700" cap="flat" cmpd="sng" algn="ctr">
                      <a:solidFill>
                        <a:schemeClr val="bg2">
                          <a:lumMod val="25000"/>
                        </a:schemeClr>
                      </a:solidFill>
                      <a:prstDash val="solid"/>
                      <a:round/>
                      <a:headEnd type="none" w="med" len="med"/>
                      <a:tailEnd type="none" w="med" len="med"/>
                    </a:lnB>
                  </a:tcPr>
                </a:tc>
                <a:tc>
                  <a:txBody>
                    <a:bodyPr/>
                    <a:lstStyle/>
                    <a:p>
                      <a:pPr marL="6985" marR="1905" algn="ctr">
                        <a:lnSpc>
                          <a:spcPts val="1185"/>
                        </a:lnSpc>
                        <a:spcBef>
                          <a:spcPts val="90"/>
                        </a:spcBef>
                        <a:buNone/>
                      </a:pPr>
                      <a:r>
                        <a:rPr lang="en-US" sz="1400">
                          <a:solidFill>
                            <a:schemeClr val="bg1"/>
                          </a:solidFill>
                          <a:effectLst/>
                        </a:rPr>
                        <a:t>12-Oct</a:t>
                      </a:r>
                      <a:endParaRPr lang="en-US" sz="1400">
                        <a:solidFill>
                          <a:schemeClr val="bg1"/>
                        </a:solidFill>
                        <a:effectLst/>
                        <a:latin typeface="+mj-lt"/>
                        <a:ea typeface="Times New Roman" panose="02020603050405020304" pitchFamily="18" charset="0"/>
                        <a:cs typeface="Times New Roman" panose="02020603050405020304" pitchFamily="18" charset="0"/>
                      </a:endParaRPr>
                    </a:p>
                  </a:txBody>
                  <a:tcPr marL="0" marR="0" marT="0" marB="0" anchor="ctr">
                    <a:lnL w="12700" cap="flat" cmpd="sng" algn="ctr">
                      <a:solidFill>
                        <a:schemeClr val="bg2">
                          <a:lumMod val="25000"/>
                        </a:schemeClr>
                      </a:solidFill>
                      <a:prstDash val="solid"/>
                      <a:round/>
                      <a:headEnd type="none" w="med" len="med"/>
                      <a:tailEnd type="none" w="med" len="med"/>
                    </a:lnL>
                    <a:lnR w="12700" cap="flat" cmpd="sng" algn="ctr">
                      <a:solidFill>
                        <a:schemeClr val="bg2">
                          <a:lumMod val="25000"/>
                        </a:schemeClr>
                      </a:solidFill>
                      <a:prstDash val="solid"/>
                      <a:round/>
                      <a:headEnd type="none" w="med" len="med"/>
                      <a:tailEnd type="none" w="med" len="med"/>
                    </a:lnR>
                    <a:lnT w="12700" cap="flat" cmpd="sng" algn="ctr">
                      <a:solidFill>
                        <a:schemeClr val="bg2">
                          <a:lumMod val="25000"/>
                        </a:schemeClr>
                      </a:solidFill>
                      <a:prstDash val="solid"/>
                      <a:round/>
                      <a:headEnd type="none" w="med" len="med"/>
                      <a:tailEnd type="none" w="med" len="med"/>
                    </a:lnT>
                    <a:lnB w="12700" cap="flat" cmpd="sng" algn="ctr">
                      <a:solidFill>
                        <a:schemeClr val="bg2">
                          <a:lumMod val="25000"/>
                        </a:schemeClr>
                      </a:solidFill>
                      <a:prstDash val="solid"/>
                      <a:round/>
                      <a:headEnd type="none" w="med" len="med"/>
                      <a:tailEnd type="none" w="med" len="med"/>
                    </a:lnB>
                  </a:tcPr>
                </a:tc>
                <a:tc>
                  <a:txBody>
                    <a:bodyPr/>
                    <a:lstStyle/>
                    <a:p>
                      <a:pPr marL="6350" marR="1905" algn="ctr">
                        <a:lnSpc>
                          <a:spcPts val="1185"/>
                        </a:lnSpc>
                        <a:spcBef>
                          <a:spcPts val="90"/>
                        </a:spcBef>
                        <a:buNone/>
                      </a:pPr>
                      <a:r>
                        <a:rPr lang="en-US" sz="1400">
                          <a:solidFill>
                            <a:schemeClr val="bg1"/>
                          </a:solidFill>
                          <a:effectLst/>
                        </a:rPr>
                        <a:t>18-Oct</a:t>
                      </a:r>
                      <a:endParaRPr lang="en-US" sz="1400">
                        <a:solidFill>
                          <a:schemeClr val="bg1"/>
                        </a:solidFill>
                        <a:effectLst/>
                        <a:latin typeface="+mj-lt"/>
                        <a:ea typeface="Times New Roman" panose="02020603050405020304" pitchFamily="18" charset="0"/>
                        <a:cs typeface="Times New Roman" panose="02020603050405020304" pitchFamily="18" charset="0"/>
                      </a:endParaRPr>
                    </a:p>
                  </a:txBody>
                  <a:tcPr marL="0" marR="0" marT="0" marB="0" anchor="ctr">
                    <a:lnL w="12700" cap="flat" cmpd="sng" algn="ctr">
                      <a:solidFill>
                        <a:schemeClr val="bg2">
                          <a:lumMod val="25000"/>
                        </a:schemeClr>
                      </a:solidFill>
                      <a:prstDash val="solid"/>
                      <a:round/>
                      <a:headEnd type="none" w="med" len="med"/>
                      <a:tailEnd type="none" w="med" len="med"/>
                    </a:lnL>
                    <a:lnR w="12700" cap="flat" cmpd="sng" algn="ctr">
                      <a:solidFill>
                        <a:schemeClr val="bg2">
                          <a:lumMod val="25000"/>
                        </a:schemeClr>
                      </a:solidFill>
                      <a:prstDash val="solid"/>
                      <a:round/>
                      <a:headEnd type="none" w="med" len="med"/>
                      <a:tailEnd type="none" w="med" len="med"/>
                    </a:lnR>
                    <a:lnT w="12700" cap="flat" cmpd="sng" algn="ctr">
                      <a:solidFill>
                        <a:schemeClr val="bg2">
                          <a:lumMod val="25000"/>
                        </a:schemeClr>
                      </a:solidFill>
                      <a:prstDash val="solid"/>
                      <a:round/>
                      <a:headEnd type="none" w="med" len="med"/>
                      <a:tailEnd type="none" w="med" len="med"/>
                    </a:lnT>
                    <a:lnB w="12700" cap="flat" cmpd="sng" algn="ctr">
                      <a:solidFill>
                        <a:schemeClr val="bg2">
                          <a:lumMod val="25000"/>
                        </a:schemeClr>
                      </a:solidFill>
                      <a:prstDash val="solid"/>
                      <a:round/>
                      <a:headEnd type="none" w="med" len="med"/>
                      <a:tailEnd type="none" w="med" len="med"/>
                    </a:lnB>
                  </a:tcPr>
                </a:tc>
                <a:tc>
                  <a:txBody>
                    <a:bodyPr/>
                    <a:lstStyle/>
                    <a:p>
                      <a:pPr marL="6350" marR="3175" algn="ctr">
                        <a:lnSpc>
                          <a:spcPts val="1230"/>
                        </a:lnSpc>
                        <a:spcBef>
                          <a:spcPts val="45"/>
                        </a:spcBef>
                        <a:buNone/>
                      </a:pPr>
                      <a:r>
                        <a:rPr lang="en-US" sz="1400" dirty="0">
                          <a:solidFill>
                            <a:schemeClr val="bg1"/>
                          </a:solidFill>
                          <a:effectLst/>
                        </a:rPr>
                        <a:t>Sets, Maps, &amp; Hashing</a:t>
                      </a:r>
                      <a:endParaRPr lang="en-US" sz="1400" dirty="0">
                        <a:solidFill>
                          <a:schemeClr val="bg1"/>
                        </a:solidFill>
                        <a:effectLst/>
                        <a:latin typeface="+mj-lt"/>
                        <a:ea typeface="Times New Roman" panose="02020603050405020304" pitchFamily="18" charset="0"/>
                        <a:cs typeface="Times New Roman" panose="02020603050405020304" pitchFamily="18" charset="0"/>
                      </a:endParaRPr>
                    </a:p>
                  </a:txBody>
                  <a:tcPr marL="0" marR="0" marT="0" marB="0" anchor="ctr">
                    <a:lnL w="12700" cap="flat" cmpd="sng" algn="ctr">
                      <a:solidFill>
                        <a:schemeClr val="bg2">
                          <a:lumMod val="25000"/>
                        </a:schemeClr>
                      </a:solidFill>
                      <a:prstDash val="solid"/>
                      <a:round/>
                      <a:headEnd type="none" w="med" len="med"/>
                      <a:tailEnd type="none" w="med" len="med"/>
                    </a:lnL>
                    <a:lnR w="12700" cap="flat" cmpd="sng" algn="ctr">
                      <a:solidFill>
                        <a:schemeClr val="bg2">
                          <a:lumMod val="25000"/>
                        </a:schemeClr>
                      </a:solidFill>
                      <a:prstDash val="solid"/>
                      <a:round/>
                      <a:headEnd type="none" w="med" len="med"/>
                      <a:tailEnd type="none" w="med" len="med"/>
                    </a:lnR>
                    <a:lnT w="12700" cap="flat" cmpd="sng" algn="ctr">
                      <a:solidFill>
                        <a:schemeClr val="bg2">
                          <a:lumMod val="25000"/>
                        </a:schemeClr>
                      </a:solidFill>
                      <a:prstDash val="solid"/>
                      <a:round/>
                      <a:headEnd type="none" w="med" len="med"/>
                      <a:tailEnd type="none" w="med" len="med"/>
                    </a:lnT>
                    <a:lnB w="12700" cap="flat" cmpd="sng" algn="ctr">
                      <a:solidFill>
                        <a:schemeClr val="bg2">
                          <a:lumMod val="25000"/>
                        </a:schemeClr>
                      </a:solidFill>
                      <a:prstDash val="solid"/>
                      <a:round/>
                      <a:headEnd type="none" w="med" len="med"/>
                      <a:tailEnd type="none" w="med" len="med"/>
                    </a:lnB>
                  </a:tcPr>
                </a:tc>
                <a:tc>
                  <a:txBody>
                    <a:bodyPr/>
                    <a:lstStyle/>
                    <a:p>
                      <a:pPr marL="0" marR="0" algn="ctr">
                        <a:buNone/>
                      </a:pPr>
                      <a:r>
                        <a:rPr lang="en-US" sz="1400" dirty="0">
                          <a:solidFill>
                            <a:schemeClr val="accent2"/>
                          </a:solidFill>
                          <a:effectLst/>
                        </a:rPr>
                        <a:t>Q</a:t>
                      </a:r>
                      <a:r>
                        <a:rPr lang="en-US" sz="1400" baseline="-25000" dirty="0">
                          <a:solidFill>
                            <a:schemeClr val="accent2"/>
                          </a:solidFill>
                          <a:effectLst/>
                        </a:rPr>
                        <a:t>6</a:t>
                      </a:r>
                      <a:endParaRPr lang="en-US" sz="1400" dirty="0">
                        <a:solidFill>
                          <a:schemeClr val="accent2"/>
                        </a:solidFill>
                        <a:effectLst/>
                        <a:latin typeface="+mj-lt"/>
                        <a:ea typeface="Times New Roman" panose="02020603050405020304" pitchFamily="18" charset="0"/>
                        <a:cs typeface="Times New Roman" panose="02020603050405020304" pitchFamily="18" charset="0"/>
                      </a:endParaRPr>
                    </a:p>
                  </a:txBody>
                  <a:tcPr marL="0" marR="0" marT="0" marB="0" anchor="ctr">
                    <a:lnL w="12700" cap="flat" cmpd="sng" algn="ctr">
                      <a:solidFill>
                        <a:schemeClr val="bg2">
                          <a:lumMod val="25000"/>
                        </a:schemeClr>
                      </a:solidFill>
                      <a:prstDash val="solid"/>
                      <a:round/>
                      <a:headEnd type="none" w="med" len="med"/>
                      <a:tailEnd type="none" w="med" len="med"/>
                    </a:lnL>
                    <a:lnR w="12700" cap="flat" cmpd="sng" algn="ctr">
                      <a:solidFill>
                        <a:schemeClr val="bg2">
                          <a:lumMod val="25000"/>
                        </a:schemeClr>
                      </a:solidFill>
                      <a:prstDash val="solid"/>
                      <a:round/>
                      <a:headEnd type="none" w="med" len="med"/>
                      <a:tailEnd type="none" w="med" len="med"/>
                    </a:lnR>
                    <a:lnT w="12700" cap="flat" cmpd="sng" algn="ctr">
                      <a:solidFill>
                        <a:schemeClr val="bg2">
                          <a:lumMod val="25000"/>
                        </a:schemeClr>
                      </a:solidFill>
                      <a:prstDash val="solid"/>
                      <a:round/>
                      <a:headEnd type="none" w="med" len="med"/>
                      <a:tailEnd type="none" w="med" len="med"/>
                    </a:lnT>
                    <a:lnB w="12700" cap="flat" cmpd="sng" algn="ctr">
                      <a:solidFill>
                        <a:schemeClr val="bg2">
                          <a:lumMod val="25000"/>
                        </a:schemeClr>
                      </a:solidFill>
                      <a:prstDash val="solid"/>
                      <a:round/>
                      <a:headEnd type="none" w="med" len="med"/>
                      <a:tailEnd type="none" w="med" len="med"/>
                    </a:lnB>
                  </a:tcPr>
                </a:tc>
                <a:extLst>
                  <a:ext uri="{0D108BD9-81ED-4DB2-BD59-A6C34878D82A}">
                    <a16:rowId xmlns:a16="http://schemas.microsoft.com/office/drawing/2014/main" val="2055862061"/>
                  </a:ext>
                </a:extLst>
              </a:tr>
              <a:tr h="255523">
                <a:tc>
                  <a:txBody>
                    <a:bodyPr/>
                    <a:lstStyle/>
                    <a:p>
                      <a:pPr marL="5715" marR="635" algn="ctr">
                        <a:lnSpc>
                          <a:spcPts val="1195"/>
                        </a:lnSpc>
                        <a:spcBef>
                          <a:spcPts val="90"/>
                        </a:spcBef>
                        <a:buNone/>
                      </a:pPr>
                      <a:r>
                        <a:rPr lang="en-US" sz="1400">
                          <a:solidFill>
                            <a:schemeClr val="bg1"/>
                          </a:solidFill>
                          <a:effectLst/>
                        </a:rPr>
                        <a:t>10</a:t>
                      </a:r>
                      <a:endParaRPr lang="en-US" sz="1400">
                        <a:solidFill>
                          <a:schemeClr val="bg1"/>
                        </a:solidFill>
                        <a:effectLst/>
                        <a:latin typeface="+mj-lt"/>
                        <a:ea typeface="Times New Roman" panose="02020603050405020304" pitchFamily="18" charset="0"/>
                        <a:cs typeface="Times New Roman" panose="02020603050405020304" pitchFamily="18" charset="0"/>
                      </a:endParaRPr>
                    </a:p>
                  </a:txBody>
                  <a:tcPr marL="0" marR="0" marT="0" marB="0" anchor="ctr">
                    <a:lnL w="12700" cap="flat" cmpd="sng" algn="ctr">
                      <a:solidFill>
                        <a:schemeClr val="bg2">
                          <a:lumMod val="25000"/>
                        </a:schemeClr>
                      </a:solidFill>
                      <a:prstDash val="solid"/>
                      <a:round/>
                      <a:headEnd type="none" w="med" len="med"/>
                      <a:tailEnd type="none" w="med" len="med"/>
                    </a:lnL>
                    <a:lnR w="12700" cap="flat" cmpd="sng" algn="ctr">
                      <a:solidFill>
                        <a:schemeClr val="bg2">
                          <a:lumMod val="25000"/>
                        </a:schemeClr>
                      </a:solidFill>
                      <a:prstDash val="solid"/>
                      <a:round/>
                      <a:headEnd type="none" w="med" len="med"/>
                      <a:tailEnd type="none" w="med" len="med"/>
                    </a:lnR>
                    <a:lnT w="12700" cap="flat" cmpd="sng" algn="ctr">
                      <a:solidFill>
                        <a:schemeClr val="bg2">
                          <a:lumMod val="25000"/>
                        </a:schemeClr>
                      </a:solidFill>
                      <a:prstDash val="solid"/>
                      <a:round/>
                      <a:headEnd type="none" w="med" len="med"/>
                      <a:tailEnd type="none" w="med" len="med"/>
                    </a:lnT>
                    <a:lnB w="12700" cap="flat" cmpd="sng" algn="ctr">
                      <a:solidFill>
                        <a:schemeClr val="bg2">
                          <a:lumMod val="25000"/>
                        </a:schemeClr>
                      </a:solidFill>
                      <a:prstDash val="solid"/>
                      <a:round/>
                      <a:headEnd type="none" w="med" len="med"/>
                      <a:tailEnd type="none" w="med" len="med"/>
                    </a:lnB>
                  </a:tcPr>
                </a:tc>
                <a:tc>
                  <a:txBody>
                    <a:bodyPr/>
                    <a:lstStyle/>
                    <a:p>
                      <a:pPr marL="6985" marR="1905" algn="ctr">
                        <a:lnSpc>
                          <a:spcPts val="1195"/>
                        </a:lnSpc>
                        <a:spcBef>
                          <a:spcPts val="90"/>
                        </a:spcBef>
                        <a:buNone/>
                      </a:pPr>
                      <a:r>
                        <a:rPr lang="en-US" sz="1400">
                          <a:solidFill>
                            <a:schemeClr val="bg1"/>
                          </a:solidFill>
                          <a:effectLst/>
                        </a:rPr>
                        <a:t>19-Oct</a:t>
                      </a:r>
                      <a:endParaRPr lang="en-US" sz="1400">
                        <a:solidFill>
                          <a:schemeClr val="bg1"/>
                        </a:solidFill>
                        <a:effectLst/>
                        <a:latin typeface="+mj-lt"/>
                        <a:ea typeface="Times New Roman" panose="02020603050405020304" pitchFamily="18" charset="0"/>
                        <a:cs typeface="Times New Roman" panose="02020603050405020304" pitchFamily="18" charset="0"/>
                      </a:endParaRPr>
                    </a:p>
                  </a:txBody>
                  <a:tcPr marL="0" marR="0" marT="0" marB="0" anchor="ctr">
                    <a:lnL w="12700" cap="flat" cmpd="sng" algn="ctr">
                      <a:solidFill>
                        <a:schemeClr val="bg2">
                          <a:lumMod val="25000"/>
                        </a:schemeClr>
                      </a:solidFill>
                      <a:prstDash val="solid"/>
                      <a:round/>
                      <a:headEnd type="none" w="med" len="med"/>
                      <a:tailEnd type="none" w="med" len="med"/>
                    </a:lnL>
                    <a:lnR w="12700" cap="flat" cmpd="sng" algn="ctr">
                      <a:solidFill>
                        <a:schemeClr val="bg2">
                          <a:lumMod val="25000"/>
                        </a:schemeClr>
                      </a:solidFill>
                      <a:prstDash val="solid"/>
                      <a:round/>
                      <a:headEnd type="none" w="med" len="med"/>
                      <a:tailEnd type="none" w="med" len="med"/>
                    </a:lnR>
                    <a:lnT w="12700" cap="flat" cmpd="sng" algn="ctr">
                      <a:solidFill>
                        <a:schemeClr val="bg2">
                          <a:lumMod val="25000"/>
                        </a:schemeClr>
                      </a:solidFill>
                      <a:prstDash val="solid"/>
                      <a:round/>
                      <a:headEnd type="none" w="med" len="med"/>
                      <a:tailEnd type="none" w="med" len="med"/>
                    </a:lnT>
                    <a:lnB w="12700" cap="flat" cmpd="sng" algn="ctr">
                      <a:solidFill>
                        <a:schemeClr val="bg2">
                          <a:lumMod val="25000"/>
                        </a:schemeClr>
                      </a:solidFill>
                      <a:prstDash val="solid"/>
                      <a:round/>
                      <a:headEnd type="none" w="med" len="med"/>
                      <a:tailEnd type="none" w="med" len="med"/>
                    </a:lnB>
                  </a:tcPr>
                </a:tc>
                <a:tc>
                  <a:txBody>
                    <a:bodyPr/>
                    <a:lstStyle/>
                    <a:p>
                      <a:pPr marL="6350" marR="1905" algn="ctr">
                        <a:lnSpc>
                          <a:spcPts val="1195"/>
                        </a:lnSpc>
                        <a:spcBef>
                          <a:spcPts val="90"/>
                        </a:spcBef>
                        <a:buNone/>
                      </a:pPr>
                      <a:r>
                        <a:rPr lang="en-US" sz="1400">
                          <a:solidFill>
                            <a:schemeClr val="bg1"/>
                          </a:solidFill>
                          <a:effectLst/>
                        </a:rPr>
                        <a:t>25-Oct</a:t>
                      </a:r>
                      <a:endParaRPr lang="en-US" sz="1400">
                        <a:solidFill>
                          <a:schemeClr val="bg1"/>
                        </a:solidFill>
                        <a:effectLst/>
                        <a:latin typeface="+mj-lt"/>
                        <a:ea typeface="Times New Roman" panose="02020603050405020304" pitchFamily="18" charset="0"/>
                        <a:cs typeface="Times New Roman" panose="02020603050405020304" pitchFamily="18" charset="0"/>
                      </a:endParaRPr>
                    </a:p>
                  </a:txBody>
                  <a:tcPr marL="0" marR="0" marT="0" marB="0" anchor="ctr">
                    <a:lnL w="12700" cap="flat" cmpd="sng" algn="ctr">
                      <a:solidFill>
                        <a:schemeClr val="bg2">
                          <a:lumMod val="25000"/>
                        </a:schemeClr>
                      </a:solidFill>
                      <a:prstDash val="solid"/>
                      <a:round/>
                      <a:headEnd type="none" w="med" len="med"/>
                      <a:tailEnd type="none" w="med" len="med"/>
                    </a:lnL>
                    <a:lnR w="12700" cap="flat" cmpd="sng" algn="ctr">
                      <a:solidFill>
                        <a:schemeClr val="bg2">
                          <a:lumMod val="25000"/>
                        </a:schemeClr>
                      </a:solidFill>
                      <a:prstDash val="solid"/>
                      <a:round/>
                      <a:headEnd type="none" w="med" len="med"/>
                      <a:tailEnd type="none" w="med" len="med"/>
                    </a:lnR>
                    <a:lnT w="12700" cap="flat" cmpd="sng" algn="ctr">
                      <a:solidFill>
                        <a:schemeClr val="bg2">
                          <a:lumMod val="25000"/>
                        </a:schemeClr>
                      </a:solidFill>
                      <a:prstDash val="solid"/>
                      <a:round/>
                      <a:headEnd type="none" w="med" len="med"/>
                      <a:tailEnd type="none" w="med" len="med"/>
                    </a:lnT>
                    <a:lnB w="12700" cap="flat" cmpd="sng" algn="ctr">
                      <a:solidFill>
                        <a:schemeClr val="bg2">
                          <a:lumMod val="25000"/>
                        </a:schemeClr>
                      </a:solidFill>
                      <a:prstDash val="solid"/>
                      <a:round/>
                      <a:headEnd type="none" w="med" len="med"/>
                      <a:tailEnd type="none" w="med" len="med"/>
                    </a:lnB>
                  </a:tcPr>
                </a:tc>
                <a:tc>
                  <a:txBody>
                    <a:bodyPr/>
                    <a:lstStyle/>
                    <a:p>
                      <a:pPr marL="6350" marR="1905" algn="ctr">
                        <a:lnSpc>
                          <a:spcPts val="1195"/>
                        </a:lnSpc>
                        <a:spcBef>
                          <a:spcPts val="90"/>
                        </a:spcBef>
                        <a:buNone/>
                      </a:pPr>
                      <a:r>
                        <a:rPr lang="en-US" sz="1400" dirty="0">
                          <a:solidFill>
                            <a:schemeClr val="bg1"/>
                          </a:solidFill>
                          <a:effectLst/>
                        </a:rPr>
                        <a:t>Graphs 1</a:t>
                      </a:r>
                      <a:endParaRPr lang="en-US" sz="1400" dirty="0">
                        <a:solidFill>
                          <a:schemeClr val="bg1"/>
                        </a:solidFill>
                        <a:effectLst/>
                        <a:latin typeface="+mj-lt"/>
                        <a:ea typeface="Times New Roman" panose="02020603050405020304" pitchFamily="18" charset="0"/>
                        <a:cs typeface="Times New Roman" panose="02020603050405020304" pitchFamily="18" charset="0"/>
                      </a:endParaRPr>
                    </a:p>
                  </a:txBody>
                  <a:tcPr marL="0" marR="0" marT="0" marB="0" anchor="ctr">
                    <a:lnL w="12700" cap="flat" cmpd="sng" algn="ctr">
                      <a:solidFill>
                        <a:schemeClr val="bg2">
                          <a:lumMod val="25000"/>
                        </a:schemeClr>
                      </a:solidFill>
                      <a:prstDash val="solid"/>
                      <a:round/>
                      <a:headEnd type="none" w="med" len="med"/>
                      <a:tailEnd type="none" w="med" len="med"/>
                    </a:lnL>
                    <a:lnR w="12700" cap="flat" cmpd="sng" algn="ctr">
                      <a:solidFill>
                        <a:schemeClr val="bg2">
                          <a:lumMod val="25000"/>
                        </a:schemeClr>
                      </a:solidFill>
                      <a:prstDash val="solid"/>
                      <a:round/>
                      <a:headEnd type="none" w="med" len="med"/>
                      <a:tailEnd type="none" w="med" len="med"/>
                    </a:lnR>
                    <a:lnT w="12700" cap="flat" cmpd="sng" algn="ctr">
                      <a:solidFill>
                        <a:schemeClr val="bg2">
                          <a:lumMod val="25000"/>
                        </a:schemeClr>
                      </a:solidFill>
                      <a:prstDash val="solid"/>
                      <a:round/>
                      <a:headEnd type="none" w="med" len="med"/>
                      <a:tailEnd type="none" w="med" len="med"/>
                    </a:lnT>
                    <a:lnB w="12700" cap="flat" cmpd="sng" algn="ctr">
                      <a:solidFill>
                        <a:schemeClr val="bg2">
                          <a:lumMod val="25000"/>
                        </a:schemeClr>
                      </a:solidFill>
                      <a:prstDash val="solid"/>
                      <a:round/>
                      <a:headEnd type="none" w="med" len="med"/>
                      <a:tailEnd type="none" w="med" len="med"/>
                    </a:lnB>
                  </a:tcPr>
                </a:tc>
                <a:tc>
                  <a:txBody>
                    <a:bodyPr/>
                    <a:lstStyle/>
                    <a:p>
                      <a:pPr marL="5080" marR="635" algn="ctr">
                        <a:lnSpc>
                          <a:spcPts val="1200"/>
                        </a:lnSpc>
                        <a:spcBef>
                          <a:spcPts val="90"/>
                        </a:spcBef>
                        <a:buNone/>
                      </a:pPr>
                      <a:r>
                        <a:rPr lang="en-US" sz="1400" dirty="0">
                          <a:solidFill>
                            <a:schemeClr val="accent2"/>
                          </a:solidFill>
                          <a:effectLst/>
                        </a:rPr>
                        <a:t>Q</a:t>
                      </a:r>
                      <a:r>
                        <a:rPr lang="en-US" sz="1400" baseline="-25000" dirty="0">
                          <a:solidFill>
                            <a:schemeClr val="accent2"/>
                          </a:solidFill>
                          <a:effectLst/>
                        </a:rPr>
                        <a:t>7</a:t>
                      </a:r>
                      <a:endParaRPr lang="en-US" sz="1400" dirty="0">
                        <a:solidFill>
                          <a:schemeClr val="accent2"/>
                        </a:solidFill>
                        <a:effectLst/>
                        <a:latin typeface="+mj-lt"/>
                        <a:ea typeface="Times New Roman" panose="02020603050405020304" pitchFamily="18" charset="0"/>
                        <a:cs typeface="Times New Roman" panose="02020603050405020304" pitchFamily="18" charset="0"/>
                      </a:endParaRPr>
                    </a:p>
                  </a:txBody>
                  <a:tcPr marL="0" marR="0" marT="0" marB="0" anchor="ctr">
                    <a:lnL w="12700" cap="flat" cmpd="sng" algn="ctr">
                      <a:solidFill>
                        <a:schemeClr val="bg2">
                          <a:lumMod val="25000"/>
                        </a:schemeClr>
                      </a:solidFill>
                      <a:prstDash val="solid"/>
                      <a:round/>
                      <a:headEnd type="none" w="med" len="med"/>
                      <a:tailEnd type="none" w="med" len="med"/>
                    </a:lnL>
                    <a:lnR w="12700" cap="flat" cmpd="sng" algn="ctr">
                      <a:solidFill>
                        <a:schemeClr val="bg2">
                          <a:lumMod val="25000"/>
                        </a:schemeClr>
                      </a:solidFill>
                      <a:prstDash val="solid"/>
                      <a:round/>
                      <a:headEnd type="none" w="med" len="med"/>
                      <a:tailEnd type="none" w="med" len="med"/>
                    </a:lnR>
                    <a:lnT w="12700" cap="flat" cmpd="sng" algn="ctr">
                      <a:solidFill>
                        <a:schemeClr val="bg2">
                          <a:lumMod val="25000"/>
                        </a:schemeClr>
                      </a:solidFill>
                      <a:prstDash val="solid"/>
                      <a:round/>
                      <a:headEnd type="none" w="med" len="med"/>
                      <a:tailEnd type="none" w="med" len="med"/>
                    </a:lnT>
                    <a:lnB w="12700" cap="flat" cmpd="sng" algn="ctr">
                      <a:solidFill>
                        <a:schemeClr val="bg2">
                          <a:lumMod val="25000"/>
                        </a:schemeClr>
                      </a:solidFill>
                      <a:prstDash val="solid"/>
                      <a:round/>
                      <a:headEnd type="none" w="med" len="med"/>
                      <a:tailEnd type="none" w="med" len="med"/>
                    </a:lnB>
                  </a:tcPr>
                </a:tc>
                <a:extLst>
                  <a:ext uri="{0D108BD9-81ED-4DB2-BD59-A6C34878D82A}">
                    <a16:rowId xmlns:a16="http://schemas.microsoft.com/office/drawing/2014/main" val="3904389613"/>
                  </a:ext>
                </a:extLst>
              </a:tr>
              <a:tr h="254600">
                <a:tc>
                  <a:txBody>
                    <a:bodyPr/>
                    <a:lstStyle/>
                    <a:p>
                      <a:pPr marL="5715" marR="635" algn="ctr">
                        <a:lnSpc>
                          <a:spcPts val="1185"/>
                        </a:lnSpc>
                        <a:spcBef>
                          <a:spcPts val="95"/>
                        </a:spcBef>
                        <a:buNone/>
                      </a:pPr>
                      <a:r>
                        <a:rPr lang="en-US" sz="1400">
                          <a:solidFill>
                            <a:schemeClr val="bg1"/>
                          </a:solidFill>
                          <a:effectLst/>
                        </a:rPr>
                        <a:t>11</a:t>
                      </a:r>
                      <a:endParaRPr lang="en-US" sz="1400">
                        <a:solidFill>
                          <a:schemeClr val="bg1"/>
                        </a:solidFill>
                        <a:effectLst/>
                        <a:latin typeface="+mj-lt"/>
                        <a:ea typeface="Times New Roman" panose="02020603050405020304" pitchFamily="18" charset="0"/>
                        <a:cs typeface="Times New Roman" panose="02020603050405020304" pitchFamily="18" charset="0"/>
                      </a:endParaRPr>
                    </a:p>
                  </a:txBody>
                  <a:tcPr marL="0" marR="0" marT="0" marB="0" anchor="ctr">
                    <a:lnL w="12700" cap="flat" cmpd="sng" algn="ctr">
                      <a:solidFill>
                        <a:schemeClr val="bg2">
                          <a:lumMod val="25000"/>
                        </a:schemeClr>
                      </a:solidFill>
                      <a:prstDash val="solid"/>
                      <a:round/>
                      <a:headEnd type="none" w="med" len="med"/>
                      <a:tailEnd type="none" w="med" len="med"/>
                    </a:lnL>
                    <a:lnR w="12700" cap="flat" cmpd="sng" algn="ctr">
                      <a:solidFill>
                        <a:schemeClr val="bg2">
                          <a:lumMod val="25000"/>
                        </a:schemeClr>
                      </a:solidFill>
                      <a:prstDash val="solid"/>
                      <a:round/>
                      <a:headEnd type="none" w="med" len="med"/>
                      <a:tailEnd type="none" w="med" len="med"/>
                    </a:lnR>
                    <a:lnT w="12700" cap="flat" cmpd="sng" algn="ctr">
                      <a:solidFill>
                        <a:schemeClr val="bg2">
                          <a:lumMod val="25000"/>
                        </a:schemeClr>
                      </a:solidFill>
                      <a:prstDash val="solid"/>
                      <a:round/>
                      <a:headEnd type="none" w="med" len="med"/>
                      <a:tailEnd type="none" w="med" len="med"/>
                    </a:lnT>
                    <a:lnB w="12700" cap="flat" cmpd="sng" algn="ctr">
                      <a:solidFill>
                        <a:schemeClr val="bg2">
                          <a:lumMod val="25000"/>
                        </a:schemeClr>
                      </a:solidFill>
                      <a:prstDash val="solid"/>
                      <a:round/>
                      <a:headEnd type="none" w="med" len="med"/>
                      <a:tailEnd type="none" w="med" len="med"/>
                    </a:lnB>
                  </a:tcPr>
                </a:tc>
                <a:tc>
                  <a:txBody>
                    <a:bodyPr/>
                    <a:lstStyle/>
                    <a:p>
                      <a:pPr marL="6985" marR="1905" algn="ctr">
                        <a:lnSpc>
                          <a:spcPts val="1185"/>
                        </a:lnSpc>
                        <a:spcBef>
                          <a:spcPts val="95"/>
                        </a:spcBef>
                        <a:buNone/>
                      </a:pPr>
                      <a:r>
                        <a:rPr lang="en-US" sz="1400">
                          <a:solidFill>
                            <a:schemeClr val="bg1"/>
                          </a:solidFill>
                          <a:effectLst/>
                        </a:rPr>
                        <a:t>26-Oct</a:t>
                      </a:r>
                      <a:endParaRPr lang="en-US" sz="1400">
                        <a:solidFill>
                          <a:schemeClr val="bg1"/>
                        </a:solidFill>
                        <a:effectLst/>
                        <a:latin typeface="+mj-lt"/>
                        <a:ea typeface="Times New Roman" panose="02020603050405020304" pitchFamily="18" charset="0"/>
                        <a:cs typeface="Times New Roman" panose="02020603050405020304" pitchFamily="18" charset="0"/>
                      </a:endParaRPr>
                    </a:p>
                  </a:txBody>
                  <a:tcPr marL="0" marR="0" marT="0" marB="0" anchor="ctr">
                    <a:lnL w="12700" cap="flat" cmpd="sng" algn="ctr">
                      <a:solidFill>
                        <a:schemeClr val="bg2">
                          <a:lumMod val="25000"/>
                        </a:schemeClr>
                      </a:solidFill>
                      <a:prstDash val="solid"/>
                      <a:round/>
                      <a:headEnd type="none" w="med" len="med"/>
                      <a:tailEnd type="none" w="med" len="med"/>
                    </a:lnL>
                    <a:lnR w="12700" cap="flat" cmpd="sng" algn="ctr">
                      <a:solidFill>
                        <a:schemeClr val="bg2">
                          <a:lumMod val="25000"/>
                        </a:schemeClr>
                      </a:solidFill>
                      <a:prstDash val="solid"/>
                      <a:round/>
                      <a:headEnd type="none" w="med" len="med"/>
                      <a:tailEnd type="none" w="med" len="med"/>
                    </a:lnR>
                    <a:lnT w="12700" cap="flat" cmpd="sng" algn="ctr">
                      <a:solidFill>
                        <a:schemeClr val="bg2">
                          <a:lumMod val="25000"/>
                        </a:schemeClr>
                      </a:solidFill>
                      <a:prstDash val="solid"/>
                      <a:round/>
                      <a:headEnd type="none" w="med" len="med"/>
                      <a:tailEnd type="none" w="med" len="med"/>
                    </a:lnT>
                    <a:lnB w="12700" cap="flat" cmpd="sng" algn="ctr">
                      <a:solidFill>
                        <a:schemeClr val="bg2">
                          <a:lumMod val="25000"/>
                        </a:schemeClr>
                      </a:solidFill>
                      <a:prstDash val="solid"/>
                      <a:round/>
                      <a:headEnd type="none" w="med" len="med"/>
                      <a:tailEnd type="none" w="med" len="med"/>
                    </a:lnB>
                  </a:tcPr>
                </a:tc>
                <a:tc>
                  <a:txBody>
                    <a:bodyPr/>
                    <a:lstStyle/>
                    <a:p>
                      <a:pPr marL="6350" marR="0" algn="ctr">
                        <a:lnSpc>
                          <a:spcPts val="1185"/>
                        </a:lnSpc>
                        <a:spcBef>
                          <a:spcPts val="95"/>
                        </a:spcBef>
                        <a:buNone/>
                      </a:pPr>
                      <a:r>
                        <a:rPr lang="en-US" sz="1400">
                          <a:solidFill>
                            <a:schemeClr val="bg1"/>
                          </a:solidFill>
                          <a:effectLst/>
                        </a:rPr>
                        <a:t>1-Nov</a:t>
                      </a:r>
                      <a:endParaRPr lang="en-US" sz="1400">
                        <a:solidFill>
                          <a:schemeClr val="bg1"/>
                        </a:solidFill>
                        <a:effectLst/>
                        <a:latin typeface="+mj-lt"/>
                        <a:ea typeface="Times New Roman" panose="02020603050405020304" pitchFamily="18" charset="0"/>
                        <a:cs typeface="Times New Roman" panose="02020603050405020304" pitchFamily="18" charset="0"/>
                      </a:endParaRPr>
                    </a:p>
                  </a:txBody>
                  <a:tcPr marL="0" marR="0" marT="0" marB="0" anchor="ctr">
                    <a:lnL w="12700" cap="flat" cmpd="sng" algn="ctr">
                      <a:solidFill>
                        <a:schemeClr val="bg2">
                          <a:lumMod val="25000"/>
                        </a:schemeClr>
                      </a:solidFill>
                      <a:prstDash val="solid"/>
                      <a:round/>
                      <a:headEnd type="none" w="med" len="med"/>
                      <a:tailEnd type="none" w="med" len="med"/>
                    </a:lnL>
                    <a:lnR w="12700" cap="flat" cmpd="sng" algn="ctr">
                      <a:solidFill>
                        <a:schemeClr val="bg2">
                          <a:lumMod val="25000"/>
                        </a:schemeClr>
                      </a:solidFill>
                      <a:prstDash val="solid"/>
                      <a:round/>
                      <a:headEnd type="none" w="med" len="med"/>
                      <a:tailEnd type="none" w="med" len="med"/>
                    </a:lnR>
                    <a:lnT w="12700" cap="flat" cmpd="sng" algn="ctr">
                      <a:solidFill>
                        <a:schemeClr val="bg2">
                          <a:lumMod val="25000"/>
                        </a:schemeClr>
                      </a:solidFill>
                      <a:prstDash val="solid"/>
                      <a:round/>
                      <a:headEnd type="none" w="med" len="med"/>
                      <a:tailEnd type="none" w="med" len="med"/>
                    </a:lnT>
                    <a:lnB w="12700" cap="flat" cmpd="sng" algn="ctr">
                      <a:solidFill>
                        <a:schemeClr val="bg2">
                          <a:lumMod val="25000"/>
                        </a:schemeClr>
                      </a:solidFill>
                      <a:prstDash val="solid"/>
                      <a:round/>
                      <a:headEnd type="none" w="med" len="med"/>
                      <a:tailEnd type="none" w="med" len="med"/>
                    </a:lnB>
                  </a:tcPr>
                </a:tc>
                <a:tc>
                  <a:txBody>
                    <a:bodyPr/>
                    <a:lstStyle/>
                    <a:p>
                      <a:pPr marL="6350" marR="1905" algn="ctr">
                        <a:lnSpc>
                          <a:spcPts val="1185"/>
                        </a:lnSpc>
                        <a:spcBef>
                          <a:spcPts val="95"/>
                        </a:spcBef>
                        <a:buNone/>
                      </a:pPr>
                      <a:r>
                        <a:rPr lang="en-US" sz="1400" dirty="0">
                          <a:solidFill>
                            <a:schemeClr val="bg1"/>
                          </a:solidFill>
                          <a:effectLst/>
                        </a:rPr>
                        <a:t>Graphs 2</a:t>
                      </a:r>
                      <a:endParaRPr lang="en-US" sz="1400" dirty="0">
                        <a:solidFill>
                          <a:schemeClr val="bg1"/>
                        </a:solidFill>
                        <a:effectLst/>
                        <a:latin typeface="+mj-lt"/>
                        <a:ea typeface="Times New Roman" panose="02020603050405020304" pitchFamily="18" charset="0"/>
                        <a:cs typeface="Times New Roman" panose="02020603050405020304" pitchFamily="18" charset="0"/>
                      </a:endParaRPr>
                    </a:p>
                  </a:txBody>
                  <a:tcPr marL="0" marR="0" marT="0" marB="0" anchor="ctr">
                    <a:lnL w="12700" cap="flat" cmpd="sng" algn="ctr">
                      <a:solidFill>
                        <a:schemeClr val="bg2">
                          <a:lumMod val="25000"/>
                        </a:schemeClr>
                      </a:solidFill>
                      <a:prstDash val="solid"/>
                      <a:round/>
                      <a:headEnd type="none" w="med" len="med"/>
                      <a:tailEnd type="none" w="med" len="med"/>
                    </a:lnL>
                    <a:lnR w="12700" cap="flat" cmpd="sng" algn="ctr">
                      <a:solidFill>
                        <a:schemeClr val="bg2">
                          <a:lumMod val="25000"/>
                        </a:schemeClr>
                      </a:solidFill>
                      <a:prstDash val="solid"/>
                      <a:round/>
                      <a:headEnd type="none" w="med" len="med"/>
                      <a:tailEnd type="none" w="med" len="med"/>
                    </a:lnR>
                    <a:lnT w="12700" cap="flat" cmpd="sng" algn="ctr">
                      <a:solidFill>
                        <a:schemeClr val="bg2">
                          <a:lumMod val="25000"/>
                        </a:schemeClr>
                      </a:solidFill>
                      <a:prstDash val="solid"/>
                      <a:round/>
                      <a:headEnd type="none" w="med" len="med"/>
                      <a:tailEnd type="none" w="med" len="med"/>
                    </a:lnT>
                    <a:lnB w="12700" cap="flat" cmpd="sng" algn="ctr">
                      <a:solidFill>
                        <a:schemeClr val="bg2">
                          <a:lumMod val="25000"/>
                        </a:schemeClr>
                      </a:solidFill>
                      <a:prstDash val="solid"/>
                      <a:round/>
                      <a:headEnd type="none" w="med" len="med"/>
                      <a:tailEnd type="none" w="med" len="med"/>
                    </a:lnB>
                  </a:tcPr>
                </a:tc>
                <a:tc>
                  <a:txBody>
                    <a:bodyPr/>
                    <a:lstStyle/>
                    <a:p>
                      <a:pPr marL="5080" marR="635" algn="ctr">
                        <a:lnSpc>
                          <a:spcPts val="1190"/>
                        </a:lnSpc>
                        <a:spcBef>
                          <a:spcPts val="90"/>
                        </a:spcBef>
                        <a:buNone/>
                      </a:pPr>
                      <a:r>
                        <a:rPr lang="en-US" sz="1400" dirty="0">
                          <a:solidFill>
                            <a:schemeClr val="accent2"/>
                          </a:solidFill>
                          <a:effectLst/>
                        </a:rPr>
                        <a:t>Q</a:t>
                      </a:r>
                      <a:r>
                        <a:rPr lang="en-US" sz="1400" baseline="-25000" dirty="0">
                          <a:solidFill>
                            <a:schemeClr val="accent2"/>
                          </a:solidFill>
                          <a:effectLst/>
                        </a:rPr>
                        <a:t>8</a:t>
                      </a:r>
                      <a:endParaRPr lang="en-US" sz="1400" dirty="0">
                        <a:solidFill>
                          <a:schemeClr val="accent2"/>
                        </a:solidFill>
                        <a:effectLst/>
                        <a:latin typeface="+mj-lt"/>
                        <a:ea typeface="Times New Roman" panose="02020603050405020304" pitchFamily="18" charset="0"/>
                        <a:cs typeface="Times New Roman" panose="02020603050405020304" pitchFamily="18" charset="0"/>
                      </a:endParaRPr>
                    </a:p>
                  </a:txBody>
                  <a:tcPr marL="0" marR="0" marT="0" marB="0" anchor="ctr">
                    <a:lnL w="12700" cap="flat" cmpd="sng" algn="ctr">
                      <a:solidFill>
                        <a:schemeClr val="bg2">
                          <a:lumMod val="25000"/>
                        </a:schemeClr>
                      </a:solidFill>
                      <a:prstDash val="solid"/>
                      <a:round/>
                      <a:headEnd type="none" w="med" len="med"/>
                      <a:tailEnd type="none" w="med" len="med"/>
                    </a:lnL>
                    <a:lnR w="12700" cap="flat" cmpd="sng" algn="ctr">
                      <a:solidFill>
                        <a:schemeClr val="bg2">
                          <a:lumMod val="25000"/>
                        </a:schemeClr>
                      </a:solidFill>
                      <a:prstDash val="solid"/>
                      <a:round/>
                      <a:headEnd type="none" w="med" len="med"/>
                      <a:tailEnd type="none" w="med" len="med"/>
                    </a:lnR>
                    <a:lnT w="12700" cap="flat" cmpd="sng" algn="ctr">
                      <a:solidFill>
                        <a:schemeClr val="bg2">
                          <a:lumMod val="25000"/>
                        </a:schemeClr>
                      </a:solidFill>
                      <a:prstDash val="solid"/>
                      <a:round/>
                      <a:headEnd type="none" w="med" len="med"/>
                      <a:tailEnd type="none" w="med" len="med"/>
                    </a:lnT>
                    <a:lnB w="12700" cap="flat" cmpd="sng" algn="ctr">
                      <a:solidFill>
                        <a:schemeClr val="bg2">
                          <a:lumMod val="25000"/>
                        </a:schemeClr>
                      </a:solidFill>
                      <a:prstDash val="solid"/>
                      <a:round/>
                      <a:headEnd type="none" w="med" len="med"/>
                      <a:tailEnd type="none" w="med" len="med"/>
                    </a:lnB>
                  </a:tcPr>
                </a:tc>
                <a:extLst>
                  <a:ext uri="{0D108BD9-81ED-4DB2-BD59-A6C34878D82A}">
                    <a16:rowId xmlns:a16="http://schemas.microsoft.com/office/drawing/2014/main" val="3309711722"/>
                  </a:ext>
                </a:extLst>
              </a:tr>
              <a:tr h="256445">
                <a:tc>
                  <a:txBody>
                    <a:bodyPr/>
                    <a:lstStyle/>
                    <a:p>
                      <a:pPr marL="5715" marR="635" algn="ctr">
                        <a:lnSpc>
                          <a:spcPts val="1185"/>
                        </a:lnSpc>
                        <a:spcBef>
                          <a:spcPts val="105"/>
                        </a:spcBef>
                        <a:buNone/>
                      </a:pPr>
                      <a:r>
                        <a:rPr lang="en-US" sz="1400">
                          <a:solidFill>
                            <a:schemeClr val="bg1"/>
                          </a:solidFill>
                          <a:effectLst/>
                        </a:rPr>
                        <a:t>12</a:t>
                      </a:r>
                      <a:endParaRPr lang="en-US" sz="1400">
                        <a:solidFill>
                          <a:schemeClr val="bg1"/>
                        </a:solidFill>
                        <a:effectLst/>
                        <a:latin typeface="+mj-lt"/>
                        <a:ea typeface="Times New Roman" panose="02020603050405020304" pitchFamily="18" charset="0"/>
                        <a:cs typeface="Times New Roman" panose="02020603050405020304" pitchFamily="18" charset="0"/>
                      </a:endParaRPr>
                    </a:p>
                  </a:txBody>
                  <a:tcPr marL="0" marR="0" marT="0" marB="0" anchor="ctr">
                    <a:lnL w="12700" cap="flat" cmpd="sng" algn="ctr">
                      <a:solidFill>
                        <a:schemeClr val="bg2">
                          <a:lumMod val="25000"/>
                        </a:schemeClr>
                      </a:solidFill>
                      <a:prstDash val="solid"/>
                      <a:round/>
                      <a:headEnd type="none" w="med" len="med"/>
                      <a:tailEnd type="none" w="med" len="med"/>
                    </a:lnL>
                    <a:lnR w="12700" cap="flat" cmpd="sng" algn="ctr">
                      <a:solidFill>
                        <a:schemeClr val="bg2">
                          <a:lumMod val="25000"/>
                        </a:schemeClr>
                      </a:solidFill>
                      <a:prstDash val="solid"/>
                      <a:round/>
                      <a:headEnd type="none" w="med" len="med"/>
                      <a:tailEnd type="none" w="med" len="med"/>
                    </a:lnR>
                    <a:lnT w="12700" cap="flat" cmpd="sng" algn="ctr">
                      <a:solidFill>
                        <a:schemeClr val="bg2">
                          <a:lumMod val="25000"/>
                        </a:schemeClr>
                      </a:solidFill>
                      <a:prstDash val="solid"/>
                      <a:round/>
                      <a:headEnd type="none" w="med" len="med"/>
                      <a:tailEnd type="none" w="med" len="med"/>
                    </a:lnT>
                    <a:lnB w="12700" cap="flat" cmpd="sng" algn="ctr">
                      <a:solidFill>
                        <a:schemeClr val="bg2">
                          <a:lumMod val="25000"/>
                        </a:schemeClr>
                      </a:solidFill>
                      <a:prstDash val="solid"/>
                      <a:round/>
                      <a:headEnd type="none" w="med" len="med"/>
                      <a:tailEnd type="none" w="med" len="med"/>
                    </a:lnB>
                  </a:tcPr>
                </a:tc>
                <a:tc>
                  <a:txBody>
                    <a:bodyPr/>
                    <a:lstStyle/>
                    <a:p>
                      <a:pPr marL="6985" marR="0" algn="ctr">
                        <a:lnSpc>
                          <a:spcPts val="1185"/>
                        </a:lnSpc>
                        <a:spcBef>
                          <a:spcPts val="105"/>
                        </a:spcBef>
                        <a:buNone/>
                      </a:pPr>
                      <a:r>
                        <a:rPr lang="en-US" sz="1400">
                          <a:solidFill>
                            <a:schemeClr val="bg1"/>
                          </a:solidFill>
                          <a:effectLst/>
                        </a:rPr>
                        <a:t>2-Nov</a:t>
                      </a:r>
                      <a:endParaRPr lang="en-US" sz="1400">
                        <a:solidFill>
                          <a:schemeClr val="bg1"/>
                        </a:solidFill>
                        <a:effectLst/>
                        <a:latin typeface="+mj-lt"/>
                        <a:ea typeface="Times New Roman" panose="02020603050405020304" pitchFamily="18" charset="0"/>
                        <a:cs typeface="Times New Roman" panose="02020603050405020304" pitchFamily="18" charset="0"/>
                      </a:endParaRPr>
                    </a:p>
                  </a:txBody>
                  <a:tcPr marL="0" marR="0" marT="0" marB="0" anchor="ctr">
                    <a:lnL w="12700" cap="flat" cmpd="sng" algn="ctr">
                      <a:solidFill>
                        <a:schemeClr val="bg2">
                          <a:lumMod val="25000"/>
                        </a:schemeClr>
                      </a:solidFill>
                      <a:prstDash val="solid"/>
                      <a:round/>
                      <a:headEnd type="none" w="med" len="med"/>
                      <a:tailEnd type="none" w="med" len="med"/>
                    </a:lnL>
                    <a:lnR w="12700" cap="flat" cmpd="sng" algn="ctr">
                      <a:solidFill>
                        <a:schemeClr val="bg2">
                          <a:lumMod val="25000"/>
                        </a:schemeClr>
                      </a:solidFill>
                      <a:prstDash val="solid"/>
                      <a:round/>
                      <a:headEnd type="none" w="med" len="med"/>
                      <a:tailEnd type="none" w="med" len="med"/>
                    </a:lnR>
                    <a:lnT w="12700" cap="flat" cmpd="sng" algn="ctr">
                      <a:solidFill>
                        <a:schemeClr val="bg2">
                          <a:lumMod val="25000"/>
                        </a:schemeClr>
                      </a:solidFill>
                      <a:prstDash val="solid"/>
                      <a:round/>
                      <a:headEnd type="none" w="med" len="med"/>
                      <a:tailEnd type="none" w="med" len="med"/>
                    </a:lnT>
                    <a:lnB w="12700" cap="flat" cmpd="sng" algn="ctr">
                      <a:solidFill>
                        <a:schemeClr val="bg2">
                          <a:lumMod val="25000"/>
                        </a:schemeClr>
                      </a:solidFill>
                      <a:prstDash val="solid"/>
                      <a:round/>
                      <a:headEnd type="none" w="med" len="med"/>
                      <a:tailEnd type="none" w="med" len="med"/>
                    </a:lnB>
                  </a:tcPr>
                </a:tc>
                <a:tc>
                  <a:txBody>
                    <a:bodyPr/>
                    <a:lstStyle/>
                    <a:p>
                      <a:pPr marL="6350" marR="0" algn="ctr">
                        <a:lnSpc>
                          <a:spcPts val="1185"/>
                        </a:lnSpc>
                        <a:spcBef>
                          <a:spcPts val="105"/>
                        </a:spcBef>
                        <a:buNone/>
                      </a:pPr>
                      <a:r>
                        <a:rPr lang="en-US" sz="1400">
                          <a:solidFill>
                            <a:schemeClr val="bg1"/>
                          </a:solidFill>
                          <a:effectLst/>
                        </a:rPr>
                        <a:t>8-Nov</a:t>
                      </a:r>
                      <a:endParaRPr lang="en-US" sz="1400">
                        <a:solidFill>
                          <a:schemeClr val="bg1"/>
                        </a:solidFill>
                        <a:effectLst/>
                        <a:latin typeface="+mj-lt"/>
                        <a:ea typeface="Times New Roman" panose="02020603050405020304" pitchFamily="18" charset="0"/>
                        <a:cs typeface="Times New Roman" panose="02020603050405020304" pitchFamily="18" charset="0"/>
                      </a:endParaRPr>
                    </a:p>
                  </a:txBody>
                  <a:tcPr marL="0" marR="0" marT="0" marB="0" anchor="ctr">
                    <a:lnL w="12700" cap="flat" cmpd="sng" algn="ctr">
                      <a:solidFill>
                        <a:schemeClr val="bg2">
                          <a:lumMod val="25000"/>
                        </a:schemeClr>
                      </a:solidFill>
                      <a:prstDash val="solid"/>
                      <a:round/>
                      <a:headEnd type="none" w="med" len="med"/>
                      <a:tailEnd type="none" w="med" len="med"/>
                    </a:lnL>
                    <a:lnR w="12700" cap="flat" cmpd="sng" algn="ctr">
                      <a:solidFill>
                        <a:schemeClr val="bg2">
                          <a:lumMod val="25000"/>
                        </a:schemeClr>
                      </a:solidFill>
                      <a:prstDash val="solid"/>
                      <a:round/>
                      <a:headEnd type="none" w="med" len="med"/>
                      <a:tailEnd type="none" w="med" len="med"/>
                    </a:lnR>
                    <a:lnT w="12700" cap="flat" cmpd="sng" algn="ctr">
                      <a:solidFill>
                        <a:schemeClr val="bg2">
                          <a:lumMod val="25000"/>
                        </a:schemeClr>
                      </a:solidFill>
                      <a:prstDash val="solid"/>
                      <a:round/>
                      <a:headEnd type="none" w="med" len="med"/>
                      <a:tailEnd type="none" w="med" len="med"/>
                    </a:lnT>
                    <a:lnB w="12700" cap="flat" cmpd="sng" algn="ctr">
                      <a:solidFill>
                        <a:schemeClr val="bg2">
                          <a:lumMod val="25000"/>
                        </a:schemeClr>
                      </a:solidFill>
                      <a:prstDash val="solid"/>
                      <a:round/>
                      <a:headEnd type="none" w="med" len="med"/>
                      <a:tailEnd type="none" w="med" len="med"/>
                    </a:lnB>
                  </a:tcPr>
                </a:tc>
                <a:tc>
                  <a:txBody>
                    <a:bodyPr/>
                    <a:lstStyle/>
                    <a:p>
                      <a:pPr marL="6350" marR="3175" algn="ctr">
                        <a:lnSpc>
                          <a:spcPts val="1185"/>
                        </a:lnSpc>
                        <a:spcBef>
                          <a:spcPts val="105"/>
                        </a:spcBef>
                        <a:buNone/>
                      </a:pPr>
                      <a:r>
                        <a:rPr lang="en-US" sz="1400" dirty="0">
                          <a:solidFill>
                            <a:schemeClr val="bg1"/>
                          </a:solidFill>
                          <a:effectLst/>
                        </a:rPr>
                        <a:t>Greedy Algorithms</a:t>
                      </a:r>
                      <a:endParaRPr lang="en-US" sz="1400" dirty="0">
                        <a:solidFill>
                          <a:schemeClr val="bg1"/>
                        </a:solidFill>
                        <a:effectLst/>
                        <a:latin typeface="+mj-lt"/>
                        <a:ea typeface="Times New Roman" panose="02020603050405020304" pitchFamily="18" charset="0"/>
                        <a:cs typeface="Times New Roman" panose="02020603050405020304" pitchFamily="18" charset="0"/>
                      </a:endParaRPr>
                    </a:p>
                  </a:txBody>
                  <a:tcPr marL="0" marR="0" marT="0" marB="0" anchor="ctr">
                    <a:lnL w="12700" cap="flat" cmpd="sng" algn="ctr">
                      <a:solidFill>
                        <a:schemeClr val="bg2">
                          <a:lumMod val="25000"/>
                        </a:schemeClr>
                      </a:solidFill>
                      <a:prstDash val="solid"/>
                      <a:round/>
                      <a:headEnd type="none" w="med" len="med"/>
                      <a:tailEnd type="none" w="med" len="med"/>
                    </a:lnL>
                    <a:lnR w="12700" cap="flat" cmpd="sng" algn="ctr">
                      <a:solidFill>
                        <a:schemeClr val="bg2">
                          <a:lumMod val="25000"/>
                        </a:schemeClr>
                      </a:solidFill>
                      <a:prstDash val="solid"/>
                      <a:round/>
                      <a:headEnd type="none" w="med" len="med"/>
                      <a:tailEnd type="none" w="med" len="med"/>
                    </a:lnR>
                    <a:lnT w="12700" cap="flat" cmpd="sng" algn="ctr">
                      <a:solidFill>
                        <a:schemeClr val="bg2">
                          <a:lumMod val="25000"/>
                        </a:schemeClr>
                      </a:solidFill>
                      <a:prstDash val="solid"/>
                      <a:round/>
                      <a:headEnd type="none" w="med" len="med"/>
                      <a:tailEnd type="none" w="med" len="med"/>
                    </a:lnT>
                    <a:lnB w="12700" cap="flat" cmpd="sng" algn="ctr">
                      <a:solidFill>
                        <a:schemeClr val="bg2">
                          <a:lumMod val="25000"/>
                        </a:schemeClr>
                      </a:solidFill>
                      <a:prstDash val="solid"/>
                      <a:round/>
                      <a:headEnd type="none" w="med" len="med"/>
                      <a:tailEnd type="none" w="med" len="med"/>
                    </a:lnB>
                  </a:tcPr>
                </a:tc>
                <a:tc>
                  <a:txBody>
                    <a:bodyPr/>
                    <a:lstStyle/>
                    <a:p>
                      <a:pPr marL="5080" marR="1270" algn="ctr">
                        <a:lnSpc>
                          <a:spcPts val="1190"/>
                        </a:lnSpc>
                        <a:spcBef>
                          <a:spcPts val="100"/>
                        </a:spcBef>
                        <a:buNone/>
                      </a:pPr>
                      <a:r>
                        <a:rPr lang="en-US" sz="1400" dirty="0">
                          <a:solidFill>
                            <a:schemeClr val="accent6"/>
                          </a:solidFill>
                          <a:effectLst/>
                        </a:rPr>
                        <a:t>P</a:t>
                      </a:r>
                      <a:r>
                        <a:rPr lang="en-US" sz="1400" baseline="-25000" dirty="0">
                          <a:solidFill>
                            <a:schemeClr val="accent6"/>
                          </a:solidFill>
                          <a:effectLst/>
                        </a:rPr>
                        <a:t>2b</a:t>
                      </a:r>
                      <a:endParaRPr lang="en-US" sz="1400" dirty="0">
                        <a:solidFill>
                          <a:schemeClr val="accent6"/>
                        </a:solidFill>
                        <a:effectLst/>
                        <a:latin typeface="+mj-lt"/>
                        <a:ea typeface="Times New Roman" panose="02020603050405020304" pitchFamily="18" charset="0"/>
                        <a:cs typeface="Times New Roman" panose="02020603050405020304" pitchFamily="18" charset="0"/>
                      </a:endParaRPr>
                    </a:p>
                  </a:txBody>
                  <a:tcPr marL="0" marR="0" marT="0" marB="0" anchor="ctr">
                    <a:lnL w="12700" cap="flat" cmpd="sng" algn="ctr">
                      <a:solidFill>
                        <a:schemeClr val="bg2">
                          <a:lumMod val="25000"/>
                        </a:schemeClr>
                      </a:solidFill>
                      <a:prstDash val="solid"/>
                      <a:round/>
                      <a:headEnd type="none" w="med" len="med"/>
                      <a:tailEnd type="none" w="med" len="med"/>
                    </a:lnL>
                    <a:lnR w="12700" cap="flat" cmpd="sng" algn="ctr">
                      <a:solidFill>
                        <a:schemeClr val="bg2">
                          <a:lumMod val="25000"/>
                        </a:schemeClr>
                      </a:solidFill>
                      <a:prstDash val="solid"/>
                      <a:round/>
                      <a:headEnd type="none" w="med" len="med"/>
                      <a:tailEnd type="none" w="med" len="med"/>
                    </a:lnR>
                    <a:lnT w="12700" cap="flat" cmpd="sng" algn="ctr">
                      <a:solidFill>
                        <a:schemeClr val="bg2">
                          <a:lumMod val="25000"/>
                        </a:schemeClr>
                      </a:solidFill>
                      <a:prstDash val="solid"/>
                      <a:round/>
                      <a:headEnd type="none" w="med" len="med"/>
                      <a:tailEnd type="none" w="med" len="med"/>
                    </a:lnT>
                    <a:lnB w="12700" cap="flat" cmpd="sng" algn="ctr">
                      <a:solidFill>
                        <a:schemeClr val="bg2">
                          <a:lumMod val="25000"/>
                        </a:schemeClr>
                      </a:solidFill>
                      <a:prstDash val="solid"/>
                      <a:round/>
                      <a:headEnd type="none" w="med" len="med"/>
                      <a:tailEnd type="none" w="med" len="med"/>
                    </a:lnB>
                  </a:tcPr>
                </a:tc>
                <a:extLst>
                  <a:ext uri="{0D108BD9-81ED-4DB2-BD59-A6C34878D82A}">
                    <a16:rowId xmlns:a16="http://schemas.microsoft.com/office/drawing/2014/main" val="1813949876"/>
                  </a:ext>
                </a:extLst>
              </a:tr>
              <a:tr h="255523">
                <a:tc>
                  <a:txBody>
                    <a:bodyPr/>
                    <a:lstStyle/>
                    <a:p>
                      <a:pPr marL="5715" marR="635" algn="ctr">
                        <a:lnSpc>
                          <a:spcPts val="1195"/>
                        </a:lnSpc>
                        <a:spcBef>
                          <a:spcPts val="90"/>
                        </a:spcBef>
                        <a:buNone/>
                      </a:pPr>
                      <a:r>
                        <a:rPr lang="en-US" sz="1400">
                          <a:solidFill>
                            <a:schemeClr val="bg1"/>
                          </a:solidFill>
                          <a:effectLst/>
                        </a:rPr>
                        <a:t>13</a:t>
                      </a:r>
                      <a:endParaRPr lang="en-US" sz="1400">
                        <a:solidFill>
                          <a:schemeClr val="bg1"/>
                        </a:solidFill>
                        <a:effectLst/>
                        <a:latin typeface="+mj-lt"/>
                        <a:ea typeface="Times New Roman" panose="02020603050405020304" pitchFamily="18" charset="0"/>
                        <a:cs typeface="Times New Roman" panose="02020603050405020304" pitchFamily="18" charset="0"/>
                      </a:endParaRPr>
                    </a:p>
                  </a:txBody>
                  <a:tcPr marL="0" marR="0" marT="0" marB="0" anchor="ctr">
                    <a:lnL w="12700" cap="flat" cmpd="sng" algn="ctr">
                      <a:solidFill>
                        <a:schemeClr val="bg2">
                          <a:lumMod val="25000"/>
                        </a:schemeClr>
                      </a:solidFill>
                      <a:prstDash val="solid"/>
                      <a:round/>
                      <a:headEnd type="none" w="med" len="med"/>
                      <a:tailEnd type="none" w="med" len="med"/>
                    </a:lnL>
                    <a:lnR w="12700" cap="flat" cmpd="sng" algn="ctr">
                      <a:solidFill>
                        <a:schemeClr val="bg2">
                          <a:lumMod val="25000"/>
                        </a:schemeClr>
                      </a:solidFill>
                      <a:prstDash val="solid"/>
                      <a:round/>
                      <a:headEnd type="none" w="med" len="med"/>
                      <a:tailEnd type="none" w="med" len="med"/>
                    </a:lnR>
                    <a:lnT w="12700" cap="flat" cmpd="sng" algn="ctr">
                      <a:solidFill>
                        <a:schemeClr val="bg2">
                          <a:lumMod val="25000"/>
                        </a:schemeClr>
                      </a:solidFill>
                      <a:prstDash val="solid"/>
                      <a:round/>
                      <a:headEnd type="none" w="med" len="med"/>
                      <a:tailEnd type="none" w="med" len="med"/>
                    </a:lnT>
                    <a:lnB w="12700" cap="flat" cmpd="sng" algn="ctr">
                      <a:solidFill>
                        <a:schemeClr val="bg2">
                          <a:lumMod val="25000"/>
                        </a:schemeClr>
                      </a:solidFill>
                      <a:prstDash val="solid"/>
                      <a:round/>
                      <a:headEnd type="none" w="med" len="med"/>
                      <a:tailEnd type="none" w="med" len="med"/>
                    </a:lnB>
                  </a:tcPr>
                </a:tc>
                <a:tc>
                  <a:txBody>
                    <a:bodyPr/>
                    <a:lstStyle/>
                    <a:p>
                      <a:pPr marL="6985" marR="1270" algn="ctr">
                        <a:lnSpc>
                          <a:spcPts val="1195"/>
                        </a:lnSpc>
                        <a:spcBef>
                          <a:spcPts val="90"/>
                        </a:spcBef>
                        <a:buNone/>
                      </a:pPr>
                      <a:r>
                        <a:rPr lang="en-US" sz="1400">
                          <a:solidFill>
                            <a:schemeClr val="bg1"/>
                          </a:solidFill>
                          <a:effectLst/>
                        </a:rPr>
                        <a:t>9-Nov</a:t>
                      </a:r>
                      <a:endParaRPr lang="en-US" sz="1400">
                        <a:solidFill>
                          <a:schemeClr val="bg1"/>
                        </a:solidFill>
                        <a:effectLst/>
                        <a:latin typeface="+mj-lt"/>
                        <a:ea typeface="Times New Roman" panose="02020603050405020304" pitchFamily="18" charset="0"/>
                        <a:cs typeface="Times New Roman" panose="02020603050405020304" pitchFamily="18" charset="0"/>
                      </a:endParaRPr>
                    </a:p>
                  </a:txBody>
                  <a:tcPr marL="0" marR="0" marT="0" marB="0" anchor="ctr">
                    <a:lnL w="12700" cap="flat" cmpd="sng" algn="ctr">
                      <a:solidFill>
                        <a:schemeClr val="bg2">
                          <a:lumMod val="25000"/>
                        </a:schemeClr>
                      </a:solidFill>
                      <a:prstDash val="solid"/>
                      <a:round/>
                      <a:headEnd type="none" w="med" len="med"/>
                      <a:tailEnd type="none" w="med" len="med"/>
                    </a:lnL>
                    <a:lnR w="12700" cap="flat" cmpd="sng" algn="ctr">
                      <a:solidFill>
                        <a:schemeClr val="bg2">
                          <a:lumMod val="25000"/>
                        </a:schemeClr>
                      </a:solidFill>
                      <a:prstDash val="solid"/>
                      <a:round/>
                      <a:headEnd type="none" w="med" len="med"/>
                      <a:tailEnd type="none" w="med" len="med"/>
                    </a:lnR>
                    <a:lnT w="12700" cap="flat" cmpd="sng" algn="ctr">
                      <a:solidFill>
                        <a:schemeClr val="bg2">
                          <a:lumMod val="25000"/>
                        </a:schemeClr>
                      </a:solidFill>
                      <a:prstDash val="solid"/>
                      <a:round/>
                      <a:headEnd type="none" w="med" len="med"/>
                      <a:tailEnd type="none" w="med" len="med"/>
                    </a:lnT>
                    <a:lnB w="12700" cap="flat" cmpd="sng" algn="ctr">
                      <a:solidFill>
                        <a:schemeClr val="bg2">
                          <a:lumMod val="25000"/>
                        </a:schemeClr>
                      </a:solidFill>
                      <a:prstDash val="solid"/>
                      <a:round/>
                      <a:headEnd type="none" w="med" len="med"/>
                      <a:tailEnd type="none" w="med" len="med"/>
                    </a:lnB>
                  </a:tcPr>
                </a:tc>
                <a:tc>
                  <a:txBody>
                    <a:bodyPr/>
                    <a:lstStyle/>
                    <a:p>
                      <a:pPr marL="6350" marR="1270" algn="ctr">
                        <a:lnSpc>
                          <a:spcPts val="1195"/>
                        </a:lnSpc>
                        <a:spcBef>
                          <a:spcPts val="90"/>
                        </a:spcBef>
                        <a:buNone/>
                      </a:pPr>
                      <a:r>
                        <a:rPr lang="en-US" sz="1400">
                          <a:solidFill>
                            <a:schemeClr val="bg1"/>
                          </a:solidFill>
                          <a:effectLst/>
                        </a:rPr>
                        <a:t>15-Nov</a:t>
                      </a:r>
                      <a:endParaRPr lang="en-US" sz="1400">
                        <a:solidFill>
                          <a:schemeClr val="bg1"/>
                        </a:solidFill>
                        <a:effectLst/>
                        <a:latin typeface="+mj-lt"/>
                        <a:ea typeface="Times New Roman" panose="02020603050405020304" pitchFamily="18" charset="0"/>
                        <a:cs typeface="Times New Roman" panose="02020603050405020304" pitchFamily="18" charset="0"/>
                      </a:endParaRPr>
                    </a:p>
                  </a:txBody>
                  <a:tcPr marL="0" marR="0" marT="0" marB="0" anchor="ctr">
                    <a:lnL w="12700" cap="flat" cmpd="sng" algn="ctr">
                      <a:solidFill>
                        <a:schemeClr val="bg2">
                          <a:lumMod val="25000"/>
                        </a:schemeClr>
                      </a:solidFill>
                      <a:prstDash val="solid"/>
                      <a:round/>
                      <a:headEnd type="none" w="med" len="med"/>
                      <a:tailEnd type="none" w="med" len="med"/>
                    </a:lnL>
                    <a:lnR w="12700" cap="flat" cmpd="sng" algn="ctr">
                      <a:solidFill>
                        <a:schemeClr val="bg2">
                          <a:lumMod val="25000"/>
                        </a:schemeClr>
                      </a:solidFill>
                      <a:prstDash val="solid"/>
                      <a:round/>
                      <a:headEnd type="none" w="med" len="med"/>
                      <a:tailEnd type="none" w="med" len="med"/>
                    </a:lnR>
                    <a:lnT w="12700" cap="flat" cmpd="sng" algn="ctr">
                      <a:solidFill>
                        <a:schemeClr val="bg2">
                          <a:lumMod val="25000"/>
                        </a:schemeClr>
                      </a:solidFill>
                      <a:prstDash val="solid"/>
                      <a:round/>
                      <a:headEnd type="none" w="med" len="med"/>
                      <a:tailEnd type="none" w="med" len="med"/>
                    </a:lnT>
                    <a:lnB w="12700" cap="flat" cmpd="sng" algn="ctr">
                      <a:solidFill>
                        <a:schemeClr val="bg2">
                          <a:lumMod val="25000"/>
                        </a:schemeClr>
                      </a:solidFill>
                      <a:prstDash val="solid"/>
                      <a:round/>
                      <a:headEnd type="none" w="med" len="med"/>
                      <a:tailEnd type="none" w="med" len="med"/>
                    </a:lnB>
                  </a:tcPr>
                </a:tc>
                <a:tc>
                  <a:txBody>
                    <a:bodyPr/>
                    <a:lstStyle/>
                    <a:p>
                      <a:pPr marL="6350" marR="2540" algn="ctr">
                        <a:lnSpc>
                          <a:spcPts val="1195"/>
                        </a:lnSpc>
                        <a:spcBef>
                          <a:spcPts val="90"/>
                        </a:spcBef>
                        <a:buNone/>
                      </a:pPr>
                      <a:r>
                        <a:rPr lang="en-US" sz="1400" dirty="0">
                          <a:solidFill>
                            <a:schemeClr val="bg1"/>
                          </a:solidFill>
                          <a:effectLst/>
                        </a:rPr>
                        <a:t>Dynamic Programming</a:t>
                      </a:r>
                      <a:endParaRPr lang="en-US" sz="1400" dirty="0">
                        <a:solidFill>
                          <a:schemeClr val="bg1"/>
                        </a:solidFill>
                        <a:effectLst/>
                        <a:latin typeface="+mj-lt"/>
                        <a:ea typeface="Times New Roman" panose="02020603050405020304" pitchFamily="18" charset="0"/>
                        <a:cs typeface="Times New Roman" panose="02020603050405020304" pitchFamily="18" charset="0"/>
                      </a:endParaRPr>
                    </a:p>
                  </a:txBody>
                  <a:tcPr marL="0" marR="0" marT="0" marB="0" anchor="ctr">
                    <a:lnL w="12700" cap="flat" cmpd="sng" algn="ctr">
                      <a:solidFill>
                        <a:schemeClr val="bg2">
                          <a:lumMod val="25000"/>
                        </a:schemeClr>
                      </a:solidFill>
                      <a:prstDash val="solid"/>
                      <a:round/>
                      <a:headEnd type="none" w="med" len="med"/>
                      <a:tailEnd type="none" w="med" len="med"/>
                    </a:lnL>
                    <a:lnR w="12700" cap="flat" cmpd="sng" algn="ctr">
                      <a:solidFill>
                        <a:schemeClr val="bg2">
                          <a:lumMod val="25000"/>
                        </a:schemeClr>
                      </a:solidFill>
                      <a:prstDash val="solid"/>
                      <a:round/>
                      <a:headEnd type="none" w="med" len="med"/>
                      <a:tailEnd type="none" w="med" len="med"/>
                    </a:lnR>
                    <a:lnT w="12700" cap="flat" cmpd="sng" algn="ctr">
                      <a:solidFill>
                        <a:schemeClr val="bg2">
                          <a:lumMod val="25000"/>
                        </a:schemeClr>
                      </a:solidFill>
                      <a:prstDash val="solid"/>
                      <a:round/>
                      <a:headEnd type="none" w="med" len="med"/>
                      <a:tailEnd type="none" w="med" len="med"/>
                    </a:lnT>
                    <a:lnB w="12700" cap="flat" cmpd="sng" algn="ctr">
                      <a:solidFill>
                        <a:schemeClr val="bg2">
                          <a:lumMod val="25000"/>
                        </a:schemeClr>
                      </a:solidFill>
                      <a:prstDash val="solid"/>
                      <a:round/>
                      <a:headEnd type="none" w="med" len="med"/>
                      <a:tailEnd type="none" w="med" len="med"/>
                    </a:lnB>
                  </a:tcPr>
                </a:tc>
                <a:tc>
                  <a:txBody>
                    <a:bodyPr/>
                    <a:lstStyle/>
                    <a:p>
                      <a:pPr marL="5080" marR="635" algn="ctr">
                        <a:lnSpc>
                          <a:spcPts val="1200"/>
                        </a:lnSpc>
                        <a:spcBef>
                          <a:spcPts val="90"/>
                        </a:spcBef>
                        <a:buNone/>
                      </a:pPr>
                      <a:r>
                        <a:rPr lang="en-US" sz="1400" dirty="0">
                          <a:solidFill>
                            <a:schemeClr val="accent2"/>
                          </a:solidFill>
                          <a:effectLst/>
                        </a:rPr>
                        <a:t>Q</a:t>
                      </a:r>
                      <a:r>
                        <a:rPr lang="en-US" sz="1400" baseline="-25000" dirty="0">
                          <a:solidFill>
                            <a:schemeClr val="accent2"/>
                          </a:solidFill>
                          <a:effectLst/>
                        </a:rPr>
                        <a:t>9</a:t>
                      </a:r>
                      <a:endParaRPr lang="en-US" sz="1400" dirty="0">
                        <a:solidFill>
                          <a:schemeClr val="accent2"/>
                        </a:solidFill>
                        <a:effectLst/>
                        <a:latin typeface="+mj-lt"/>
                        <a:ea typeface="Times New Roman" panose="02020603050405020304" pitchFamily="18" charset="0"/>
                        <a:cs typeface="Times New Roman" panose="02020603050405020304" pitchFamily="18" charset="0"/>
                      </a:endParaRPr>
                    </a:p>
                  </a:txBody>
                  <a:tcPr marL="0" marR="0" marT="0" marB="0" anchor="ctr">
                    <a:lnL w="12700" cap="flat" cmpd="sng" algn="ctr">
                      <a:solidFill>
                        <a:schemeClr val="bg2">
                          <a:lumMod val="25000"/>
                        </a:schemeClr>
                      </a:solidFill>
                      <a:prstDash val="solid"/>
                      <a:round/>
                      <a:headEnd type="none" w="med" len="med"/>
                      <a:tailEnd type="none" w="med" len="med"/>
                    </a:lnL>
                    <a:lnR w="12700" cap="flat" cmpd="sng" algn="ctr">
                      <a:solidFill>
                        <a:schemeClr val="bg2">
                          <a:lumMod val="25000"/>
                        </a:schemeClr>
                      </a:solidFill>
                      <a:prstDash val="solid"/>
                      <a:round/>
                      <a:headEnd type="none" w="med" len="med"/>
                      <a:tailEnd type="none" w="med" len="med"/>
                    </a:lnR>
                    <a:lnT w="12700" cap="flat" cmpd="sng" algn="ctr">
                      <a:solidFill>
                        <a:schemeClr val="bg2">
                          <a:lumMod val="25000"/>
                        </a:schemeClr>
                      </a:solidFill>
                      <a:prstDash val="solid"/>
                      <a:round/>
                      <a:headEnd type="none" w="med" len="med"/>
                      <a:tailEnd type="none" w="med" len="med"/>
                    </a:lnT>
                    <a:lnB w="12700" cap="flat" cmpd="sng" algn="ctr">
                      <a:solidFill>
                        <a:schemeClr val="bg2">
                          <a:lumMod val="25000"/>
                        </a:schemeClr>
                      </a:solidFill>
                      <a:prstDash val="solid"/>
                      <a:round/>
                      <a:headEnd type="none" w="med" len="med"/>
                      <a:tailEnd type="none" w="med" len="med"/>
                    </a:lnB>
                  </a:tcPr>
                </a:tc>
                <a:extLst>
                  <a:ext uri="{0D108BD9-81ED-4DB2-BD59-A6C34878D82A}">
                    <a16:rowId xmlns:a16="http://schemas.microsoft.com/office/drawing/2014/main" val="2431582848"/>
                  </a:ext>
                </a:extLst>
              </a:tr>
              <a:tr h="253678">
                <a:tc>
                  <a:txBody>
                    <a:bodyPr/>
                    <a:lstStyle/>
                    <a:p>
                      <a:pPr marL="5715" marR="635" algn="ctr">
                        <a:lnSpc>
                          <a:spcPts val="1185"/>
                        </a:lnSpc>
                        <a:spcBef>
                          <a:spcPts val="90"/>
                        </a:spcBef>
                        <a:buNone/>
                      </a:pPr>
                      <a:r>
                        <a:rPr lang="en-US" sz="1400">
                          <a:solidFill>
                            <a:schemeClr val="bg1"/>
                          </a:solidFill>
                          <a:effectLst/>
                        </a:rPr>
                        <a:t>14</a:t>
                      </a:r>
                      <a:endParaRPr lang="en-US" sz="1400">
                        <a:solidFill>
                          <a:schemeClr val="bg1"/>
                        </a:solidFill>
                        <a:effectLst/>
                        <a:latin typeface="+mj-lt"/>
                        <a:ea typeface="Times New Roman" panose="02020603050405020304" pitchFamily="18" charset="0"/>
                        <a:cs typeface="Times New Roman" panose="02020603050405020304" pitchFamily="18" charset="0"/>
                      </a:endParaRPr>
                    </a:p>
                  </a:txBody>
                  <a:tcPr marL="0" marR="0" marT="0" marB="0" anchor="ctr">
                    <a:lnL w="12700" cap="flat" cmpd="sng" algn="ctr">
                      <a:solidFill>
                        <a:schemeClr val="bg2">
                          <a:lumMod val="25000"/>
                        </a:schemeClr>
                      </a:solidFill>
                      <a:prstDash val="solid"/>
                      <a:round/>
                      <a:headEnd type="none" w="med" len="med"/>
                      <a:tailEnd type="none" w="med" len="med"/>
                    </a:lnL>
                    <a:lnR w="12700" cap="flat" cmpd="sng" algn="ctr">
                      <a:solidFill>
                        <a:schemeClr val="bg2">
                          <a:lumMod val="25000"/>
                        </a:schemeClr>
                      </a:solidFill>
                      <a:prstDash val="solid"/>
                      <a:round/>
                      <a:headEnd type="none" w="med" len="med"/>
                      <a:tailEnd type="none" w="med" len="med"/>
                    </a:lnR>
                    <a:lnT w="12700" cap="flat" cmpd="sng" algn="ctr">
                      <a:solidFill>
                        <a:schemeClr val="bg2">
                          <a:lumMod val="25000"/>
                        </a:schemeClr>
                      </a:solidFill>
                      <a:prstDash val="solid"/>
                      <a:round/>
                      <a:headEnd type="none" w="med" len="med"/>
                      <a:tailEnd type="none" w="med" len="med"/>
                    </a:lnT>
                    <a:lnB w="12700" cap="flat" cmpd="sng" algn="ctr">
                      <a:solidFill>
                        <a:schemeClr val="bg2">
                          <a:lumMod val="25000"/>
                        </a:schemeClr>
                      </a:solidFill>
                      <a:prstDash val="solid"/>
                      <a:round/>
                      <a:headEnd type="none" w="med" len="med"/>
                      <a:tailEnd type="none" w="med" len="med"/>
                    </a:lnB>
                  </a:tcPr>
                </a:tc>
                <a:tc>
                  <a:txBody>
                    <a:bodyPr/>
                    <a:lstStyle/>
                    <a:p>
                      <a:pPr marL="6985" marR="1270" algn="ctr">
                        <a:lnSpc>
                          <a:spcPts val="1185"/>
                        </a:lnSpc>
                        <a:spcBef>
                          <a:spcPts val="90"/>
                        </a:spcBef>
                        <a:buNone/>
                      </a:pPr>
                      <a:r>
                        <a:rPr lang="en-US" sz="1400">
                          <a:solidFill>
                            <a:schemeClr val="bg1"/>
                          </a:solidFill>
                          <a:effectLst/>
                        </a:rPr>
                        <a:t>16-Nov</a:t>
                      </a:r>
                      <a:endParaRPr lang="en-US" sz="1400">
                        <a:solidFill>
                          <a:schemeClr val="bg1"/>
                        </a:solidFill>
                        <a:effectLst/>
                        <a:latin typeface="+mj-lt"/>
                        <a:ea typeface="Times New Roman" panose="02020603050405020304" pitchFamily="18" charset="0"/>
                        <a:cs typeface="Times New Roman" panose="02020603050405020304" pitchFamily="18" charset="0"/>
                      </a:endParaRPr>
                    </a:p>
                  </a:txBody>
                  <a:tcPr marL="0" marR="0" marT="0" marB="0" anchor="ctr">
                    <a:lnL w="12700" cap="flat" cmpd="sng" algn="ctr">
                      <a:solidFill>
                        <a:schemeClr val="bg2">
                          <a:lumMod val="25000"/>
                        </a:schemeClr>
                      </a:solidFill>
                      <a:prstDash val="solid"/>
                      <a:round/>
                      <a:headEnd type="none" w="med" len="med"/>
                      <a:tailEnd type="none" w="med" len="med"/>
                    </a:lnL>
                    <a:lnR w="12700" cap="flat" cmpd="sng" algn="ctr">
                      <a:solidFill>
                        <a:schemeClr val="bg2">
                          <a:lumMod val="25000"/>
                        </a:schemeClr>
                      </a:solidFill>
                      <a:prstDash val="solid"/>
                      <a:round/>
                      <a:headEnd type="none" w="med" len="med"/>
                      <a:tailEnd type="none" w="med" len="med"/>
                    </a:lnR>
                    <a:lnT w="12700" cap="flat" cmpd="sng" algn="ctr">
                      <a:solidFill>
                        <a:schemeClr val="bg2">
                          <a:lumMod val="25000"/>
                        </a:schemeClr>
                      </a:solidFill>
                      <a:prstDash val="solid"/>
                      <a:round/>
                      <a:headEnd type="none" w="med" len="med"/>
                      <a:tailEnd type="none" w="med" len="med"/>
                    </a:lnT>
                    <a:lnB w="12700" cap="flat" cmpd="sng" algn="ctr">
                      <a:solidFill>
                        <a:schemeClr val="bg2">
                          <a:lumMod val="25000"/>
                        </a:schemeClr>
                      </a:solidFill>
                      <a:prstDash val="solid"/>
                      <a:round/>
                      <a:headEnd type="none" w="med" len="med"/>
                      <a:tailEnd type="none" w="med" len="med"/>
                    </a:lnB>
                  </a:tcPr>
                </a:tc>
                <a:tc>
                  <a:txBody>
                    <a:bodyPr/>
                    <a:lstStyle/>
                    <a:p>
                      <a:pPr marL="6350" marR="1270" algn="ctr">
                        <a:lnSpc>
                          <a:spcPts val="1185"/>
                        </a:lnSpc>
                        <a:spcBef>
                          <a:spcPts val="90"/>
                        </a:spcBef>
                        <a:buNone/>
                      </a:pPr>
                      <a:r>
                        <a:rPr lang="en-US" sz="1400">
                          <a:solidFill>
                            <a:schemeClr val="bg1"/>
                          </a:solidFill>
                          <a:effectLst/>
                        </a:rPr>
                        <a:t>22-Nov</a:t>
                      </a:r>
                      <a:endParaRPr lang="en-US" sz="1400">
                        <a:solidFill>
                          <a:schemeClr val="bg1"/>
                        </a:solidFill>
                        <a:effectLst/>
                        <a:latin typeface="+mj-lt"/>
                        <a:ea typeface="Times New Roman" panose="02020603050405020304" pitchFamily="18" charset="0"/>
                        <a:cs typeface="Times New Roman" panose="02020603050405020304" pitchFamily="18" charset="0"/>
                      </a:endParaRPr>
                    </a:p>
                  </a:txBody>
                  <a:tcPr marL="0" marR="0" marT="0" marB="0" anchor="ctr">
                    <a:lnL w="12700" cap="flat" cmpd="sng" algn="ctr">
                      <a:solidFill>
                        <a:schemeClr val="bg2">
                          <a:lumMod val="25000"/>
                        </a:schemeClr>
                      </a:solidFill>
                      <a:prstDash val="solid"/>
                      <a:round/>
                      <a:headEnd type="none" w="med" len="med"/>
                      <a:tailEnd type="none" w="med" len="med"/>
                    </a:lnL>
                    <a:lnR w="12700" cap="flat" cmpd="sng" algn="ctr">
                      <a:solidFill>
                        <a:schemeClr val="bg2">
                          <a:lumMod val="25000"/>
                        </a:schemeClr>
                      </a:solidFill>
                      <a:prstDash val="solid"/>
                      <a:round/>
                      <a:headEnd type="none" w="med" len="med"/>
                      <a:tailEnd type="none" w="med" len="med"/>
                    </a:lnR>
                    <a:lnT w="12700" cap="flat" cmpd="sng" algn="ctr">
                      <a:solidFill>
                        <a:schemeClr val="bg2">
                          <a:lumMod val="25000"/>
                        </a:schemeClr>
                      </a:solidFill>
                      <a:prstDash val="solid"/>
                      <a:round/>
                      <a:headEnd type="none" w="med" len="med"/>
                      <a:tailEnd type="none" w="med" len="med"/>
                    </a:lnT>
                    <a:lnB w="12700" cap="flat" cmpd="sng" algn="ctr">
                      <a:solidFill>
                        <a:schemeClr val="bg2">
                          <a:lumMod val="25000"/>
                        </a:schemeClr>
                      </a:solidFill>
                      <a:prstDash val="solid"/>
                      <a:round/>
                      <a:headEnd type="none" w="med" len="med"/>
                      <a:tailEnd type="none" w="med" len="med"/>
                    </a:lnB>
                  </a:tcPr>
                </a:tc>
                <a:tc>
                  <a:txBody>
                    <a:bodyPr/>
                    <a:lstStyle/>
                    <a:p>
                      <a:pPr marL="6350" marR="2540" algn="ctr">
                        <a:lnSpc>
                          <a:spcPts val="1185"/>
                        </a:lnSpc>
                        <a:spcBef>
                          <a:spcPts val="90"/>
                        </a:spcBef>
                        <a:buNone/>
                      </a:pPr>
                      <a:r>
                        <a:rPr lang="en-US" sz="1400" b="1" dirty="0">
                          <a:solidFill>
                            <a:srgbClr val="00B0F0"/>
                          </a:solidFill>
                          <a:effectLst/>
                        </a:rPr>
                        <a:t>Exam 2 (Nov 18 - 8:20 - 10:10 PM)</a:t>
                      </a:r>
                      <a:endParaRPr lang="en-US" sz="1400" b="1" dirty="0">
                        <a:solidFill>
                          <a:srgbClr val="00B0F0"/>
                        </a:solidFill>
                        <a:effectLst/>
                        <a:latin typeface="+mj-lt"/>
                        <a:ea typeface="Times New Roman" panose="02020603050405020304" pitchFamily="18" charset="0"/>
                        <a:cs typeface="Times New Roman" panose="02020603050405020304" pitchFamily="18" charset="0"/>
                      </a:endParaRPr>
                    </a:p>
                  </a:txBody>
                  <a:tcPr marL="0" marR="0" marT="0" marB="0" anchor="ctr">
                    <a:lnL w="12700" cap="flat" cmpd="sng" algn="ctr">
                      <a:solidFill>
                        <a:schemeClr val="bg2">
                          <a:lumMod val="25000"/>
                        </a:schemeClr>
                      </a:solidFill>
                      <a:prstDash val="solid"/>
                      <a:round/>
                      <a:headEnd type="none" w="med" len="med"/>
                      <a:tailEnd type="none" w="med" len="med"/>
                    </a:lnL>
                    <a:lnR w="12700" cap="flat" cmpd="sng" algn="ctr">
                      <a:solidFill>
                        <a:schemeClr val="bg2">
                          <a:lumMod val="25000"/>
                        </a:schemeClr>
                      </a:solidFill>
                      <a:prstDash val="solid"/>
                      <a:round/>
                      <a:headEnd type="none" w="med" len="med"/>
                      <a:tailEnd type="none" w="med" len="med"/>
                    </a:lnR>
                    <a:lnT w="12700" cap="flat" cmpd="sng" algn="ctr">
                      <a:solidFill>
                        <a:schemeClr val="bg2">
                          <a:lumMod val="25000"/>
                        </a:schemeClr>
                      </a:solidFill>
                      <a:prstDash val="solid"/>
                      <a:round/>
                      <a:headEnd type="none" w="med" len="med"/>
                      <a:tailEnd type="none" w="med" len="med"/>
                    </a:lnT>
                    <a:lnB w="12700" cap="flat" cmpd="sng" algn="ctr">
                      <a:solidFill>
                        <a:schemeClr val="bg2">
                          <a:lumMod val="25000"/>
                        </a:schemeClr>
                      </a:solidFill>
                      <a:prstDash val="solid"/>
                      <a:round/>
                      <a:headEnd type="none" w="med" len="med"/>
                      <a:tailEnd type="none" w="med" len="med"/>
                    </a:lnB>
                  </a:tcPr>
                </a:tc>
                <a:tc>
                  <a:txBody>
                    <a:bodyPr/>
                    <a:lstStyle/>
                    <a:p>
                      <a:pPr marL="5080" marR="635" algn="ctr">
                        <a:lnSpc>
                          <a:spcPts val="1190"/>
                        </a:lnSpc>
                        <a:spcBef>
                          <a:spcPts val="90"/>
                        </a:spcBef>
                        <a:buNone/>
                      </a:pPr>
                      <a:r>
                        <a:rPr lang="en-US" sz="1400" dirty="0">
                          <a:solidFill>
                            <a:srgbClr val="00B0F0"/>
                          </a:solidFill>
                          <a:effectLst/>
                        </a:rPr>
                        <a:t>E</a:t>
                      </a:r>
                      <a:r>
                        <a:rPr lang="en-US" sz="1400" baseline="-25000" dirty="0">
                          <a:solidFill>
                            <a:srgbClr val="00B0F0"/>
                          </a:solidFill>
                          <a:effectLst/>
                        </a:rPr>
                        <a:t>2</a:t>
                      </a:r>
                      <a:endParaRPr lang="en-US" sz="1400" dirty="0">
                        <a:solidFill>
                          <a:srgbClr val="00B0F0"/>
                        </a:solidFill>
                        <a:effectLst/>
                        <a:latin typeface="+mj-lt"/>
                        <a:ea typeface="Times New Roman" panose="02020603050405020304" pitchFamily="18" charset="0"/>
                        <a:cs typeface="Times New Roman" panose="02020603050405020304" pitchFamily="18" charset="0"/>
                      </a:endParaRPr>
                    </a:p>
                  </a:txBody>
                  <a:tcPr marL="0" marR="0" marT="0" marB="0" anchor="ctr">
                    <a:lnL w="12700" cap="flat" cmpd="sng" algn="ctr">
                      <a:solidFill>
                        <a:schemeClr val="bg2">
                          <a:lumMod val="25000"/>
                        </a:schemeClr>
                      </a:solidFill>
                      <a:prstDash val="solid"/>
                      <a:round/>
                      <a:headEnd type="none" w="med" len="med"/>
                      <a:tailEnd type="none" w="med" len="med"/>
                    </a:lnL>
                    <a:lnR w="12700" cap="flat" cmpd="sng" algn="ctr">
                      <a:solidFill>
                        <a:schemeClr val="bg2">
                          <a:lumMod val="25000"/>
                        </a:schemeClr>
                      </a:solidFill>
                      <a:prstDash val="solid"/>
                      <a:round/>
                      <a:headEnd type="none" w="med" len="med"/>
                      <a:tailEnd type="none" w="med" len="med"/>
                    </a:lnR>
                    <a:lnT w="12700" cap="flat" cmpd="sng" algn="ctr">
                      <a:solidFill>
                        <a:schemeClr val="bg2">
                          <a:lumMod val="25000"/>
                        </a:schemeClr>
                      </a:solidFill>
                      <a:prstDash val="solid"/>
                      <a:round/>
                      <a:headEnd type="none" w="med" len="med"/>
                      <a:tailEnd type="none" w="med" len="med"/>
                    </a:lnT>
                    <a:lnB w="12700" cap="flat" cmpd="sng" algn="ctr">
                      <a:solidFill>
                        <a:schemeClr val="bg2">
                          <a:lumMod val="25000"/>
                        </a:schemeClr>
                      </a:solidFill>
                      <a:prstDash val="solid"/>
                      <a:round/>
                      <a:headEnd type="none" w="med" len="med"/>
                      <a:tailEnd type="none" w="med" len="med"/>
                    </a:lnB>
                  </a:tcPr>
                </a:tc>
                <a:extLst>
                  <a:ext uri="{0D108BD9-81ED-4DB2-BD59-A6C34878D82A}">
                    <a16:rowId xmlns:a16="http://schemas.microsoft.com/office/drawing/2014/main" val="264052714"/>
                  </a:ext>
                </a:extLst>
              </a:tr>
              <a:tr h="255523">
                <a:tc>
                  <a:txBody>
                    <a:bodyPr/>
                    <a:lstStyle/>
                    <a:p>
                      <a:pPr marL="5715" marR="635" algn="ctr">
                        <a:lnSpc>
                          <a:spcPts val="1195"/>
                        </a:lnSpc>
                        <a:spcBef>
                          <a:spcPts val="90"/>
                        </a:spcBef>
                        <a:buNone/>
                      </a:pPr>
                      <a:r>
                        <a:rPr lang="en-US" sz="1400">
                          <a:solidFill>
                            <a:schemeClr val="bg1"/>
                          </a:solidFill>
                          <a:effectLst/>
                        </a:rPr>
                        <a:t>15</a:t>
                      </a:r>
                      <a:endParaRPr lang="en-US" sz="1400">
                        <a:solidFill>
                          <a:schemeClr val="bg1"/>
                        </a:solidFill>
                        <a:effectLst/>
                        <a:latin typeface="+mj-lt"/>
                        <a:ea typeface="Times New Roman" panose="02020603050405020304" pitchFamily="18" charset="0"/>
                        <a:cs typeface="Times New Roman" panose="02020603050405020304" pitchFamily="18" charset="0"/>
                      </a:endParaRPr>
                    </a:p>
                  </a:txBody>
                  <a:tcPr marL="0" marR="0" marT="0" marB="0" anchor="ctr">
                    <a:lnL w="12700" cap="flat" cmpd="sng" algn="ctr">
                      <a:solidFill>
                        <a:schemeClr val="bg2">
                          <a:lumMod val="25000"/>
                        </a:schemeClr>
                      </a:solidFill>
                      <a:prstDash val="solid"/>
                      <a:round/>
                      <a:headEnd type="none" w="med" len="med"/>
                      <a:tailEnd type="none" w="med" len="med"/>
                    </a:lnL>
                    <a:lnR w="12700" cap="flat" cmpd="sng" algn="ctr">
                      <a:solidFill>
                        <a:schemeClr val="bg2">
                          <a:lumMod val="25000"/>
                        </a:schemeClr>
                      </a:solidFill>
                      <a:prstDash val="solid"/>
                      <a:round/>
                      <a:headEnd type="none" w="med" len="med"/>
                      <a:tailEnd type="none" w="med" len="med"/>
                    </a:lnR>
                    <a:lnT w="12700" cap="flat" cmpd="sng" algn="ctr">
                      <a:solidFill>
                        <a:schemeClr val="bg2">
                          <a:lumMod val="25000"/>
                        </a:schemeClr>
                      </a:solidFill>
                      <a:prstDash val="solid"/>
                      <a:round/>
                      <a:headEnd type="none" w="med" len="med"/>
                      <a:tailEnd type="none" w="med" len="med"/>
                    </a:lnT>
                    <a:lnB w="12700" cap="flat" cmpd="sng" algn="ctr">
                      <a:solidFill>
                        <a:schemeClr val="bg2">
                          <a:lumMod val="25000"/>
                        </a:schemeClr>
                      </a:solidFill>
                      <a:prstDash val="solid"/>
                      <a:round/>
                      <a:headEnd type="none" w="med" len="med"/>
                      <a:tailEnd type="none" w="med" len="med"/>
                    </a:lnB>
                  </a:tcPr>
                </a:tc>
                <a:tc>
                  <a:txBody>
                    <a:bodyPr/>
                    <a:lstStyle/>
                    <a:p>
                      <a:pPr marL="6985" marR="1270" algn="ctr">
                        <a:lnSpc>
                          <a:spcPts val="1195"/>
                        </a:lnSpc>
                        <a:spcBef>
                          <a:spcPts val="90"/>
                        </a:spcBef>
                        <a:buNone/>
                      </a:pPr>
                      <a:r>
                        <a:rPr lang="en-US" sz="1400">
                          <a:solidFill>
                            <a:schemeClr val="bg1"/>
                          </a:solidFill>
                          <a:effectLst/>
                        </a:rPr>
                        <a:t>23-Nov</a:t>
                      </a:r>
                      <a:endParaRPr lang="en-US" sz="1400">
                        <a:solidFill>
                          <a:schemeClr val="bg1"/>
                        </a:solidFill>
                        <a:effectLst/>
                        <a:latin typeface="+mj-lt"/>
                        <a:ea typeface="Times New Roman" panose="02020603050405020304" pitchFamily="18" charset="0"/>
                        <a:cs typeface="Times New Roman" panose="02020603050405020304" pitchFamily="18" charset="0"/>
                      </a:endParaRPr>
                    </a:p>
                  </a:txBody>
                  <a:tcPr marL="0" marR="0" marT="0" marB="0" anchor="ctr">
                    <a:lnL w="12700" cap="flat" cmpd="sng" algn="ctr">
                      <a:solidFill>
                        <a:schemeClr val="bg2">
                          <a:lumMod val="25000"/>
                        </a:schemeClr>
                      </a:solidFill>
                      <a:prstDash val="solid"/>
                      <a:round/>
                      <a:headEnd type="none" w="med" len="med"/>
                      <a:tailEnd type="none" w="med" len="med"/>
                    </a:lnL>
                    <a:lnR w="12700" cap="flat" cmpd="sng" algn="ctr">
                      <a:solidFill>
                        <a:schemeClr val="bg2">
                          <a:lumMod val="25000"/>
                        </a:schemeClr>
                      </a:solidFill>
                      <a:prstDash val="solid"/>
                      <a:round/>
                      <a:headEnd type="none" w="med" len="med"/>
                      <a:tailEnd type="none" w="med" len="med"/>
                    </a:lnR>
                    <a:lnT w="12700" cap="flat" cmpd="sng" algn="ctr">
                      <a:solidFill>
                        <a:schemeClr val="bg2">
                          <a:lumMod val="25000"/>
                        </a:schemeClr>
                      </a:solidFill>
                      <a:prstDash val="solid"/>
                      <a:round/>
                      <a:headEnd type="none" w="med" len="med"/>
                      <a:tailEnd type="none" w="med" len="med"/>
                    </a:lnT>
                    <a:lnB w="12700" cap="flat" cmpd="sng" algn="ctr">
                      <a:solidFill>
                        <a:schemeClr val="bg2">
                          <a:lumMod val="25000"/>
                        </a:schemeClr>
                      </a:solidFill>
                      <a:prstDash val="solid"/>
                      <a:round/>
                      <a:headEnd type="none" w="med" len="med"/>
                      <a:tailEnd type="none" w="med" len="med"/>
                    </a:lnB>
                  </a:tcPr>
                </a:tc>
                <a:tc>
                  <a:txBody>
                    <a:bodyPr/>
                    <a:lstStyle/>
                    <a:p>
                      <a:pPr marL="6350" marR="1270" algn="ctr">
                        <a:lnSpc>
                          <a:spcPts val="1195"/>
                        </a:lnSpc>
                        <a:spcBef>
                          <a:spcPts val="90"/>
                        </a:spcBef>
                        <a:buNone/>
                      </a:pPr>
                      <a:r>
                        <a:rPr lang="en-US" sz="1400">
                          <a:solidFill>
                            <a:schemeClr val="bg1"/>
                          </a:solidFill>
                          <a:effectLst/>
                        </a:rPr>
                        <a:t>29-Nov</a:t>
                      </a:r>
                      <a:endParaRPr lang="en-US" sz="1400">
                        <a:solidFill>
                          <a:schemeClr val="bg1"/>
                        </a:solidFill>
                        <a:effectLst/>
                        <a:latin typeface="+mj-lt"/>
                        <a:ea typeface="Times New Roman" panose="02020603050405020304" pitchFamily="18" charset="0"/>
                        <a:cs typeface="Times New Roman" panose="02020603050405020304" pitchFamily="18" charset="0"/>
                      </a:endParaRPr>
                    </a:p>
                  </a:txBody>
                  <a:tcPr marL="0" marR="0" marT="0" marB="0" anchor="ctr">
                    <a:lnL w="12700" cap="flat" cmpd="sng" algn="ctr">
                      <a:solidFill>
                        <a:schemeClr val="bg2">
                          <a:lumMod val="25000"/>
                        </a:schemeClr>
                      </a:solidFill>
                      <a:prstDash val="solid"/>
                      <a:round/>
                      <a:headEnd type="none" w="med" len="med"/>
                      <a:tailEnd type="none" w="med" len="med"/>
                    </a:lnL>
                    <a:lnR w="12700" cap="flat" cmpd="sng" algn="ctr">
                      <a:solidFill>
                        <a:schemeClr val="bg2">
                          <a:lumMod val="25000"/>
                        </a:schemeClr>
                      </a:solidFill>
                      <a:prstDash val="solid"/>
                      <a:round/>
                      <a:headEnd type="none" w="med" len="med"/>
                      <a:tailEnd type="none" w="med" len="med"/>
                    </a:lnR>
                    <a:lnT w="12700" cap="flat" cmpd="sng" algn="ctr">
                      <a:solidFill>
                        <a:schemeClr val="bg2">
                          <a:lumMod val="25000"/>
                        </a:schemeClr>
                      </a:solidFill>
                      <a:prstDash val="solid"/>
                      <a:round/>
                      <a:headEnd type="none" w="med" len="med"/>
                      <a:tailEnd type="none" w="med" len="med"/>
                    </a:lnT>
                    <a:lnB w="12700" cap="flat" cmpd="sng" algn="ctr">
                      <a:solidFill>
                        <a:schemeClr val="bg2">
                          <a:lumMod val="25000"/>
                        </a:schemeClr>
                      </a:solidFill>
                      <a:prstDash val="solid"/>
                      <a:round/>
                      <a:headEnd type="none" w="med" len="med"/>
                      <a:tailEnd type="none" w="med" len="med"/>
                    </a:lnB>
                  </a:tcPr>
                </a:tc>
                <a:tc gridSpan="2">
                  <a:txBody>
                    <a:bodyPr/>
                    <a:lstStyle/>
                    <a:p>
                      <a:pPr marL="3810" marR="0" algn="ctr">
                        <a:lnSpc>
                          <a:spcPts val="1285"/>
                        </a:lnSpc>
                        <a:buNone/>
                      </a:pPr>
                      <a:r>
                        <a:rPr lang="en-US" sz="1400" dirty="0">
                          <a:solidFill>
                            <a:srgbClr val="00B050"/>
                          </a:solidFill>
                          <a:effectLst/>
                        </a:rPr>
                        <a:t>Thanksgiving Break</a:t>
                      </a:r>
                      <a:endParaRPr lang="en-US" sz="1400" dirty="0">
                        <a:solidFill>
                          <a:srgbClr val="00B050"/>
                        </a:solidFill>
                        <a:effectLst/>
                        <a:latin typeface="+mj-lt"/>
                        <a:ea typeface="Times New Roman" panose="02020603050405020304" pitchFamily="18" charset="0"/>
                        <a:cs typeface="Times New Roman" panose="02020603050405020304" pitchFamily="18" charset="0"/>
                      </a:endParaRPr>
                    </a:p>
                  </a:txBody>
                  <a:tcPr marL="0" marR="0" marT="0" marB="0" anchor="ctr">
                    <a:lnL w="12700" cap="flat" cmpd="sng" algn="ctr">
                      <a:solidFill>
                        <a:schemeClr val="bg2">
                          <a:lumMod val="25000"/>
                        </a:schemeClr>
                      </a:solidFill>
                      <a:prstDash val="solid"/>
                      <a:round/>
                      <a:headEnd type="none" w="med" len="med"/>
                      <a:tailEnd type="none" w="med" len="med"/>
                    </a:lnL>
                    <a:lnR w="12700" cap="flat" cmpd="sng" algn="ctr">
                      <a:solidFill>
                        <a:schemeClr val="bg2">
                          <a:lumMod val="25000"/>
                        </a:schemeClr>
                      </a:solidFill>
                      <a:prstDash val="solid"/>
                      <a:round/>
                      <a:headEnd type="none" w="med" len="med"/>
                      <a:tailEnd type="none" w="med" len="med"/>
                    </a:lnR>
                    <a:lnT w="12700" cap="flat" cmpd="sng" algn="ctr">
                      <a:solidFill>
                        <a:schemeClr val="bg2">
                          <a:lumMod val="25000"/>
                        </a:schemeClr>
                      </a:solidFill>
                      <a:prstDash val="solid"/>
                      <a:round/>
                      <a:headEnd type="none" w="med" len="med"/>
                      <a:tailEnd type="none" w="med" len="med"/>
                    </a:lnT>
                    <a:lnB w="12700" cap="flat" cmpd="sng" algn="ctr">
                      <a:solidFill>
                        <a:schemeClr val="bg2">
                          <a:lumMod val="25000"/>
                        </a:schemeClr>
                      </a:solidFill>
                      <a:prstDash val="solid"/>
                      <a:round/>
                      <a:headEnd type="none" w="med" len="med"/>
                      <a:tailEnd type="none" w="med" len="med"/>
                    </a:lnB>
                  </a:tcPr>
                </a:tc>
                <a:tc hMerge="1">
                  <a:txBody>
                    <a:bodyPr/>
                    <a:lstStyle/>
                    <a:p>
                      <a:endParaRPr lang="en-US"/>
                    </a:p>
                  </a:txBody>
                  <a:tcPr/>
                </a:tc>
                <a:extLst>
                  <a:ext uri="{0D108BD9-81ED-4DB2-BD59-A6C34878D82A}">
                    <a16:rowId xmlns:a16="http://schemas.microsoft.com/office/drawing/2014/main" val="2868760639"/>
                  </a:ext>
                </a:extLst>
              </a:tr>
              <a:tr h="253678">
                <a:tc>
                  <a:txBody>
                    <a:bodyPr/>
                    <a:lstStyle/>
                    <a:p>
                      <a:pPr marL="5715" marR="635" algn="ctr">
                        <a:lnSpc>
                          <a:spcPts val="1185"/>
                        </a:lnSpc>
                        <a:spcBef>
                          <a:spcPts val="90"/>
                        </a:spcBef>
                        <a:buNone/>
                      </a:pPr>
                      <a:r>
                        <a:rPr lang="en-US" sz="1400">
                          <a:solidFill>
                            <a:schemeClr val="bg1"/>
                          </a:solidFill>
                          <a:effectLst/>
                        </a:rPr>
                        <a:t>16</a:t>
                      </a:r>
                      <a:endParaRPr lang="en-US" sz="1400">
                        <a:solidFill>
                          <a:schemeClr val="bg1"/>
                        </a:solidFill>
                        <a:effectLst/>
                        <a:latin typeface="+mj-lt"/>
                        <a:ea typeface="Times New Roman" panose="02020603050405020304" pitchFamily="18" charset="0"/>
                        <a:cs typeface="Times New Roman" panose="02020603050405020304" pitchFamily="18" charset="0"/>
                      </a:endParaRPr>
                    </a:p>
                  </a:txBody>
                  <a:tcPr marL="0" marR="0" marT="0" marB="0" anchor="ctr">
                    <a:lnL w="12700" cap="flat" cmpd="sng" algn="ctr">
                      <a:solidFill>
                        <a:schemeClr val="bg2">
                          <a:lumMod val="25000"/>
                        </a:schemeClr>
                      </a:solidFill>
                      <a:prstDash val="solid"/>
                      <a:round/>
                      <a:headEnd type="none" w="med" len="med"/>
                      <a:tailEnd type="none" w="med" len="med"/>
                    </a:lnL>
                    <a:lnR w="12700" cap="flat" cmpd="sng" algn="ctr">
                      <a:solidFill>
                        <a:schemeClr val="bg2">
                          <a:lumMod val="25000"/>
                        </a:schemeClr>
                      </a:solidFill>
                      <a:prstDash val="solid"/>
                      <a:round/>
                      <a:headEnd type="none" w="med" len="med"/>
                      <a:tailEnd type="none" w="med" len="med"/>
                    </a:lnR>
                    <a:lnT w="12700" cap="flat" cmpd="sng" algn="ctr">
                      <a:solidFill>
                        <a:schemeClr val="bg2">
                          <a:lumMod val="25000"/>
                        </a:schemeClr>
                      </a:solidFill>
                      <a:prstDash val="solid"/>
                      <a:round/>
                      <a:headEnd type="none" w="med" len="med"/>
                      <a:tailEnd type="none" w="med" len="med"/>
                    </a:lnT>
                    <a:lnB w="12700" cap="flat" cmpd="sng" algn="ctr">
                      <a:solidFill>
                        <a:schemeClr val="bg2">
                          <a:lumMod val="25000"/>
                        </a:schemeClr>
                      </a:solidFill>
                      <a:prstDash val="solid"/>
                      <a:round/>
                      <a:headEnd type="none" w="med" len="med"/>
                      <a:tailEnd type="none" w="med" len="med"/>
                    </a:lnB>
                  </a:tcPr>
                </a:tc>
                <a:tc>
                  <a:txBody>
                    <a:bodyPr/>
                    <a:lstStyle/>
                    <a:p>
                      <a:pPr marL="6985" marR="2540" algn="ctr">
                        <a:lnSpc>
                          <a:spcPts val="1185"/>
                        </a:lnSpc>
                        <a:spcBef>
                          <a:spcPts val="90"/>
                        </a:spcBef>
                        <a:buNone/>
                      </a:pPr>
                      <a:r>
                        <a:rPr lang="en-US" sz="1400">
                          <a:solidFill>
                            <a:schemeClr val="bg1"/>
                          </a:solidFill>
                          <a:effectLst/>
                        </a:rPr>
                        <a:t>30-Nov</a:t>
                      </a:r>
                      <a:endParaRPr lang="en-US" sz="1400">
                        <a:solidFill>
                          <a:schemeClr val="bg1"/>
                        </a:solidFill>
                        <a:effectLst/>
                        <a:latin typeface="+mj-lt"/>
                        <a:ea typeface="Times New Roman" panose="02020603050405020304" pitchFamily="18" charset="0"/>
                        <a:cs typeface="Times New Roman" panose="02020603050405020304" pitchFamily="18" charset="0"/>
                      </a:endParaRPr>
                    </a:p>
                  </a:txBody>
                  <a:tcPr marL="0" marR="0" marT="0" marB="0" anchor="ctr">
                    <a:lnL w="12700" cap="flat" cmpd="sng" algn="ctr">
                      <a:solidFill>
                        <a:schemeClr val="bg2">
                          <a:lumMod val="25000"/>
                        </a:schemeClr>
                      </a:solidFill>
                      <a:prstDash val="solid"/>
                      <a:round/>
                      <a:headEnd type="none" w="med" len="med"/>
                      <a:tailEnd type="none" w="med" len="med"/>
                    </a:lnL>
                    <a:lnR w="12700" cap="flat" cmpd="sng" algn="ctr">
                      <a:solidFill>
                        <a:schemeClr val="bg2">
                          <a:lumMod val="25000"/>
                        </a:schemeClr>
                      </a:solidFill>
                      <a:prstDash val="solid"/>
                      <a:round/>
                      <a:headEnd type="none" w="med" len="med"/>
                      <a:tailEnd type="none" w="med" len="med"/>
                    </a:lnR>
                    <a:lnT w="12700" cap="flat" cmpd="sng" algn="ctr">
                      <a:solidFill>
                        <a:schemeClr val="bg2">
                          <a:lumMod val="25000"/>
                        </a:schemeClr>
                      </a:solidFill>
                      <a:prstDash val="solid"/>
                      <a:round/>
                      <a:headEnd type="none" w="med" len="med"/>
                      <a:tailEnd type="none" w="med" len="med"/>
                    </a:lnT>
                    <a:lnB w="12700" cap="flat" cmpd="sng" algn="ctr">
                      <a:solidFill>
                        <a:schemeClr val="bg2">
                          <a:lumMod val="25000"/>
                        </a:schemeClr>
                      </a:solidFill>
                      <a:prstDash val="solid"/>
                      <a:round/>
                      <a:headEnd type="none" w="med" len="med"/>
                      <a:tailEnd type="none" w="med" len="med"/>
                    </a:lnB>
                  </a:tcPr>
                </a:tc>
                <a:tc>
                  <a:txBody>
                    <a:bodyPr/>
                    <a:lstStyle/>
                    <a:p>
                      <a:pPr marL="6350" marR="2540" algn="ctr">
                        <a:lnSpc>
                          <a:spcPts val="1185"/>
                        </a:lnSpc>
                        <a:spcBef>
                          <a:spcPts val="90"/>
                        </a:spcBef>
                        <a:buNone/>
                      </a:pPr>
                      <a:r>
                        <a:rPr lang="en-US" sz="1400">
                          <a:solidFill>
                            <a:schemeClr val="bg1"/>
                          </a:solidFill>
                          <a:effectLst/>
                        </a:rPr>
                        <a:t>2-Dec</a:t>
                      </a:r>
                      <a:endParaRPr lang="en-US" sz="1400">
                        <a:solidFill>
                          <a:schemeClr val="bg1"/>
                        </a:solidFill>
                        <a:effectLst/>
                        <a:latin typeface="+mj-lt"/>
                        <a:ea typeface="Times New Roman" panose="02020603050405020304" pitchFamily="18" charset="0"/>
                        <a:cs typeface="Times New Roman" panose="02020603050405020304" pitchFamily="18" charset="0"/>
                      </a:endParaRPr>
                    </a:p>
                  </a:txBody>
                  <a:tcPr marL="0" marR="0" marT="0" marB="0" anchor="ctr">
                    <a:lnL w="12700" cap="flat" cmpd="sng" algn="ctr">
                      <a:solidFill>
                        <a:schemeClr val="bg2">
                          <a:lumMod val="25000"/>
                        </a:schemeClr>
                      </a:solidFill>
                      <a:prstDash val="solid"/>
                      <a:round/>
                      <a:headEnd type="none" w="med" len="med"/>
                      <a:tailEnd type="none" w="med" len="med"/>
                    </a:lnL>
                    <a:lnR w="12700" cap="flat" cmpd="sng" algn="ctr">
                      <a:solidFill>
                        <a:schemeClr val="bg2">
                          <a:lumMod val="25000"/>
                        </a:schemeClr>
                      </a:solidFill>
                      <a:prstDash val="solid"/>
                      <a:round/>
                      <a:headEnd type="none" w="med" len="med"/>
                      <a:tailEnd type="none" w="med" len="med"/>
                    </a:lnR>
                    <a:lnT w="12700" cap="flat" cmpd="sng" algn="ctr">
                      <a:solidFill>
                        <a:schemeClr val="bg2">
                          <a:lumMod val="25000"/>
                        </a:schemeClr>
                      </a:solidFill>
                      <a:prstDash val="solid"/>
                      <a:round/>
                      <a:headEnd type="none" w="med" len="med"/>
                      <a:tailEnd type="none" w="med" len="med"/>
                    </a:lnT>
                    <a:lnB w="12700" cap="flat" cmpd="sng" algn="ctr">
                      <a:solidFill>
                        <a:schemeClr val="bg2">
                          <a:lumMod val="25000"/>
                        </a:schemeClr>
                      </a:solidFill>
                      <a:prstDash val="solid"/>
                      <a:round/>
                      <a:headEnd type="none" w="med" len="med"/>
                      <a:tailEnd type="none" w="med" len="med"/>
                    </a:lnB>
                  </a:tcPr>
                </a:tc>
                <a:tc>
                  <a:txBody>
                    <a:bodyPr/>
                    <a:lstStyle/>
                    <a:p>
                      <a:pPr marL="6350" marR="3810" algn="ctr">
                        <a:lnSpc>
                          <a:spcPts val="1185"/>
                        </a:lnSpc>
                        <a:spcBef>
                          <a:spcPts val="90"/>
                        </a:spcBef>
                        <a:buNone/>
                      </a:pPr>
                      <a:r>
                        <a:rPr lang="en-US" sz="1400" dirty="0">
                          <a:solidFill>
                            <a:schemeClr val="bg1"/>
                          </a:solidFill>
                          <a:effectLst/>
                        </a:rPr>
                        <a:t>Complexity Theory</a:t>
                      </a:r>
                      <a:endParaRPr lang="en-US" sz="1400" dirty="0">
                        <a:solidFill>
                          <a:schemeClr val="bg1"/>
                        </a:solidFill>
                        <a:effectLst/>
                        <a:latin typeface="+mj-lt"/>
                        <a:ea typeface="Times New Roman" panose="02020603050405020304" pitchFamily="18" charset="0"/>
                        <a:cs typeface="Times New Roman" panose="02020603050405020304" pitchFamily="18" charset="0"/>
                      </a:endParaRPr>
                    </a:p>
                  </a:txBody>
                  <a:tcPr marL="0" marR="0" marT="0" marB="0" anchor="ctr">
                    <a:lnL w="12700" cap="flat" cmpd="sng" algn="ctr">
                      <a:solidFill>
                        <a:schemeClr val="bg2">
                          <a:lumMod val="25000"/>
                        </a:schemeClr>
                      </a:solidFill>
                      <a:prstDash val="solid"/>
                      <a:round/>
                      <a:headEnd type="none" w="med" len="med"/>
                      <a:tailEnd type="none" w="med" len="med"/>
                    </a:lnL>
                    <a:lnR w="12700" cap="flat" cmpd="sng" algn="ctr">
                      <a:solidFill>
                        <a:schemeClr val="bg2">
                          <a:lumMod val="25000"/>
                        </a:schemeClr>
                      </a:solidFill>
                      <a:prstDash val="solid"/>
                      <a:round/>
                      <a:headEnd type="none" w="med" len="med"/>
                      <a:tailEnd type="none" w="med" len="med"/>
                    </a:lnR>
                    <a:lnT w="12700" cap="flat" cmpd="sng" algn="ctr">
                      <a:solidFill>
                        <a:schemeClr val="bg2">
                          <a:lumMod val="25000"/>
                        </a:schemeClr>
                      </a:solidFill>
                      <a:prstDash val="solid"/>
                      <a:round/>
                      <a:headEnd type="none" w="med" len="med"/>
                      <a:tailEnd type="none" w="med" len="med"/>
                    </a:lnT>
                    <a:lnB w="12700" cap="flat" cmpd="sng" algn="ctr">
                      <a:solidFill>
                        <a:schemeClr val="bg2">
                          <a:lumMod val="25000"/>
                        </a:schemeClr>
                      </a:solidFill>
                      <a:prstDash val="solid"/>
                      <a:round/>
                      <a:headEnd type="none" w="med" len="med"/>
                      <a:tailEnd type="none" w="med" len="med"/>
                    </a:lnB>
                  </a:tcPr>
                </a:tc>
                <a:tc>
                  <a:txBody>
                    <a:bodyPr/>
                    <a:lstStyle/>
                    <a:p>
                      <a:pPr marL="5080" marR="635" algn="ctr">
                        <a:lnSpc>
                          <a:spcPts val="1190"/>
                        </a:lnSpc>
                        <a:spcBef>
                          <a:spcPts val="90"/>
                        </a:spcBef>
                        <a:buNone/>
                      </a:pPr>
                      <a:r>
                        <a:rPr lang="en-US" sz="1400" dirty="0">
                          <a:solidFill>
                            <a:schemeClr val="accent2"/>
                          </a:solidFill>
                          <a:effectLst/>
                        </a:rPr>
                        <a:t>Q</a:t>
                      </a:r>
                      <a:r>
                        <a:rPr lang="en-US" sz="1400" baseline="-25000" dirty="0">
                          <a:solidFill>
                            <a:schemeClr val="accent2"/>
                          </a:solidFill>
                          <a:effectLst/>
                        </a:rPr>
                        <a:t>10</a:t>
                      </a:r>
                      <a:r>
                        <a:rPr lang="en-US" sz="1400" dirty="0">
                          <a:solidFill>
                            <a:schemeClr val="bg1"/>
                          </a:solidFill>
                          <a:effectLst/>
                        </a:rPr>
                        <a:t>, </a:t>
                      </a:r>
                      <a:r>
                        <a:rPr lang="en-US" sz="1400" dirty="0">
                          <a:solidFill>
                            <a:schemeClr val="accent6"/>
                          </a:solidFill>
                          <a:effectLst/>
                        </a:rPr>
                        <a:t>P</a:t>
                      </a:r>
                      <a:r>
                        <a:rPr lang="en-US" sz="1400" baseline="-25000" dirty="0">
                          <a:solidFill>
                            <a:schemeClr val="accent6"/>
                          </a:solidFill>
                          <a:effectLst/>
                        </a:rPr>
                        <a:t>3</a:t>
                      </a:r>
                      <a:endParaRPr lang="en-US" sz="1400" dirty="0">
                        <a:solidFill>
                          <a:schemeClr val="accent6"/>
                        </a:solidFill>
                        <a:effectLst/>
                        <a:latin typeface="+mj-lt"/>
                        <a:ea typeface="Times New Roman" panose="02020603050405020304" pitchFamily="18" charset="0"/>
                        <a:cs typeface="Times New Roman" panose="02020603050405020304" pitchFamily="18" charset="0"/>
                      </a:endParaRPr>
                    </a:p>
                  </a:txBody>
                  <a:tcPr marL="0" marR="0" marT="0" marB="0" anchor="ctr">
                    <a:lnL w="12700" cap="flat" cmpd="sng" algn="ctr">
                      <a:solidFill>
                        <a:schemeClr val="bg2">
                          <a:lumMod val="25000"/>
                        </a:schemeClr>
                      </a:solidFill>
                      <a:prstDash val="solid"/>
                      <a:round/>
                      <a:headEnd type="none" w="med" len="med"/>
                      <a:tailEnd type="none" w="med" len="med"/>
                    </a:lnL>
                    <a:lnR w="12700" cap="flat" cmpd="sng" algn="ctr">
                      <a:solidFill>
                        <a:schemeClr val="bg2">
                          <a:lumMod val="25000"/>
                        </a:schemeClr>
                      </a:solidFill>
                      <a:prstDash val="solid"/>
                      <a:round/>
                      <a:headEnd type="none" w="med" len="med"/>
                      <a:tailEnd type="none" w="med" len="med"/>
                    </a:lnR>
                    <a:lnT w="12700" cap="flat" cmpd="sng" algn="ctr">
                      <a:solidFill>
                        <a:schemeClr val="bg2">
                          <a:lumMod val="25000"/>
                        </a:schemeClr>
                      </a:solidFill>
                      <a:prstDash val="solid"/>
                      <a:round/>
                      <a:headEnd type="none" w="med" len="med"/>
                      <a:tailEnd type="none" w="med" len="med"/>
                    </a:lnT>
                    <a:lnB w="12700" cap="flat" cmpd="sng" algn="ctr">
                      <a:solidFill>
                        <a:schemeClr val="bg2">
                          <a:lumMod val="25000"/>
                        </a:schemeClr>
                      </a:solidFill>
                      <a:prstDash val="solid"/>
                      <a:round/>
                      <a:headEnd type="none" w="med" len="med"/>
                      <a:tailEnd type="none" w="med" len="med"/>
                    </a:lnB>
                  </a:tcPr>
                </a:tc>
                <a:extLst>
                  <a:ext uri="{0D108BD9-81ED-4DB2-BD59-A6C34878D82A}">
                    <a16:rowId xmlns:a16="http://schemas.microsoft.com/office/drawing/2014/main" val="453507609"/>
                  </a:ext>
                </a:extLst>
              </a:tr>
              <a:tr h="345002">
                <a:tc gridSpan="5">
                  <a:txBody>
                    <a:bodyPr/>
                    <a:lstStyle/>
                    <a:p>
                      <a:pPr algn="ctr"/>
                      <a:r>
                        <a:rPr lang="en-US" sz="1400" b="1" kern="1200" dirty="0">
                          <a:solidFill>
                            <a:schemeClr val="bg1"/>
                          </a:solidFill>
                          <a:effectLst/>
                        </a:rPr>
                        <a:t>Legend: </a:t>
                      </a:r>
                      <a:r>
                        <a:rPr lang="en-US" sz="1400" b="1" kern="1200" dirty="0">
                          <a:solidFill>
                            <a:schemeClr val="accent2"/>
                          </a:solidFill>
                          <a:effectLst/>
                        </a:rPr>
                        <a:t>Q</a:t>
                      </a:r>
                      <a:r>
                        <a:rPr lang="en-US" sz="1400" b="1" kern="1200" baseline="-25000" dirty="0">
                          <a:solidFill>
                            <a:schemeClr val="accent2"/>
                          </a:solidFill>
                          <a:effectLst/>
                        </a:rPr>
                        <a:t>N</a:t>
                      </a:r>
                      <a:r>
                        <a:rPr lang="en-US" sz="1400" b="1" kern="1200" dirty="0">
                          <a:solidFill>
                            <a:schemeClr val="accent2"/>
                          </a:solidFill>
                          <a:effectLst/>
                        </a:rPr>
                        <a:t> = Quiz N</a:t>
                      </a:r>
                      <a:r>
                        <a:rPr lang="en-US" sz="1400" b="1" kern="1200" dirty="0">
                          <a:solidFill>
                            <a:schemeClr val="bg1"/>
                          </a:solidFill>
                          <a:effectLst/>
                        </a:rPr>
                        <a:t>, </a:t>
                      </a:r>
                      <a:r>
                        <a:rPr lang="en-US" sz="1400" b="1" kern="1200" dirty="0">
                          <a:solidFill>
                            <a:schemeClr val="accent6"/>
                          </a:solidFill>
                          <a:effectLst/>
                        </a:rPr>
                        <a:t>P</a:t>
                      </a:r>
                      <a:r>
                        <a:rPr lang="en-US" sz="1400" b="1" kern="1200" baseline="-25000" dirty="0">
                          <a:solidFill>
                            <a:schemeClr val="accent6"/>
                          </a:solidFill>
                          <a:effectLst/>
                        </a:rPr>
                        <a:t>N</a:t>
                      </a:r>
                      <a:r>
                        <a:rPr lang="en-US" sz="1400" b="1" kern="1200" dirty="0">
                          <a:solidFill>
                            <a:schemeClr val="accent6"/>
                          </a:solidFill>
                          <a:effectLst/>
                        </a:rPr>
                        <a:t> = Project N</a:t>
                      </a:r>
                      <a:r>
                        <a:rPr lang="en-US" sz="1400" b="1" kern="1200" dirty="0">
                          <a:solidFill>
                            <a:schemeClr val="bg1"/>
                          </a:solidFill>
                          <a:effectLst/>
                        </a:rPr>
                        <a:t>, </a:t>
                      </a:r>
                      <a:r>
                        <a:rPr lang="en-US" sz="1400" b="1" kern="1200" dirty="0">
                          <a:solidFill>
                            <a:srgbClr val="00B0F0"/>
                          </a:solidFill>
                          <a:effectLst/>
                        </a:rPr>
                        <a:t>E</a:t>
                      </a:r>
                      <a:r>
                        <a:rPr lang="en-US" sz="1400" b="1" kern="1200" baseline="-25000" dirty="0">
                          <a:solidFill>
                            <a:srgbClr val="00B0F0"/>
                          </a:solidFill>
                          <a:effectLst/>
                        </a:rPr>
                        <a:t>N </a:t>
                      </a:r>
                      <a:r>
                        <a:rPr lang="en-US" sz="1400" b="1" kern="1200" dirty="0">
                          <a:solidFill>
                            <a:srgbClr val="00B0F0"/>
                          </a:solidFill>
                          <a:effectLst/>
                        </a:rPr>
                        <a:t>= Exam N</a:t>
                      </a:r>
                      <a:endParaRPr lang="en-US" sz="1400" dirty="0">
                        <a:solidFill>
                          <a:srgbClr val="00B0F0"/>
                        </a:solidFill>
                        <a:latin typeface="+mj-lt"/>
                      </a:endParaRPr>
                    </a:p>
                  </a:txBody>
                  <a:tcPr>
                    <a:lnL w="12700" cap="flat" cmpd="sng" algn="ctr">
                      <a:solidFill>
                        <a:schemeClr val="bg2">
                          <a:lumMod val="25000"/>
                        </a:schemeClr>
                      </a:solidFill>
                      <a:prstDash val="solid"/>
                      <a:round/>
                      <a:headEnd type="none" w="med" len="med"/>
                      <a:tailEnd type="none" w="med" len="med"/>
                    </a:lnL>
                    <a:lnR w="12700" cap="flat" cmpd="sng" algn="ctr">
                      <a:solidFill>
                        <a:schemeClr val="bg2">
                          <a:lumMod val="25000"/>
                        </a:schemeClr>
                      </a:solidFill>
                      <a:prstDash val="solid"/>
                      <a:round/>
                      <a:headEnd type="none" w="med" len="med"/>
                      <a:tailEnd type="none" w="med" len="med"/>
                    </a:lnR>
                    <a:lnT w="12700" cap="flat" cmpd="sng" algn="ctr">
                      <a:solidFill>
                        <a:schemeClr val="bg2">
                          <a:lumMod val="25000"/>
                        </a:schemeClr>
                      </a:solidFill>
                      <a:prstDash val="solid"/>
                      <a:round/>
                      <a:headEnd type="none" w="med" len="med"/>
                      <a:tailEnd type="none" w="med" len="med"/>
                    </a:lnT>
                    <a:lnB w="12700" cap="flat" cmpd="sng" algn="ctr">
                      <a:solidFill>
                        <a:schemeClr val="bg2">
                          <a:lumMod val="25000"/>
                        </a:schemeClr>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886336020"/>
                  </a:ext>
                </a:extLst>
              </a:tr>
            </a:tbl>
          </a:graphicData>
        </a:graphic>
      </p:graphicFrame>
    </p:spTree>
    <p:extLst>
      <p:ext uri="{BB962C8B-B14F-4D97-AF65-F5344CB8AC3E}">
        <p14:creationId xmlns:p14="http://schemas.microsoft.com/office/powerpoint/2010/main" val="62503452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EAD69F0D-F3D4-4051-AF86-CB74567FFF6C}"/>
              </a:ext>
            </a:extLst>
          </p:cNvPr>
          <p:cNvSpPr txBox="1"/>
          <p:nvPr/>
        </p:nvSpPr>
        <p:spPr>
          <a:xfrm>
            <a:off x="1175427" y="1690688"/>
            <a:ext cx="10249860" cy="6203237"/>
          </a:xfrm>
          <a:prstGeom prst="rect">
            <a:avLst/>
          </a:prstGeom>
          <a:noFill/>
        </p:spPr>
        <p:txBody>
          <a:bodyPr wrap="square" rtlCol="0">
            <a:spAutoFit/>
          </a:bodyPr>
          <a:lstStyle/>
          <a:p>
            <a:pPr>
              <a:lnSpc>
                <a:spcPct val="150000"/>
              </a:lnSpc>
            </a:pPr>
            <a:r>
              <a:rPr lang="en-US" sz="2800" dirty="0">
                <a:solidFill>
                  <a:schemeClr val="bg1"/>
                </a:solidFill>
              </a:rPr>
              <a:t>Default (Project 1 &amp; 3, </a:t>
            </a:r>
            <a:r>
              <a:rPr lang="en-US" sz="2800" dirty="0" err="1">
                <a:solidFill>
                  <a:schemeClr val="bg1"/>
                </a:solidFill>
              </a:rPr>
              <a:t>Edugator</a:t>
            </a:r>
            <a:r>
              <a:rPr lang="en-US" sz="2800" dirty="0">
                <a:solidFill>
                  <a:schemeClr val="bg1"/>
                </a:solidFill>
              </a:rPr>
              <a:t>, Quizzes): </a:t>
            </a:r>
          </a:p>
          <a:p>
            <a:pPr lvl="2">
              <a:lnSpc>
                <a:spcPct val="150000"/>
              </a:lnSpc>
            </a:pPr>
            <a:r>
              <a:rPr lang="en-US" sz="2800" dirty="0">
                <a:solidFill>
                  <a:srgbClr val="1D9EFF"/>
                </a:solidFill>
              </a:rPr>
              <a:t>C++14</a:t>
            </a:r>
          </a:p>
          <a:p>
            <a:pPr>
              <a:lnSpc>
                <a:spcPct val="150000"/>
              </a:lnSpc>
            </a:pPr>
            <a:endParaRPr lang="en-US" sz="2800" dirty="0">
              <a:solidFill>
                <a:srgbClr val="0079D4"/>
              </a:solidFill>
            </a:endParaRPr>
          </a:p>
          <a:p>
            <a:pPr>
              <a:lnSpc>
                <a:spcPct val="150000"/>
              </a:lnSpc>
            </a:pPr>
            <a:endParaRPr lang="en-US" sz="2800" dirty="0">
              <a:solidFill>
                <a:srgbClr val="0079D4"/>
              </a:solidFill>
            </a:endParaRPr>
          </a:p>
          <a:p>
            <a:pPr>
              <a:lnSpc>
                <a:spcPct val="150000"/>
              </a:lnSpc>
            </a:pPr>
            <a:endParaRPr lang="en-US" sz="1600" dirty="0">
              <a:solidFill>
                <a:schemeClr val="bg1"/>
              </a:solidFill>
            </a:endParaRPr>
          </a:p>
          <a:p>
            <a:pPr>
              <a:lnSpc>
                <a:spcPct val="150000"/>
              </a:lnSpc>
            </a:pPr>
            <a:r>
              <a:rPr lang="en-US" sz="2800" dirty="0">
                <a:solidFill>
                  <a:schemeClr val="bg1"/>
                </a:solidFill>
              </a:rPr>
              <a:t>Project 2: </a:t>
            </a:r>
          </a:p>
          <a:p>
            <a:pPr lvl="2">
              <a:lnSpc>
                <a:spcPct val="150000"/>
              </a:lnSpc>
            </a:pPr>
            <a:r>
              <a:rPr lang="en-US" sz="2800" dirty="0">
                <a:solidFill>
                  <a:srgbClr val="1D9EFF"/>
                </a:solidFill>
              </a:rPr>
              <a:t>Any Language</a:t>
            </a:r>
          </a:p>
          <a:p>
            <a:pPr>
              <a:lnSpc>
                <a:spcPct val="150000"/>
              </a:lnSpc>
            </a:pPr>
            <a:endParaRPr lang="en-US" sz="2800" dirty="0">
              <a:solidFill>
                <a:srgbClr val="0079D4"/>
              </a:solidFill>
              <a:latin typeface="Gotham Bold" pitchFamily="50" charset="0"/>
            </a:endParaRPr>
          </a:p>
          <a:p>
            <a:pPr lvl="1">
              <a:lnSpc>
                <a:spcPct val="150000"/>
              </a:lnSpc>
            </a:pPr>
            <a:endParaRPr lang="en-US" sz="2800" dirty="0">
              <a:solidFill>
                <a:srgbClr val="0079D4"/>
              </a:solidFill>
              <a:latin typeface="Gotham Bold" pitchFamily="50" charset="0"/>
            </a:endParaRPr>
          </a:p>
          <a:p>
            <a:pPr>
              <a:lnSpc>
                <a:spcPct val="150000"/>
              </a:lnSpc>
            </a:pPr>
            <a:endParaRPr lang="en-US" sz="2800" dirty="0">
              <a:solidFill>
                <a:srgbClr val="0079D4"/>
              </a:solidFill>
              <a:latin typeface="Gotham Bold" pitchFamily="50" charset="0"/>
            </a:endParaRPr>
          </a:p>
        </p:txBody>
      </p:sp>
      <p:sp>
        <p:nvSpPr>
          <p:cNvPr id="2" name="Title 1">
            <a:extLst>
              <a:ext uri="{FF2B5EF4-FFF2-40B4-BE49-F238E27FC236}">
                <a16:creationId xmlns:a16="http://schemas.microsoft.com/office/drawing/2014/main" id="{FA98DF2D-4C21-45B7-8CEE-41E2C22A3166}"/>
              </a:ext>
            </a:extLst>
          </p:cNvPr>
          <p:cNvSpPr>
            <a:spLocks noGrp="1"/>
          </p:cNvSpPr>
          <p:nvPr>
            <p:ph type="title"/>
          </p:nvPr>
        </p:nvSpPr>
        <p:spPr>
          <a:xfrm>
            <a:off x="838200" y="511431"/>
            <a:ext cx="10515600" cy="789145"/>
          </a:xfrm>
        </p:spPr>
        <p:txBody>
          <a:bodyPr>
            <a:normAutofit fontScale="90000"/>
          </a:bodyPr>
          <a:lstStyle/>
          <a:p>
            <a:br>
              <a:rPr lang="en-US" dirty="0">
                <a:solidFill>
                  <a:schemeClr val="bg1"/>
                </a:solidFill>
                <a:latin typeface="Gotham Bold" pitchFamily="50" charset="0"/>
              </a:rPr>
            </a:br>
            <a:r>
              <a:rPr lang="en-US" dirty="0">
                <a:solidFill>
                  <a:schemeClr val="bg1"/>
                </a:solidFill>
                <a:latin typeface="Gotham Bold" pitchFamily="50" charset="0"/>
              </a:rPr>
              <a:t>Programming Language</a:t>
            </a:r>
            <a:br>
              <a:rPr lang="en-US" dirty="0">
                <a:solidFill>
                  <a:schemeClr val="bg1"/>
                </a:solidFill>
                <a:latin typeface="Gotham Bold" pitchFamily="50" charset="0"/>
              </a:rPr>
            </a:br>
            <a:endParaRPr lang="en-US" dirty="0">
              <a:solidFill>
                <a:schemeClr val="bg1"/>
              </a:solidFill>
              <a:latin typeface="Gotham Bold" pitchFamily="50" charset="0"/>
            </a:endParaRPr>
          </a:p>
        </p:txBody>
      </p:sp>
      <p:sp>
        <p:nvSpPr>
          <p:cNvPr id="4" name="Rectangle 3">
            <a:extLst>
              <a:ext uri="{FF2B5EF4-FFF2-40B4-BE49-F238E27FC236}">
                <a16:creationId xmlns:a16="http://schemas.microsoft.com/office/drawing/2014/main" id="{68AC51E2-8A6C-4033-ADC0-3DDD5E3E4384}"/>
              </a:ext>
            </a:extLst>
          </p:cNvPr>
          <p:cNvSpPr/>
          <p:nvPr/>
        </p:nvSpPr>
        <p:spPr>
          <a:xfrm>
            <a:off x="2265211" y="3221815"/>
            <a:ext cx="9893825" cy="815608"/>
          </a:xfrm>
          <a:prstGeom prst="rect">
            <a:avLst/>
          </a:prstGeom>
        </p:spPr>
        <p:txBody>
          <a:bodyPr wrap="square">
            <a:spAutoFit/>
          </a:bodyPr>
          <a:lstStyle/>
          <a:p>
            <a:r>
              <a:rPr lang="en-US" dirty="0">
                <a:solidFill>
                  <a:srgbClr val="F16000"/>
                </a:solidFill>
                <a:latin typeface="Calibri" panose="020F0502020204030204" pitchFamily="34" charset="0"/>
                <a:cs typeface="Calibri" panose="020F0502020204030204" pitchFamily="34" charset="0"/>
              </a:rPr>
              <a:t>Compilation command: </a:t>
            </a:r>
          </a:p>
          <a:p>
            <a:endParaRPr lang="en-US" sz="1100" dirty="0">
              <a:solidFill>
                <a:srgbClr val="F16000"/>
              </a:solidFill>
              <a:latin typeface="Calibri" panose="020F0502020204030204" pitchFamily="34" charset="0"/>
              <a:cs typeface="Calibri" panose="020F0502020204030204" pitchFamily="34" charset="0"/>
            </a:endParaRPr>
          </a:p>
          <a:p>
            <a:r>
              <a:rPr lang="en-US" dirty="0">
                <a:solidFill>
                  <a:srgbClr val="F16000"/>
                </a:solidFill>
                <a:latin typeface="Calibri" panose="020F0502020204030204" pitchFamily="34" charset="0"/>
                <a:cs typeface="Calibri" panose="020F0502020204030204" pitchFamily="34" charset="0"/>
              </a:rPr>
              <a:t>g++ -std=</a:t>
            </a:r>
            <a:r>
              <a:rPr lang="en-US" dirty="0" err="1">
                <a:solidFill>
                  <a:srgbClr val="F16000"/>
                </a:solidFill>
                <a:latin typeface="Calibri" panose="020F0502020204030204" pitchFamily="34" charset="0"/>
                <a:cs typeface="Calibri" panose="020F0502020204030204" pitchFamily="34" charset="0"/>
              </a:rPr>
              <a:t>c++</a:t>
            </a:r>
            <a:r>
              <a:rPr lang="en-US" dirty="0">
                <a:solidFill>
                  <a:srgbClr val="F16000"/>
                </a:solidFill>
                <a:latin typeface="Calibri" panose="020F0502020204030204" pitchFamily="34" charset="0"/>
                <a:cs typeface="Calibri" panose="020F0502020204030204" pitchFamily="34" charset="0"/>
              </a:rPr>
              <a:t>14 -</a:t>
            </a:r>
            <a:r>
              <a:rPr lang="en-US" dirty="0" err="1">
                <a:solidFill>
                  <a:srgbClr val="F16000"/>
                </a:solidFill>
                <a:latin typeface="Calibri" panose="020F0502020204030204" pitchFamily="34" charset="0"/>
                <a:cs typeface="Calibri" panose="020F0502020204030204" pitchFamily="34" charset="0"/>
              </a:rPr>
              <a:t>Werror</a:t>
            </a:r>
            <a:r>
              <a:rPr lang="en-US" dirty="0">
                <a:solidFill>
                  <a:srgbClr val="F16000"/>
                </a:solidFill>
                <a:latin typeface="Calibri" panose="020F0502020204030204" pitchFamily="34" charset="0"/>
                <a:cs typeface="Calibri" panose="020F0502020204030204" pitchFamily="34" charset="0"/>
              </a:rPr>
              <a:t> -</a:t>
            </a:r>
            <a:r>
              <a:rPr lang="en-US" dirty="0" err="1">
                <a:solidFill>
                  <a:srgbClr val="F16000"/>
                </a:solidFill>
                <a:latin typeface="Calibri" panose="020F0502020204030204" pitchFamily="34" charset="0"/>
                <a:cs typeface="Calibri" panose="020F0502020204030204" pitchFamily="34" charset="0"/>
              </a:rPr>
              <a:t>Wuninitialized</a:t>
            </a:r>
            <a:r>
              <a:rPr lang="en-US" dirty="0">
                <a:solidFill>
                  <a:srgbClr val="F16000"/>
                </a:solidFill>
                <a:latin typeface="Calibri" panose="020F0502020204030204" pitchFamily="34" charset="0"/>
                <a:cs typeface="Calibri" panose="020F0502020204030204" pitchFamily="34" charset="0"/>
              </a:rPr>
              <a:t> -o </a:t>
            </a:r>
            <a:r>
              <a:rPr lang="en-US" dirty="0">
                <a:solidFill>
                  <a:schemeClr val="accent6">
                    <a:lumMod val="60000"/>
                    <a:lumOff val="40000"/>
                  </a:schemeClr>
                </a:solidFill>
                <a:latin typeface="Calibri" panose="020F0502020204030204" pitchFamily="34" charset="0"/>
                <a:cs typeface="Calibri" panose="020F0502020204030204" pitchFamily="34" charset="0"/>
              </a:rPr>
              <a:t>EXECUTABLE_NAME</a:t>
            </a:r>
            <a:r>
              <a:rPr lang="en-US" dirty="0">
                <a:solidFill>
                  <a:srgbClr val="F16000"/>
                </a:solidFill>
                <a:latin typeface="Calibri" panose="020F0502020204030204" pitchFamily="34" charset="0"/>
                <a:cs typeface="Calibri" panose="020F0502020204030204" pitchFamily="34" charset="0"/>
              </a:rPr>
              <a:t> </a:t>
            </a:r>
            <a:r>
              <a:rPr lang="en-US" dirty="0">
                <a:solidFill>
                  <a:srgbClr val="1D9EFF"/>
                </a:solidFill>
                <a:latin typeface="Calibri" panose="020F0502020204030204" pitchFamily="34" charset="0"/>
                <a:cs typeface="Calibri" panose="020F0502020204030204" pitchFamily="34" charset="0"/>
              </a:rPr>
              <a:t>YOUR_FILE.cpp</a:t>
            </a:r>
          </a:p>
        </p:txBody>
      </p:sp>
      <p:sp>
        <p:nvSpPr>
          <p:cNvPr id="3" name="Slide Number Placeholder 2">
            <a:extLst>
              <a:ext uri="{FF2B5EF4-FFF2-40B4-BE49-F238E27FC236}">
                <a16:creationId xmlns:a16="http://schemas.microsoft.com/office/drawing/2014/main" id="{AE44D571-D6D4-63E4-D45E-345D48F5509C}"/>
              </a:ext>
            </a:extLst>
          </p:cNvPr>
          <p:cNvSpPr>
            <a:spLocks noGrp="1"/>
          </p:cNvSpPr>
          <p:nvPr>
            <p:ph type="sldNum" sz="quarter" idx="12"/>
          </p:nvPr>
        </p:nvSpPr>
        <p:spPr/>
        <p:txBody>
          <a:bodyPr/>
          <a:lstStyle/>
          <a:p>
            <a:fld id="{017C28E0-2F8B-4999-AEA2-B3AA3AE8994F}" type="slidenum">
              <a:rPr lang="en-US" smtClean="0"/>
              <a:t>18</a:t>
            </a:fld>
            <a:endParaRPr lang="en-US"/>
          </a:p>
        </p:txBody>
      </p:sp>
      <p:grpSp>
        <p:nvGrpSpPr>
          <p:cNvPr id="7" name="Group 6">
            <a:extLst>
              <a:ext uri="{FF2B5EF4-FFF2-40B4-BE49-F238E27FC236}">
                <a16:creationId xmlns:a16="http://schemas.microsoft.com/office/drawing/2014/main" id="{AD4D2121-E2BA-E686-D550-D7C1195617B0}"/>
              </a:ext>
            </a:extLst>
          </p:cNvPr>
          <p:cNvGrpSpPr/>
          <p:nvPr/>
        </p:nvGrpSpPr>
        <p:grpSpPr>
          <a:xfrm>
            <a:off x="11317255" y="5989103"/>
            <a:ext cx="841781" cy="748032"/>
            <a:chOff x="11337354" y="6025684"/>
            <a:chExt cx="841781" cy="748032"/>
          </a:xfrm>
        </p:grpSpPr>
        <p:pic>
          <p:nvPicPr>
            <p:cNvPr id="8" name="Picture 7">
              <a:extLst>
                <a:ext uri="{FF2B5EF4-FFF2-40B4-BE49-F238E27FC236}">
                  <a16:creationId xmlns:a16="http://schemas.microsoft.com/office/drawing/2014/main" id="{19388B0E-AE88-3EC2-EC66-787296ADF32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424975" y="6538912"/>
              <a:ext cx="666541" cy="234804"/>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10" descr="Logo COP3530">
              <a:extLst>
                <a:ext uri="{FF2B5EF4-FFF2-40B4-BE49-F238E27FC236}">
                  <a16:creationId xmlns:a16="http://schemas.microsoft.com/office/drawing/2014/main" id="{BA00DDEE-D1A8-4291-6EB1-8F5520A3BFD0}"/>
                </a:ext>
              </a:extLst>
            </p:cNvPr>
            <p:cNvPicPr>
              <a:picLocks noChangeAspect="1"/>
            </p:cNvPicPr>
            <p:nvPr/>
          </p:nvPicPr>
          <p:blipFill rotWithShape="1">
            <a:blip r:embed="rId4"/>
            <a:srcRect t="1" b="20587"/>
            <a:stretch/>
          </p:blipFill>
          <p:spPr>
            <a:xfrm>
              <a:off x="11337354" y="6025684"/>
              <a:ext cx="841781" cy="465491"/>
            </a:xfrm>
            <a:prstGeom prst="rect">
              <a:avLst/>
            </a:prstGeom>
          </p:spPr>
        </p:pic>
      </p:grpSp>
    </p:spTree>
    <p:extLst>
      <p:ext uri="{BB962C8B-B14F-4D97-AF65-F5344CB8AC3E}">
        <p14:creationId xmlns:p14="http://schemas.microsoft.com/office/powerpoint/2010/main" val="388514316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EAD69F0D-F3D4-4051-AF86-CB74567FFF6C}"/>
              </a:ext>
            </a:extLst>
          </p:cNvPr>
          <p:cNvSpPr txBox="1"/>
          <p:nvPr/>
        </p:nvSpPr>
        <p:spPr>
          <a:xfrm>
            <a:off x="1598080" y="1690688"/>
            <a:ext cx="5726168" cy="4095673"/>
          </a:xfrm>
          <a:prstGeom prst="rect">
            <a:avLst/>
          </a:prstGeom>
          <a:noFill/>
        </p:spPr>
        <p:txBody>
          <a:bodyPr wrap="square" rtlCol="0">
            <a:spAutoFit/>
          </a:bodyPr>
          <a:lstStyle/>
          <a:p>
            <a:pPr>
              <a:lnSpc>
                <a:spcPct val="150000"/>
              </a:lnSpc>
            </a:pPr>
            <a:r>
              <a:rPr lang="en-US" sz="2800" dirty="0">
                <a:solidFill>
                  <a:srgbClr val="F16000"/>
                </a:solidFill>
              </a:rPr>
              <a:t>Compiler</a:t>
            </a:r>
          </a:p>
          <a:p>
            <a:pPr marL="1028700" lvl="1" indent="-571500">
              <a:lnSpc>
                <a:spcPct val="150000"/>
              </a:lnSpc>
              <a:buFont typeface="Wingdings" panose="05000000000000000000" pitchFamily="2" charset="2"/>
              <a:buChar char="§"/>
            </a:pPr>
            <a:r>
              <a:rPr lang="en-US" sz="2400" dirty="0">
                <a:solidFill>
                  <a:schemeClr val="bg1"/>
                </a:solidFill>
              </a:rPr>
              <a:t>G++</a:t>
            </a:r>
          </a:p>
          <a:p>
            <a:pPr marL="1028700" lvl="1" indent="-571500">
              <a:lnSpc>
                <a:spcPct val="150000"/>
              </a:lnSpc>
              <a:buFont typeface="Wingdings" panose="05000000000000000000" pitchFamily="2" charset="2"/>
              <a:buChar char="§"/>
            </a:pPr>
            <a:r>
              <a:rPr lang="en-US" sz="2400" dirty="0" err="1">
                <a:solidFill>
                  <a:schemeClr val="bg1"/>
                </a:solidFill>
              </a:rPr>
              <a:t>Edugator</a:t>
            </a:r>
            <a:r>
              <a:rPr lang="en-US" sz="2400" dirty="0">
                <a:solidFill>
                  <a:schemeClr val="bg1"/>
                </a:solidFill>
              </a:rPr>
              <a:t>/Gradescope</a:t>
            </a:r>
          </a:p>
          <a:p>
            <a:pPr>
              <a:lnSpc>
                <a:spcPct val="150000"/>
              </a:lnSpc>
            </a:pPr>
            <a:r>
              <a:rPr lang="en-US" sz="2800" dirty="0">
                <a:solidFill>
                  <a:srgbClr val="F16000"/>
                </a:solidFill>
              </a:rPr>
              <a:t>IDE</a:t>
            </a:r>
          </a:p>
          <a:p>
            <a:pPr marL="1143000" lvl="1" indent="-685800">
              <a:lnSpc>
                <a:spcPct val="150000"/>
              </a:lnSpc>
              <a:buFont typeface="Wingdings" panose="05000000000000000000" pitchFamily="2" charset="2"/>
              <a:buChar char="§"/>
            </a:pPr>
            <a:r>
              <a:rPr lang="en-US" sz="2400" u="sng" dirty="0">
                <a:solidFill>
                  <a:schemeClr val="bg1"/>
                </a:solidFill>
                <a:hlinkClick r:id="rId3">
                  <a:extLst>
                    <a:ext uri="{A12FA001-AC4F-418D-AE19-62706E023703}">
                      <ahyp:hlinkClr xmlns:ahyp="http://schemas.microsoft.com/office/drawing/2018/hyperlinkcolor" val="tx"/>
                    </a:ext>
                  </a:extLst>
                </a:hlinkClick>
              </a:rPr>
              <a:t>OnlineGDB</a:t>
            </a:r>
            <a:endParaRPr lang="en-US" sz="2400" u="sng" dirty="0">
              <a:solidFill>
                <a:schemeClr val="bg1"/>
              </a:solidFill>
            </a:endParaRPr>
          </a:p>
          <a:p>
            <a:pPr marL="1143000" lvl="1" indent="-685800">
              <a:lnSpc>
                <a:spcPct val="150000"/>
              </a:lnSpc>
              <a:buFont typeface="Wingdings" panose="05000000000000000000" pitchFamily="2" charset="2"/>
              <a:buChar char="§"/>
            </a:pPr>
            <a:r>
              <a:rPr lang="en-US" sz="2400" dirty="0">
                <a:solidFill>
                  <a:schemeClr val="bg1"/>
                </a:solidFill>
              </a:rPr>
              <a:t>Visual Studio Code</a:t>
            </a:r>
          </a:p>
          <a:p>
            <a:pPr marL="1143000" lvl="1" indent="-685800">
              <a:lnSpc>
                <a:spcPct val="150000"/>
              </a:lnSpc>
              <a:buFont typeface="Wingdings" panose="05000000000000000000" pitchFamily="2" charset="2"/>
              <a:buChar char="§"/>
            </a:pPr>
            <a:r>
              <a:rPr lang="en-US" sz="2400" dirty="0" err="1">
                <a:solidFill>
                  <a:schemeClr val="bg1"/>
                </a:solidFill>
              </a:rPr>
              <a:t>Clion</a:t>
            </a:r>
            <a:endParaRPr lang="en-US" sz="2400" dirty="0">
              <a:solidFill>
                <a:schemeClr val="bg1"/>
              </a:solidFill>
            </a:endParaRPr>
          </a:p>
        </p:txBody>
      </p:sp>
      <p:sp>
        <p:nvSpPr>
          <p:cNvPr id="2" name="Title 1">
            <a:extLst>
              <a:ext uri="{FF2B5EF4-FFF2-40B4-BE49-F238E27FC236}">
                <a16:creationId xmlns:a16="http://schemas.microsoft.com/office/drawing/2014/main" id="{FA98DF2D-4C21-45B7-8CEE-41E2C22A3166}"/>
              </a:ext>
            </a:extLst>
          </p:cNvPr>
          <p:cNvSpPr>
            <a:spLocks noGrp="1"/>
          </p:cNvSpPr>
          <p:nvPr>
            <p:ph type="title"/>
          </p:nvPr>
        </p:nvSpPr>
        <p:spPr/>
        <p:txBody>
          <a:bodyPr>
            <a:normAutofit fontScale="90000"/>
          </a:bodyPr>
          <a:lstStyle/>
          <a:p>
            <a:br>
              <a:rPr lang="en-US" dirty="0">
                <a:solidFill>
                  <a:schemeClr val="bg1"/>
                </a:solidFill>
                <a:latin typeface="Gotham Bold" pitchFamily="50" charset="0"/>
              </a:rPr>
            </a:br>
            <a:br>
              <a:rPr lang="en-US" dirty="0">
                <a:solidFill>
                  <a:schemeClr val="bg1"/>
                </a:solidFill>
                <a:latin typeface="Gotham Bold" pitchFamily="50" charset="0"/>
              </a:rPr>
            </a:br>
            <a:br>
              <a:rPr lang="en-US" dirty="0">
                <a:solidFill>
                  <a:schemeClr val="bg1"/>
                </a:solidFill>
                <a:latin typeface="Gotham Bold" pitchFamily="50" charset="0"/>
              </a:rPr>
            </a:br>
            <a:r>
              <a:rPr lang="en-US" dirty="0">
                <a:solidFill>
                  <a:schemeClr val="bg1"/>
                </a:solidFill>
                <a:latin typeface="Gotham Bold" pitchFamily="50" charset="0"/>
              </a:rPr>
              <a:t>Tools</a:t>
            </a:r>
            <a:br>
              <a:rPr lang="en-US" dirty="0">
                <a:solidFill>
                  <a:schemeClr val="bg1"/>
                </a:solidFill>
                <a:latin typeface="Gotham Bold" pitchFamily="50" charset="0"/>
              </a:rPr>
            </a:br>
            <a:br>
              <a:rPr lang="en-US" dirty="0">
                <a:solidFill>
                  <a:schemeClr val="bg1"/>
                </a:solidFill>
                <a:latin typeface="Gotham Bold" pitchFamily="50" charset="0"/>
              </a:rPr>
            </a:br>
            <a:br>
              <a:rPr lang="en-US" dirty="0">
                <a:solidFill>
                  <a:schemeClr val="bg1"/>
                </a:solidFill>
                <a:latin typeface="Gotham Bold" pitchFamily="50" charset="0"/>
              </a:rPr>
            </a:br>
            <a:endParaRPr lang="en-US" dirty="0">
              <a:solidFill>
                <a:schemeClr val="bg1"/>
              </a:solidFill>
              <a:latin typeface="Gotham Bold" pitchFamily="50" charset="0"/>
            </a:endParaRPr>
          </a:p>
        </p:txBody>
      </p:sp>
      <p:sp>
        <p:nvSpPr>
          <p:cNvPr id="9" name="Title 1">
            <a:extLst>
              <a:ext uri="{FF2B5EF4-FFF2-40B4-BE49-F238E27FC236}">
                <a16:creationId xmlns:a16="http://schemas.microsoft.com/office/drawing/2014/main" id="{753E7F3E-4912-4FEA-B34E-7E95D57C3114}"/>
              </a:ext>
            </a:extLst>
          </p:cNvPr>
          <p:cNvSpPr txBox="1">
            <a:spLocks/>
          </p:cNvSpPr>
          <p:nvPr/>
        </p:nvSpPr>
        <p:spPr>
          <a:xfrm>
            <a:off x="1175426" y="3221815"/>
            <a:ext cx="1237034" cy="1325563"/>
          </a:xfrm>
          <a:prstGeom prst="rect">
            <a:avLst/>
          </a:prstGeom>
        </p:spPr>
        <p:txBody>
          <a:bodyPr vert="horz" lIns="91440" tIns="45720" rIns="91440" bIns="45720" rtlCol="0" anchor="ctr">
            <a:normAutofit fontScale="900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br>
              <a:rPr lang="en-US" sz="1800" dirty="0">
                <a:solidFill>
                  <a:schemeClr val="bg1"/>
                </a:solidFill>
                <a:latin typeface="Gotham Bold" pitchFamily="50" charset="0"/>
              </a:rPr>
            </a:br>
            <a:br>
              <a:rPr lang="en-US" sz="1800" dirty="0">
                <a:solidFill>
                  <a:schemeClr val="bg1"/>
                </a:solidFill>
                <a:latin typeface="Gotham Bold" pitchFamily="50" charset="0"/>
              </a:rPr>
            </a:br>
            <a:br>
              <a:rPr lang="en-US" sz="1800" dirty="0">
                <a:solidFill>
                  <a:schemeClr val="bg1"/>
                </a:solidFill>
                <a:latin typeface="Gotham Bold" pitchFamily="50" charset="0"/>
              </a:rPr>
            </a:br>
            <a:br>
              <a:rPr lang="en-US" sz="1800" dirty="0">
                <a:solidFill>
                  <a:schemeClr val="bg1"/>
                </a:solidFill>
                <a:latin typeface="Gotham Bold" pitchFamily="50" charset="0"/>
              </a:rPr>
            </a:br>
            <a:br>
              <a:rPr lang="en-US" sz="1800" dirty="0">
                <a:solidFill>
                  <a:schemeClr val="bg1"/>
                </a:solidFill>
                <a:latin typeface="Gotham Bold" pitchFamily="50" charset="0"/>
              </a:rPr>
            </a:br>
            <a:endParaRPr lang="en-US" sz="1800" dirty="0">
              <a:solidFill>
                <a:schemeClr val="bg1"/>
              </a:solidFill>
              <a:latin typeface="Gotham Bold" pitchFamily="50" charset="0"/>
            </a:endParaRPr>
          </a:p>
        </p:txBody>
      </p:sp>
      <p:pic>
        <p:nvPicPr>
          <p:cNvPr id="1034" name="Picture 10" descr="JetBrains">
            <a:extLst>
              <a:ext uri="{FF2B5EF4-FFF2-40B4-BE49-F238E27FC236}">
                <a16:creationId xmlns:a16="http://schemas.microsoft.com/office/drawing/2014/main" id="{F13B3E1D-D6DE-4910-A5A4-FEA234F1D91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162911" y="3723552"/>
            <a:ext cx="1087953" cy="1177639"/>
          </a:xfrm>
          <a:prstGeom prst="rect">
            <a:avLst/>
          </a:prstGeom>
          <a:noFill/>
          <a:extLst>
            <a:ext uri="{909E8E84-426E-40DD-AFC4-6F175D3DCCD1}">
              <a14:hiddenFill xmlns:a14="http://schemas.microsoft.com/office/drawing/2010/main">
                <a:solidFill>
                  <a:srgbClr val="FFFFFF"/>
                </a:solidFill>
              </a14:hiddenFill>
            </a:ext>
          </a:extLst>
        </p:spPr>
      </p:pic>
      <p:pic>
        <p:nvPicPr>
          <p:cNvPr id="1040" name="Picture 16" descr="Visual studio code logo ">
            <a:extLst>
              <a:ext uri="{FF2B5EF4-FFF2-40B4-BE49-F238E27FC236}">
                <a16:creationId xmlns:a16="http://schemas.microsoft.com/office/drawing/2014/main" id="{6D6138AD-15DB-4FE2-ACE5-4ECB2791F338}"/>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210720" y="3798967"/>
            <a:ext cx="1177640" cy="1177640"/>
          </a:xfrm>
          <a:prstGeom prst="rect">
            <a:avLst/>
          </a:prstGeom>
          <a:noFill/>
          <a:extLst>
            <a:ext uri="{909E8E84-426E-40DD-AFC4-6F175D3DCCD1}">
              <a14:hiddenFill xmlns:a14="http://schemas.microsoft.com/office/drawing/2010/main">
                <a:solidFill>
                  <a:srgbClr val="FFFFFF"/>
                </a:solidFill>
              </a14:hiddenFill>
            </a:ext>
          </a:extLst>
        </p:spPr>
      </p:pic>
      <p:sp>
        <p:nvSpPr>
          <p:cNvPr id="3" name="Slide Number Placeholder 2">
            <a:extLst>
              <a:ext uri="{FF2B5EF4-FFF2-40B4-BE49-F238E27FC236}">
                <a16:creationId xmlns:a16="http://schemas.microsoft.com/office/drawing/2014/main" id="{7E2DD5AF-1D66-B720-913A-B35F0196EC02}"/>
              </a:ext>
            </a:extLst>
          </p:cNvPr>
          <p:cNvSpPr>
            <a:spLocks noGrp="1"/>
          </p:cNvSpPr>
          <p:nvPr>
            <p:ph type="sldNum" sz="quarter" idx="12"/>
          </p:nvPr>
        </p:nvSpPr>
        <p:spPr/>
        <p:txBody>
          <a:bodyPr/>
          <a:lstStyle/>
          <a:p>
            <a:fld id="{017C28E0-2F8B-4999-AEA2-B3AA3AE8994F}" type="slidenum">
              <a:rPr lang="en-US" smtClean="0"/>
              <a:t>19</a:t>
            </a:fld>
            <a:endParaRPr lang="en-US"/>
          </a:p>
        </p:txBody>
      </p:sp>
      <p:grpSp>
        <p:nvGrpSpPr>
          <p:cNvPr id="11" name="Group 10">
            <a:extLst>
              <a:ext uri="{FF2B5EF4-FFF2-40B4-BE49-F238E27FC236}">
                <a16:creationId xmlns:a16="http://schemas.microsoft.com/office/drawing/2014/main" id="{89804173-6281-2019-ED5D-16894305DD9A}"/>
              </a:ext>
            </a:extLst>
          </p:cNvPr>
          <p:cNvGrpSpPr/>
          <p:nvPr/>
        </p:nvGrpSpPr>
        <p:grpSpPr>
          <a:xfrm>
            <a:off x="11317255" y="5989103"/>
            <a:ext cx="841781" cy="748032"/>
            <a:chOff x="11337354" y="6025684"/>
            <a:chExt cx="841781" cy="748032"/>
          </a:xfrm>
        </p:grpSpPr>
        <p:pic>
          <p:nvPicPr>
            <p:cNvPr id="12" name="Picture 11">
              <a:extLst>
                <a:ext uri="{FF2B5EF4-FFF2-40B4-BE49-F238E27FC236}">
                  <a16:creationId xmlns:a16="http://schemas.microsoft.com/office/drawing/2014/main" id="{B299125D-3F25-15E9-E0E1-C5225C361C64}"/>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1424975" y="6538912"/>
              <a:ext cx="666541" cy="234804"/>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12" descr="Logo COP3530">
              <a:extLst>
                <a:ext uri="{FF2B5EF4-FFF2-40B4-BE49-F238E27FC236}">
                  <a16:creationId xmlns:a16="http://schemas.microsoft.com/office/drawing/2014/main" id="{0A4F39B6-8FEA-578B-A344-FC4EB6905824}"/>
                </a:ext>
              </a:extLst>
            </p:cNvPr>
            <p:cNvPicPr>
              <a:picLocks noChangeAspect="1"/>
            </p:cNvPicPr>
            <p:nvPr/>
          </p:nvPicPr>
          <p:blipFill rotWithShape="1">
            <a:blip r:embed="rId7"/>
            <a:srcRect t="1" b="20587"/>
            <a:stretch/>
          </p:blipFill>
          <p:spPr>
            <a:xfrm>
              <a:off x="11337354" y="6025684"/>
              <a:ext cx="841781" cy="465491"/>
            </a:xfrm>
            <a:prstGeom prst="rect">
              <a:avLst/>
            </a:prstGeom>
          </p:spPr>
        </p:pic>
      </p:grpSp>
      <p:pic>
        <p:nvPicPr>
          <p:cNvPr id="5" name="Graphic 4">
            <a:extLst>
              <a:ext uri="{FF2B5EF4-FFF2-40B4-BE49-F238E27FC236}">
                <a16:creationId xmlns:a16="http://schemas.microsoft.com/office/drawing/2014/main" id="{359E1F0C-4A11-2EC9-4731-20C8170364EF}"/>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7382916" y="2382583"/>
            <a:ext cx="2656076" cy="531215"/>
          </a:xfrm>
          <a:prstGeom prst="rect">
            <a:avLst/>
          </a:prstGeom>
        </p:spPr>
      </p:pic>
    </p:spTree>
    <p:extLst>
      <p:ext uri="{BB962C8B-B14F-4D97-AF65-F5344CB8AC3E}">
        <p14:creationId xmlns:p14="http://schemas.microsoft.com/office/powerpoint/2010/main" val="108145524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A09AE44D-9F80-743A-757A-9AB5D5E9D265}"/>
            </a:ext>
          </a:extLst>
        </p:cNvPr>
        <p:cNvGrpSpPr/>
        <p:nvPr/>
      </p:nvGrpSpPr>
      <p:grpSpPr>
        <a:xfrm>
          <a:off x="0" y="0"/>
          <a:ext cx="0" cy="0"/>
          <a:chOff x="0" y="0"/>
          <a:chExt cx="0" cy="0"/>
        </a:xfrm>
      </p:grpSpPr>
      <p:sp>
        <p:nvSpPr>
          <p:cNvPr id="10" name="TextBox 9">
            <a:extLst>
              <a:ext uri="{FF2B5EF4-FFF2-40B4-BE49-F238E27FC236}">
                <a16:creationId xmlns:a16="http://schemas.microsoft.com/office/drawing/2014/main" id="{55B9C0A6-58A1-80C4-CB83-8EA5216FF6ED}"/>
              </a:ext>
            </a:extLst>
          </p:cNvPr>
          <p:cNvSpPr txBox="1"/>
          <p:nvPr/>
        </p:nvSpPr>
        <p:spPr>
          <a:xfrm>
            <a:off x="962813" y="1490731"/>
            <a:ext cx="5726168" cy="589072"/>
          </a:xfrm>
          <a:prstGeom prst="rect">
            <a:avLst/>
          </a:prstGeom>
          <a:noFill/>
        </p:spPr>
        <p:txBody>
          <a:bodyPr wrap="square" rtlCol="0">
            <a:spAutoFit/>
          </a:bodyPr>
          <a:lstStyle/>
          <a:p>
            <a:pPr>
              <a:lnSpc>
                <a:spcPct val="150000"/>
              </a:lnSpc>
            </a:pPr>
            <a:r>
              <a:rPr lang="en-US" sz="2400" dirty="0" err="1">
                <a:solidFill>
                  <a:schemeClr val="bg1"/>
                </a:solidFill>
              </a:rPr>
              <a:t>Edugator</a:t>
            </a:r>
            <a:endParaRPr lang="en-US" sz="2400" dirty="0">
              <a:solidFill>
                <a:schemeClr val="bg1"/>
              </a:solidFill>
            </a:endParaRPr>
          </a:p>
        </p:txBody>
      </p:sp>
      <p:sp>
        <p:nvSpPr>
          <p:cNvPr id="2" name="Title 1">
            <a:extLst>
              <a:ext uri="{FF2B5EF4-FFF2-40B4-BE49-F238E27FC236}">
                <a16:creationId xmlns:a16="http://schemas.microsoft.com/office/drawing/2014/main" id="{DF7FD3F9-76A0-B537-5185-89AC339838A9}"/>
              </a:ext>
            </a:extLst>
          </p:cNvPr>
          <p:cNvSpPr>
            <a:spLocks noGrp="1"/>
          </p:cNvSpPr>
          <p:nvPr>
            <p:ph type="title"/>
          </p:nvPr>
        </p:nvSpPr>
        <p:spPr/>
        <p:txBody>
          <a:bodyPr>
            <a:normAutofit fontScale="90000"/>
          </a:bodyPr>
          <a:lstStyle/>
          <a:p>
            <a:br>
              <a:rPr lang="en-US" dirty="0">
                <a:solidFill>
                  <a:schemeClr val="bg1"/>
                </a:solidFill>
                <a:latin typeface="Gotham Bold" pitchFamily="50" charset="0"/>
              </a:rPr>
            </a:br>
            <a:br>
              <a:rPr lang="en-US" dirty="0">
                <a:solidFill>
                  <a:schemeClr val="bg1"/>
                </a:solidFill>
                <a:latin typeface="Gotham Bold" pitchFamily="50" charset="0"/>
              </a:rPr>
            </a:br>
            <a:br>
              <a:rPr lang="en-US" dirty="0">
                <a:solidFill>
                  <a:schemeClr val="bg1"/>
                </a:solidFill>
                <a:latin typeface="Gotham Bold" pitchFamily="50" charset="0"/>
              </a:rPr>
            </a:br>
            <a:r>
              <a:rPr lang="en-US" dirty="0">
                <a:solidFill>
                  <a:schemeClr val="bg1"/>
                </a:solidFill>
                <a:latin typeface="Gotham Bold" pitchFamily="50" charset="0"/>
              </a:rPr>
              <a:t>Tools</a:t>
            </a:r>
            <a:br>
              <a:rPr lang="en-US" dirty="0">
                <a:solidFill>
                  <a:schemeClr val="bg1"/>
                </a:solidFill>
                <a:latin typeface="Gotham Bold" pitchFamily="50" charset="0"/>
              </a:rPr>
            </a:br>
            <a:br>
              <a:rPr lang="en-US" dirty="0">
                <a:solidFill>
                  <a:schemeClr val="bg1"/>
                </a:solidFill>
                <a:latin typeface="Gotham Bold" pitchFamily="50" charset="0"/>
              </a:rPr>
            </a:br>
            <a:br>
              <a:rPr lang="en-US" dirty="0">
                <a:solidFill>
                  <a:schemeClr val="bg1"/>
                </a:solidFill>
                <a:latin typeface="Gotham Bold" pitchFamily="50" charset="0"/>
              </a:rPr>
            </a:br>
            <a:endParaRPr lang="en-US" dirty="0">
              <a:solidFill>
                <a:schemeClr val="bg1"/>
              </a:solidFill>
              <a:latin typeface="Gotham Bold" pitchFamily="50" charset="0"/>
            </a:endParaRPr>
          </a:p>
        </p:txBody>
      </p:sp>
      <p:sp>
        <p:nvSpPr>
          <p:cNvPr id="9" name="Title 1">
            <a:extLst>
              <a:ext uri="{FF2B5EF4-FFF2-40B4-BE49-F238E27FC236}">
                <a16:creationId xmlns:a16="http://schemas.microsoft.com/office/drawing/2014/main" id="{9765E363-BBBC-1CBE-B43A-30E83CF3C905}"/>
              </a:ext>
            </a:extLst>
          </p:cNvPr>
          <p:cNvSpPr txBox="1">
            <a:spLocks/>
          </p:cNvSpPr>
          <p:nvPr/>
        </p:nvSpPr>
        <p:spPr>
          <a:xfrm>
            <a:off x="1175426" y="3221815"/>
            <a:ext cx="1237034" cy="1325563"/>
          </a:xfrm>
          <a:prstGeom prst="rect">
            <a:avLst/>
          </a:prstGeom>
        </p:spPr>
        <p:txBody>
          <a:bodyPr vert="horz" lIns="91440" tIns="45720" rIns="91440" bIns="45720" rtlCol="0" anchor="ctr">
            <a:normAutofit fontScale="900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br>
              <a:rPr lang="en-US" sz="1800" dirty="0">
                <a:solidFill>
                  <a:schemeClr val="bg1"/>
                </a:solidFill>
                <a:latin typeface="Gotham Bold" pitchFamily="50" charset="0"/>
              </a:rPr>
            </a:br>
            <a:br>
              <a:rPr lang="en-US" sz="1800" dirty="0">
                <a:solidFill>
                  <a:schemeClr val="bg1"/>
                </a:solidFill>
                <a:latin typeface="Gotham Bold" pitchFamily="50" charset="0"/>
              </a:rPr>
            </a:br>
            <a:br>
              <a:rPr lang="en-US" sz="1800" dirty="0">
                <a:solidFill>
                  <a:schemeClr val="bg1"/>
                </a:solidFill>
                <a:latin typeface="Gotham Bold" pitchFamily="50" charset="0"/>
              </a:rPr>
            </a:br>
            <a:br>
              <a:rPr lang="en-US" sz="1800" dirty="0">
                <a:solidFill>
                  <a:schemeClr val="bg1"/>
                </a:solidFill>
                <a:latin typeface="Gotham Bold" pitchFamily="50" charset="0"/>
              </a:rPr>
            </a:br>
            <a:br>
              <a:rPr lang="en-US" sz="1800" dirty="0">
                <a:solidFill>
                  <a:schemeClr val="bg1"/>
                </a:solidFill>
                <a:latin typeface="Gotham Bold" pitchFamily="50" charset="0"/>
              </a:rPr>
            </a:br>
            <a:endParaRPr lang="en-US" sz="1800" dirty="0">
              <a:solidFill>
                <a:schemeClr val="bg1"/>
              </a:solidFill>
              <a:latin typeface="Gotham Bold" pitchFamily="50" charset="0"/>
            </a:endParaRPr>
          </a:p>
        </p:txBody>
      </p:sp>
      <p:sp>
        <p:nvSpPr>
          <p:cNvPr id="3" name="Slide Number Placeholder 2">
            <a:extLst>
              <a:ext uri="{FF2B5EF4-FFF2-40B4-BE49-F238E27FC236}">
                <a16:creationId xmlns:a16="http://schemas.microsoft.com/office/drawing/2014/main" id="{F53C2798-96BB-7C0E-6A22-B21AC3498242}"/>
              </a:ext>
            </a:extLst>
          </p:cNvPr>
          <p:cNvSpPr>
            <a:spLocks noGrp="1"/>
          </p:cNvSpPr>
          <p:nvPr>
            <p:ph type="sldNum" sz="quarter" idx="12"/>
          </p:nvPr>
        </p:nvSpPr>
        <p:spPr/>
        <p:txBody>
          <a:bodyPr/>
          <a:lstStyle/>
          <a:p>
            <a:fld id="{017C28E0-2F8B-4999-AEA2-B3AA3AE8994F}" type="slidenum">
              <a:rPr lang="en-US" smtClean="0"/>
              <a:t>20</a:t>
            </a:fld>
            <a:endParaRPr lang="en-US"/>
          </a:p>
        </p:txBody>
      </p:sp>
      <p:grpSp>
        <p:nvGrpSpPr>
          <p:cNvPr id="11" name="Group 10">
            <a:extLst>
              <a:ext uri="{FF2B5EF4-FFF2-40B4-BE49-F238E27FC236}">
                <a16:creationId xmlns:a16="http://schemas.microsoft.com/office/drawing/2014/main" id="{F87EC3FE-083D-117C-EB35-CA236DA197AB}"/>
              </a:ext>
            </a:extLst>
          </p:cNvPr>
          <p:cNvGrpSpPr/>
          <p:nvPr/>
        </p:nvGrpSpPr>
        <p:grpSpPr>
          <a:xfrm>
            <a:off x="11317255" y="5989103"/>
            <a:ext cx="841781" cy="748032"/>
            <a:chOff x="11337354" y="6025684"/>
            <a:chExt cx="841781" cy="748032"/>
          </a:xfrm>
        </p:grpSpPr>
        <p:pic>
          <p:nvPicPr>
            <p:cNvPr id="12" name="Picture 11">
              <a:extLst>
                <a:ext uri="{FF2B5EF4-FFF2-40B4-BE49-F238E27FC236}">
                  <a16:creationId xmlns:a16="http://schemas.microsoft.com/office/drawing/2014/main" id="{8B470287-02E9-5383-2088-CBC00F0018D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424975" y="6538912"/>
              <a:ext cx="666541" cy="234804"/>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12" descr="Logo COP3530">
              <a:extLst>
                <a:ext uri="{FF2B5EF4-FFF2-40B4-BE49-F238E27FC236}">
                  <a16:creationId xmlns:a16="http://schemas.microsoft.com/office/drawing/2014/main" id="{A440E4E0-E800-8CD4-49DD-E7A038661BFD}"/>
                </a:ext>
              </a:extLst>
            </p:cNvPr>
            <p:cNvPicPr>
              <a:picLocks noChangeAspect="1"/>
            </p:cNvPicPr>
            <p:nvPr/>
          </p:nvPicPr>
          <p:blipFill rotWithShape="1">
            <a:blip r:embed="rId4"/>
            <a:srcRect t="1" b="20587"/>
            <a:stretch/>
          </p:blipFill>
          <p:spPr>
            <a:xfrm>
              <a:off x="11337354" y="6025684"/>
              <a:ext cx="841781" cy="465491"/>
            </a:xfrm>
            <a:prstGeom prst="rect">
              <a:avLst/>
            </a:prstGeom>
          </p:spPr>
        </p:pic>
      </p:grpSp>
      <p:pic>
        <p:nvPicPr>
          <p:cNvPr id="5" name="Graphic 4">
            <a:extLst>
              <a:ext uri="{FF2B5EF4-FFF2-40B4-BE49-F238E27FC236}">
                <a16:creationId xmlns:a16="http://schemas.microsoft.com/office/drawing/2014/main" id="{9F89A8C3-EFCA-8A50-A73C-B55215C5E274}"/>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9982200" y="317388"/>
            <a:ext cx="1895838" cy="379167"/>
          </a:xfrm>
          <a:prstGeom prst="rect">
            <a:avLst/>
          </a:prstGeom>
        </p:spPr>
      </p:pic>
      <p:sp>
        <p:nvSpPr>
          <p:cNvPr id="6" name="TextBox 5">
            <a:extLst>
              <a:ext uri="{FF2B5EF4-FFF2-40B4-BE49-F238E27FC236}">
                <a16:creationId xmlns:a16="http://schemas.microsoft.com/office/drawing/2014/main" id="{193CA140-BF13-538C-62F4-8CD158498123}"/>
              </a:ext>
            </a:extLst>
          </p:cNvPr>
          <p:cNvSpPr txBox="1"/>
          <p:nvPr/>
        </p:nvSpPr>
        <p:spPr>
          <a:xfrm>
            <a:off x="1222545" y="2237321"/>
            <a:ext cx="10515600" cy="830997"/>
          </a:xfrm>
          <a:prstGeom prst="rect">
            <a:avLst/>
          </a:prstGeom>
          <a:noFill/>
        </p:spPr>
        <p:txBody>
          <a:bodyPr wrap="square">
            <a:spAutoFit/>
          </a:bodyPr>
          <a:lstStyle/>
          <a:p>
            <a:pPr marL="0" marR="0" indent="0" algn="l">
              <a:spcBef>
                <a:spcPts val="900"/>
              </a:spcBef>
              <a:spcAft>
                <a:spcPts val="900"/>
              </a:spcAft>
              <a:buNone/>
            </a:pPr>
            <a:r>
              <a:rPr lang="en-US" sz="1200" b="0" i="0" dirty="0">
                <a:solidFill>
                  <a:schemeClr val="bg2">
                    <a:lumMod val="75000"/>
                  </a:schemeClr>
                </a:solidFill>
                <a:effectLst/>
                <a:latin typeface="Lato Extended"/>
              </a:rPr>
              <a:t>We will be using </a:t>
            </a:r>
            <a:r>
              <a:rPr lang="en-US" sz="1200" b="1" i="0" dirty="0" err="1">
                <a:solidFill>
                  <a:srgbClr val="00B050"/>
                </a:solidFill>
                <a:effectLst/>
                <a:latin typeface="Lato Extended"/>
              </a:rPr>
              <a:t>Edugator</a:t>
            </a:r>
            <a:r>
              <a:rPr lang="en-US" sz="1200" b="1" i="0" dirty="0">
                <a:solidFill>
                  <a:schemeClr val="bg2">
                    <a:lumMod val="75000"/>
                  </a:schemeClr>
                </a:solidFill>
                <a:effectLst/>
                <a:latin typeface="Lato Extended"/>
              </a:rPr>
              <a:t> </a:t>
            </a:r>
            <a:r>
              <a:rPr lang="en-US" sz="1200" b="0" i="0" dirty="0">
                <a:solidFill>
                  <a:schemeClr val="bg2">
                    <a:lumMod val="75000"/>
                  </a:schemeClr>
                </a:solidFill>
                <a:effectLst/>
                <a:latin typeface="Lato Extended"/>
              </a:rPr>
              <a:t>(</a:t>
            </a:r>
            <a:r>
              <a:rPr lang="en-US" sz="1200" b="0" i="0" u="sng" dirty="0">
                <a:solidFill>
                  <a:srgbClr val="EB6E19"/>
                </a:solidFill>
                <a:effectLst/>
                <a:latin typeface="Lato Extended"/>
                <a:hlinkClick r:id="rId6">
                  <a:extLst>
                    <a:ext uri="{A12FA001-AC4F-418D-AE19-62706E023703}">
                      <ahyp:hlinkClr xmlns:ahyp="http://schemas.microsoft.com/office/drawing/2018/hyperlinkcolor" val="tx"/>
                    </a:ext>
                  </a:extLst>
                </a:hlinkClick>
              </a:rPr>
              <a:t>https://edugator.app</a:t>
            </a:r>
            <a:r>
              <a:rPr lang="en-US" sz="1200" b="0" i="0" u="sng" dirty="0">
                <a:solidFill>
                  <a:schemeClr val="bg2">
                    <a:lumMod val="75000"/>
                  </a:schemeClr>
                </a:solidFill>
                <a:effectLst/>
                <a:latin typeface="Lato Extended"/>
                <a:hlinkClick r:id="rId6">
                  <a:extLst>
                    <a:ext uri="{A12FA001-AC4F-418D-AE19-62706E023703}">
                      <ahyp:hlinkClr xmlns:ahyp="http://schemas.microsoft.com/office/drawing/2018/hyperlinkcolor" val="tx"/>
                    </a:ext>
                  </a:extLst>
                </a:hlinkClick>
              </a:rPr>
              <a:t>/)</a:t>
            </a:r>
            <a:r>
              <a:rPr lang="en-US" sz="1200" b="0" i="0" dirty="0">
                <a:solidFill>
                  <a:schemeClr val="bg2">
                    <a:lumMod val="75000"/>
                  </a:schemeClr>
                </a:solidFill>
                <a:effectLst/>
                <a:latin typeface="Lato Extended"/>
              </a:rPr>
              <a:t>, a platform similar to technical interview and programming practice websites such as </a:t>
            </a:r>
            <a:r>
              <a:rPr lang="en-US" sz="1200" b="0" i="0" dirty="0" err="1">
                <a:solidFill>
                  <a:schemeClr val="bg2">
                    <a:lumMod val="75000"/>
                  </a:schemeClr>
                </a:solidFill>
                <a:effectLst/>
                <a:latin typeface="Lato Extended"/>
              </a:rPr>
              <a:t>LeetCode</a:t>
            </a:r>
            <a:r>
              <a:rPr lang="en-US" sz="1200" b="0" i="0" dirty="0">
                <a:solidFill>
                  <a:schemeClr val="bg2">
                    <a:lumMod val="75000"/>
                  </a:schemeClr>
                </a:solidFill>
                <a:effectLst/>
                <a:latin typeface="Lato Extended"/>
              </a:rPr>
              <a:t>. </a:t>
            </a:r>
            <a:r>
              <a:rPr lang="en-US" sz="1200" b="0" i="0" dirty="0" err="1">
                <a:solidFill>
                  <a:schemeClr val="bg2">
                    <a:lumMod val="75000"/>
                  </a:schemeClr>
                </a:solidFill>
                <a:effectLst/>
                <a:latin typeface="Lato Extended"/>
              </a:rPr>
              <a:t>Edugator</a:t>
            </a:r>
            <a:r>
              <a:rPr lang="en-US" sz="1200" b="0" i="0" dirty="0">
                <a:solidFill>
                  <a:schemeClr val="bg2">
                    <a:lumMod val="75000"/>
                  </a:schemeClr>
                </a:solidFill>
                <a:effectLst/>
                <a:latin typeface="Lato Extended"/>
              </a:rPr>
              <a:t> provides an organized environment where you can complete programming practice problems and keep track of your progress. You will also have access to </a:t>
            </a:r>
            <a:r>
              <a:rPr lang="en-US" sz="1200" b="1" i="0" dirty="0">
                <a:solidFill>
                  <a:schemeClr val="bg2">
                    <a:lumMod val="75000"/>
                  </a:schemeClr>
                </a:solidFill>
                <a:effectLst/>
                <a:latin typeface="Lato Extended"/>
              </a:rPr>
              <a:t>Bloom</a:t>
            </a:r>
            <a:r>
              <a:rPr lang="en-US" sz="1200" b="0" i="0" dirty="0">
                <a:solidFill>
                  <a:schemeClr val="bg2">
                    <a:lumMod val="75000"/>
                  </a:schemeClr>
                </a:solidFill>
                <a:effectLst/>
                <a:latin typeface="Lato Extended"/>
              </a:rPr>
              <a:t>, </a:t>
            </a:r>
            <a:r>
              <a:rPr lang="en-US" sz="1200" b="0" i="0" dirty="0" err="1">
                <a:solidFill>
                  <a:schemeClr val="bg2">
                    <a:lumMod val="75000"/>
                  </a:schemeClr>
                </a:solidFill>
                <a:effectLst/>
                <a:latin typeface="Lato Extended"/>
              </a:rPr>
              <a:t>Edugator’s</a:t>
            </a:r>
            <a:r>
              <a:rPr lang="en-US" sz="1200" b="0" i="0" dirty="0">
                <a:solidFill>
                  <a:schemeClr val="bg2">
                    <a:lumMod val="75000"/>
                  </a:schemeClr>
                </a:solidFill>
                <a:effectLst/>
                <a:latin typeface="Lato Extended"/>
              </a:rPr>
              <a:t> 24/7 AI tutor, which you can use to ask questions and get help while working through problems. The cost of access is </a:t>
            </a:r>
            <a:r>
              <a:rPr lang="en-US" sz="1200" b="1" i="0" dirty="0">
                <a:solidFill>
                  <a:schemeClr val="bg2">
                    <a:lumMod val="75000"/>
                  </a:schemeClr>
                </a:solidFill>
                <a:effectLst/>
                <a:latin typeface="Lato Extended"/>
              </a:rPr>
              <a:t>$8 for one year</a:t>
            </a:r>
            <a:r>
              <a:rPr lang="en-US" sz="1200" b="0" i="0" dirty="0">
                <a:solidFill>
                  <a:schemeClr val="bg2">
                    <a:lumMod val="75000"/>
                  </a:schemeClr>
                </a:solidFill>
                <a:effectLst/>
                <a:latin typeface="Lato Extended"/>
              </a:rPr>
              <a:t> for this course.</a:t>
            </a:r>
          </a:p>
        </p:txBody>
      </p:sp>
      <p:pic>
        <p:nvPicPr>
          <p:cNvPr id="8" name="Picture 7">
            <a:extLst>
              <a:ext uri="{FF2B5EF4-FFF2-40B4-BE49-F238E27FC236}">
                <a16:creationId xmlns:a16="http://schemas.microsoft.com/office/drawing/2014/main" id="{AFFA5D91-3F83-EB2A-0DD0-CD32B6FC3D9F}"/>
              </a:ext>
            </a:extLst>
          </p:cNvPr>
          <p:cNvPicPr>
            <a:picLocks noChangeAspect="1"/>
          </p:cNvPicPr>
          <p:nvPr/>
        </p:nvPicPr>
        <p:blipFill>
          <a:blip r:embed="rId7"/>
          <a:stretch>
            <a:fillRect/>
          </a:stretch>
        </p:blipFill>
        <p:spPr>
          <a:xfrm>
            <a:off x="5340348" y="3364047"/>
            <a:ext cx="3839062" cy="2978437"/>
          </a:xfrm>
          <a:prstGeom prst="rect">
            <a:avLst/>
          </a:prstGeom>
        </p:spPr>
      </p:pic>
      <p:pic>
        <p:nvPicPr>
          <p:cNvPr id="15" name="Picture 14">
            <a:extLst>
              <a:ext uri="{FF2B5EF4-FFF2-40B4-BE49-F238E27FC236}">
                <a16:creationId xmlns:a16="http://schemas.microsoft.com/office/drawing/2014/main" id="{FAE82533-3655-23C5-3B75-74656ECA45D7}"/>
              </a:ext>
            </a:extLst>
          </p:cNvPr>
          <p:cNvPicPr>
            <a:picLocks noChangeAspect="1"/>
          </p:cNvPicPr>
          <p:nvPr/>
        </p:nvPicPr>
        <p:blipFill>
          <a:blip r:embed="rId8"/>
          <a:stretch>
            <a:fillRect/>
          </a:stretch>
        </p:blipFill>
        <p:spPr>
          <a:xfrm>
            <a:off x="9563576" y="3789683"/>
            <a:ext cx="2174414" cy="1744158"/>
          </a:xfrm>
          <a:prstGeom prst="rect">
            <a:avLst/>
          </a:prstGeom>
        </p:spPr>
      </p:pic>
      <p:sp>
        <p:nvSpPr>
          <p:cNvPr id="17" name="TextBox 16">
            <a:extLst>
              <a:ext uri="{FF2B5EF4-FFF2-40B4-BE49-F238E27FC236}">
                <a16:creationId xmlns:a16="http://schemas.microsoft.com/office/drawing/2014/main" id="{344B65F6-5621-CE7A-6E3E-34FB52C6DEBC}"/>
              </a:ext>
            </a:extLst>
          </p:cNvPr>
          <p:cNvSpPr txBox="1"/>
          <p:nvPr/>
        </p:nvSpPr>
        <p:spPr>
          <a:xfrm>
            <a:off x="1285706" y="3514438"/>
            <a:ext cx="4054642" cy="2677656"/>
          </a:xfrm>
          <a:prstGeom prst="rect">
            <a:avLst/>
          </a:prstGeom>
          <a:noFill/>
        </p:spPr>
        <p:txBody>
          <a:bodyPr wrap="square">
            <a:spAutoFit/>
          </a:bodyPr>
          <a:lstStyle/>
          <a:p>
            <a:r>
              <a:rPr lang="en-US" sz="1200" dirty="0">
                <a:solidFill>
                  <a:schemeClr val="accent2"/>
                </a:solidFill>
              </a:rPr>
              <a:t>How to Enroll in </a:t>
            </a:r>
            <a:r>
              <a:rPr lang="en-US" sz="1200" dirty="0" err="1">
                <a:solidFill>
                  <a:schemeClr val="accent2"/>
                </a:solidFill>
              </a:rPr>
              <a:t>Edugator</a:t>
            </a:r>
            <a:endParaRPr lang="en-US" sz="1200" dirty="0">
              <a:solidFill>
                <a:schemeClr val="accent2"/>
              </a:solidFill>
            </a:endParaRPr>
          </a:p>
          <a:p>
            <a:endParaRPr lang="en-US" sz="1200" dirty="0">
              <a:solidFill>
                <a:schemeClr val="bg1"/>
              </a:solidFill>
            </a:endParaRPr>
          </a:p>
          <a:p>
            <a:r>
              <a:rPr lang="en-US" sz="1200" dirty="0">
                <a:solidFill>
                  <a:schemeClr val="bg1"/>
                </a:solidFill>
              </a:rPr>
              <a:t>1. Go to </a:t>
            </a:r>
            <a:r>
              <a:rPr lang="en-US" sz="1200" dirty="0">
                <a:solidFill>
                  <a:srgbClr val="1D9EFF"/>
                </a:solidFill>
                <a:hlinkClick r:id="rId9">
                  <a:extLst>
                    <a:ext uri="{A12FA001-AC4F-418D-AE19-62706E023703}">
                      <ahyp:hlinkClr xmlns:ahyp="http://schemas.microsoft.com/office/drawing/2018/hyperlinkcolor" val="tx"/>
                    </a:ext>
                  </a:extLst>
                </a:hlinkClick>
              </a:rPr>
              <a:t>https://edugator.app/sign-in</a:t>
            </a:r>
            <a:r>
              <a:rPr lang="en-US" sz="1200" dirty="0">
                <a:solidFill>
                  <a:srgbClr val="1D9EFF"/>
                </a:solidFill>
              </a:rPr>
              <a:t> </a:t>
            </a:r>
          </a:p>
          <a:p>
            <a:endParaRPr lang="en-US" sz="1200" dirty="0">
              <a:solidFill>
                <a:schemeClr val="bg1"/>
              </a:solidFill>
            </a:endParaRPr>
          </a:p>
          <a:p>
            <a:r>
              <a:rPr lang="en-US" sz="1200" dirty="0">
                <a:solidFill>
                  <a:schemeClr val="bg1"/>
                </a:solidFill>
              </a:rPr>
              <a:t>2. Click Continue with UF (</a:t>
            </a:r>
            <a:r>
              <a:rPr lang="en-US" sz="1200" dirty="0" err="1">
                <a:solidFill>
                  <a:schemeClr val="bg1"/>
                </a:solidFill>
              </a:rPr>
              <a:t>GatorLink</a:t>
            </a:r>
            <a:r>
              <a:rPr lang="en-US" sz="1200" dirty="0">
                <a:solidFill>
                  <a:schemeClr val="bg1"/>
                </a:solidFill>
              </a:rPr>
              <a:t>).</a:t>
            </a:r>
          </a:p>
          <a:p>
            <a:endParaRPr lang="en-US" sz="1200" dirty="0">
              <a:solidFill>
                <a:schemeClr val="bg1"/>
              </a:solidFill>
            </a:endParaRPr>
          </a:p>
          <a:p>
            <a:r>
              <a:rPr lang="en-US" sz="1200" dirty="0">
                <a:solidFill>
                  <a:schemeClr val="bg1"/>
                </a:solidFill>
              </a:rPr>
              <a:t>3. Go to the Invitations tab and click Accept for the course invitation.</a:t>
            </a:r>
          </a:p>
          <a:p>
            <a:endParaRPr lang="en-US" sz="1200" dirty="0">
              <a:solidFill>
                <a:schemeClr val="bg1"/>
              </a:solidFill>
            </a:endParaRPr>
          </a:p>
          <a:p>
            <a:r>
              <a:rPr lang="en-US" sz="1200" dirty="0">
                <a:solidFill>
                  <a:schemeClr val="bg1"/>
                </a:solidFill>
              </a:rPr>
              <a:t>4. Pay the $8 access fee. Once payment is complete, you will have access to the course shell for one year.</a:t>
            </a:r>
          </a:p>
          <a:p>
            <a:endParaRPr lang="en-US" sz="1200" dirty="0">
              <a:solidFill>
                <a:schemeClr val="bg1"/>
              </a:solidFill>
            </a:endParaRPr>
          </a:p>
          <a:p>
            <a:r>
              <a:rPr lang="en-US" sz="1200" dirty="0">
                <a:solidFill>
                  <a:schemeClr val="bg1"/>
                </a:solidFill>
              </a:rPr>
              <a:t>If you experience any difficulties, contact </a:t>
            </a:r>
            <a:r>
              <a:rPr lang="en-US" sz="1200" dirty="0" err="1">
                <a:solidFill>
                  <a:srgbClr val="1D9EFF"/>
                </a:solidFill>
                <a:hlinkClick r:id="rId10">
                  <a:extLst>
                    <a:ext uri="{A12FA001-AC4F-418D-AE19-62706E023703}">
                      <ahyp:hlinkClr xmlns:ahyp="http://schemas.microsoft.com/office/drawing/2018/hyperlinkcolor" val="tx"/>
                    </a:ext>
                  </a:extLst>
                </a:hlinkClick>
              </a:rPr>
              <a:t>support@edugator.app</a:t>
            </a:r>
            <a:r>
              <a:rPr lang="en-US" sz="1200" dirty="0">
                <a:solidFill>
                  <a:srgbClr val="1D9EFF"/>
                </a:solidFill>
              </a:rPr>
              <a:t> </a:t>
            </a:r>
          </a:p>
        </p:txBody>
      </p:sp>
    </p:spTree>
    <p:extLst>
      <p:ext uri="{BB962C8B-B14F-4D97-AF65-F5344CB8AC3E}">
        <p14:creationId xmlns:p14="http://schemas.microsoft.com/office/powerpoint/2010/main" val="389100378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EAD69F0D-F3D4-4051-AF86-CB74567FFF6C}"/>
              </a:ext>
            </a:extLst>
          </p:cNvPr>
          <p:cNvSpPr txBox="1"/>
          <p:nvPr/>
        </p:nvSpPr>
        <p:spPr>
          <a:xfrm>
            <a:off x="1598079" y="1690688"/>
            <a:ext cx="10328878" cy="3828549"/>
          </a:xfrm>
          <a:prstGeom prst="rect">
            <a:avLst/>
          </a:prstGeom>
          <a:noFill/>
        </p:spPr>
        <p:txBody>
          <a:bodyPr wrap="square" rtlCol="0">
            <a:spAutoFit/>
          </a:bodyPr>
          <a:lstStyle/>
          <a:p>
            <a:pPr>
              <a:lnSpc>
                <a:spcPct val="150000"/>
              </a:lnSpc>
            </a:pPr>
            <a:r>
              <a:rPr lang="en-US" sz="2400" dirty="0">
                <a:solidFill>
                  <a:srgbClr val="F16000"/>
                </a:solidFill>
              </a:rPr>
              <a:t>Directory Structures</a:t>
            </a:r>
          </a:p>
          <a:p>
            <a:pPr marL="1028700" lvl="1" indent="-571500">
              <a:lnSpc>
                <a:spcPct val="150000"/>
              </a:lnSpc>
              <a:buFont typeface="Wingdings" panose="05000000000000000000" pitchFamily="2" charset="2"/>
              <a:buChar char="§"/>
            </a:pPr>
            <a:r>
              <a:rPr lang="en-US" sz="2000" dirty="0">
                <a:solidFill>
                  <a:schemeClr val="accent4">
                    <a:lumMod val="60000"/>
                    <a:lumOff val="40000"/>
                  </a:schemeClr>
                </a:solidFill>
              </a:rPr>
              <a:t>src</a:t>
            </a:r>
            <a:r>
              <a:rPr lang="en-US" sz="2000" dirty="0">
                <a:solidFill>
                  <a:schemeClr val="bg1"/>
                </a:solidFill>
              </a:rPr>
              <a:t> – includes </a:t>
            </a:r>
            <a:r>
              <a:rPr lang="en-US" sz="2000" dirty="0">
                <a:solidFill>
                  <a:schemeClr val="accent6">
                    <a:lumMod val="40000"/>
                    <a:lumOff val="60000"/>
                  </a:schemeClr>
                </a:solidFill>
              </a:rPr>
              <a:t>.h </a:t>
            </a:r>
            <a:r>
              <a:rPr lang="en-US" sz="2000" dirty="0">
                <a:solidFill>
                  <a:schemeClr val="bg1"/>
                </a:solidFill>
              </a:rPr>
              <a:t>and </a:t>
            </a:r>
            <a:r>
              <a:rPr lang="en-US" sz="2000" dirty="0">
                <a:solidFill>
                  <a:schemeClr val="accent6">
                    <a:lumMod val="40000"/>
                    <a:lumOff val="60000"/>
                  </a:schemeClr>
                </a:solidFill>
              </a:rPr>
              <a:t>.</a:t>
            </a:r>
            <a:r>
              <a:rPr lang="en-US" sz="2000" dirty="0" err="1">
                <a:solidFill>
                  <a:schemeClr val="accent6">
                    <a:lumMod val="40000"/>
                    <a:lumOff val="60000"/>
                  </a:schemeClr>
                </a:solidFill>
              </a:rPr>
              <a:t>cpp</a:t>
            </a:r>
            <a:r>
              <a:rPr lang="en-US" sz="2000" dirty="0">
                <a:solidFill>
                  <a:schemeClr val="accent6">
                    <a:lumMod val="40000"/>
                    <a:lumOff val="60000"/>
                  </a:schemeClr>
                </a:solidFill>
              </a:rPr>
              <a:t> </a:t>
            </a:r>
            <a:r>
              <a:rPr lang="en-US" sz="2000" dirty="0">
                <a:solidFill>
                  <a:schemeClr val="bg1"/>
                </a:solidFill>
              </a:rPr>
              <a:t>files </a:t>
            </a:r>
          </a:p>
          <a:p>
            <a:pPr lvl="1">
              <a:lnSpc>
                <a:spcPct val="150000"/>
              </a:lnSpc>
            </a:pPr>
            <a:r>
              <a:rPr lang="en-US" sz="2000" dirty="0">
                <a:solidFill>
                  <a:schemeClr val="bg1"/>
                </a:solidFill>
              </a:rPr>
              <a:t>		      </a:t>
            </a:r>
            <a:r>
              <a:rPr lang="en-US" sz="2000" dirty="0">
                <a:solidFill>
                  <a:schemeClr val="bg1">
                    <a:lumMod val="75000"/>
                  </a:schemeClr>
                </a:solidFill>
              </a:rPr>
              <a:t>(You can use </a:t>
            </a:r>
            <a:r>
              <a:rPr lang="en-US" sz="2000" dirty="0">
                <a:solidFill>
                  <a:schemeClr val="accent4">
                    <a:lumMod val="60000"/>
                    <a:lumOff val="40000"/>
                  </a:schemeClr>
                </a:solidFill>
              </a:rPr>
              <a:t>lib</a:t>
            </a:r>
            <a:r>
              <a:rPr lang="en-US" sz="2000" dirty="0">
                <a:solidFill>
                  <a:schemeClr val="bg1">
                    <a:lumMod val="75000"/>
                  </a:schemeClr>
                </a:solidFill>
              </a:rPr>
              <a:t>/ too for separating interfaces - </a:t>
            </a:r>
            <a:r>
              <a:rPr lang="en-US" sz="2000" dirty="0">
                <a:solidFill>
                  <a:schemeClr val="accent6">
                    <a:lumMod val="40000"/>
                    <a:lumOff val="60000"/>
                  </a:schemeClr>
                </a:solidFill>
              </a:rPr>
              <a:t>.h</a:t>
            </a:r>
            <a:r>
              <a:rPr lang="en-US" sz="2000" dirty="0">
                <a:solidFill>
                  <a:schemeClr val="bg1">
                    <a:lumMod val="75000"/>
                  </a:schemeClr>
                </a:solidFill>
              </a:rPr>
              <a:t>)</a:t>
            </a:r>
          </a:p>
          <a:p>
            <a:pPr marL="1028700" lvl="1" indent="-571500">
              <a:lnSpc>
                <a:spcPct val="150000"/>
              </a:lnSpc>
              <a:buFont typeface="Wingdings" panose="05000000000000000000" pitchFamily="2" charset="2"/>
              <a:buChar char="§"/>
            </a:pPr>
            <a:r>
              <a:rPr lang="en-US" sz="2000" dirty="0">
                <a:solidFill>
                  <a:schemeClr val="accent4">
                    <a:lumMod val="60000"/>
                    <a:lumOff val="40000"/>
                  </a:schemeClr>
                </a:solidFill>
              </a:rPr>
              <a:t>test</a:t>
            </a:r>
            <a:r>
              <a:rPr lang="en-US" sz="2000" dirty="0">
                <a:solidFill>
                  <a:schemeClr val="bg1"/>
                </a:solidFill>
              </a:rPr>
              <a:t> – contains test files</a:t>
            </a:r>
            <a:endParaRPr lang="en-US" sz="2000" dirty="0">
              <a:solidFill>
                <a:schemeClr val="accent4">
                  <a:lumMod val="60000"/>
                  <a:lumOff val="40000"/>
                </a:schemeClr>
              </a:solidFill>
            </a:endParaRPr>
          </a:p>
          <a:p>
            <a:pPr marL="1028700" lvl="1" indent="-571500">
              <a:lnSpc>
                <a:spcPct val="150000"/>
              </a:lnSpc>
              <a:buFont typeface="Wingdings" panose="05000000000000000000" pitchFamily="2" charset="2"/>
              <a:buChar char="§"/>
            </a:pPr>
            <a:r>
              <a:rPr lang="en-US" sz="2000" dirty="0">
                <a:solidFill>
                  <a:schemeClr val="accent4">
                    <a:lumMod val="60000"/>
                    <a:lumOff val="40000"/>
                  </a:schemeClr>
                </a:solidFill>
              </a:rPr>
              <a:t>build</a:t>
            </a:r>
            <a:r>
              <a:rPr lang="en-US" sz="2000" dirty="0">
                <a:solidFill>
                  <a:schemeClr val="bg1"/>
                </a:solidFill>
              </a:rPr>
              <a:t> – contains executables (e.g. </a:t>
            </a:r>
            <a:r>
              <a:rPr lang="en-US" sz="2000" dirty="0">
                <a:solidFill>
                  <a:schemeClr val="accent6">
                    <a:lumMod val="40000"/>
                    <a:lumOff val="60000"/>
                  </a:schemeClr>
                </a:solidFill>
              </a:rPr>
              <a:t>.exe</a:t>
            </a:r>
            <a:r>
              <a:rPr lang="en-US" sz="2000" dirty="0">
                <a:solidFill>
                  <a:schemeClr val="bg1"/>
                </a:solidFill>
              </a:rPr>
              <a:t>)</a:t>
            </a:r>
          </a:p>
          <a:p>
            <a:pPr lvl="1">
              <a:lnSpc>
                <a:spcPct val="150000"/>
              </a:lnSpc>
            </a:pPr>
            <a:endParaRPr lang="en-US" sz="2000" dirty="0">
              <a:solidFill>
                <a:schemeClr val="bg1"/>
              </a:solidFill>
            </a:endParaRPr>
          </a:p>
          <a:p>
            <a:pPr marL="1028700" lvl="1" indent="-571500">
              <a:lnSpc>
                <a:spcPct val="150000"/>
              </a:lnSpc>
              <a:buFont typeface="Wingdings" panose="05000000000000000000" pitchFamily="2" charset="2"/>
              <a:buChar char="§"/>
            </a:pPr>
            <a:r>
              <a:rPr lang="en-US" sz="2000" dirty="0">
                <a:solidFill>
                  <a:schemeClr val="bg1"/>
                </a:solidFill>
              </a:rPr>
              <a:t>Know basic commands on compilation through command line:</a:t>
            </a:r>
          </a:p>
          <a:p>
            <a:pPr marL="1485900" lvl="2" indent="-571500">
              <a:lnSpc>
                <a:spcPct val="150000"/>
              </a:lnSpc>
              <a:buFont typeface="Wingdings" panose="05000000000000000000" pitchFamily="2" charset="2"/>
              <a:buChar char="§"/>
            </a:pPr>
            <a:r>
              <a:rPr lang="en-US" sz="2000" dirty="0">
                <a:solidFill>
                  <a:schemeClr val="accent5">
                    <a:lumMod val="40000"/>
                    <a:lumOff val="60000"/>
                  </a:schemeClr>
                </a:solidFill>
              </a:rPr>
              <a:t>cd</a:t>
            </a:r>
            <a:r>
              <a:rPr lang="en-US" sz="2000" dirty="0">
                <a:solidFill>
                  <a:schemeClr val="bg1"/>
                </a:solidFill>
              </a:rPr>
              <a:t>, </a:t>
            </a:r>
            <a:r>
              <a:rPr lang="en-US" sz="2000" dirty="0">
                <a:solidFill>
                  <a:schemeClr val="accent5">
                    <a:lumMod val="40000"/>
                    <a:lumOff val="60000"/>
                  </a:schemeClr>
                </a:solidFill>
              </a:rPr>
              <a:t>ls</a:t>
            </a:r>
            <a:r>
              <a:rPr lang="en-US" sz="2000" dirty="0">
                <a:solidFill>
                  <a:schemeClr val="bg1"/>
                </a:solidFill>
              </a:rPr>
              <a:t>, </a:t>
            </a:r>
            <a:r>
              <a:rPr lang="en-US" sz="2000" dirty="0">
                <a:solidFill>
                  <a:schemeClr val="accent5">
                    <a:lumMod val="40000"/>
                    <a:lumOff val="60000"/>
                  </a:schemeClr>
                </a:solidFill>
              </a:rPr>
              <a:t>mv</a:t>
            </a:r>
            <a:r>
              <a:rPr lang="en-US" sz="2000" dirty="0">
                <a:solidFill>
                  <a:schemeClr val="bg1"/>
                </a:solidFill>
              </a:rPr>
              <a:t>, </a:t>
            </a:r>
            <a:r>
              <a:rPr lang="en-US" sz="2000" dirty="0">
                <a:solidFill>
                  <a:schemeClr val="accent5">
                    <a:lumMod val="40000"/>
                    <a:lumOff val="60000"/>
                  </a:schemeClr>
                </a:solidFill>
              </a:rPr>
              <a:t>g++,</a:t>
            </a:r>
            <a:r>
              <a:rPr lang="en-US" sz="2000" dirty="0">
                <a:solidFill>
                  <a:schemeClr val="bg1"/>
                </a:solidFill>
              </a:rPr>
              <a:t> </a:t>
            </a:r>
            <a:r>
              <a:rPr lang="en-US" sz="2000" dirty="0" err="1">
                <a:solidFill>
                  <a:schemeClr val="accent5">
                    <a:lumMod val="40000"/>
                    <a:lumOff val="60000"/>
                  </a:schemeClr>
                </a:solidFill>
              </a:rPr>
              <a:t>pwd</a:t>
            </a:r>
            <a:r>
              <a:rPr lang="en-US" sz="2000" dirty="0">
                <a:solidFill>
                  <a:schemeClr val="accent5">
                    <a:lumMod val="40000"/>
                    <a:lumOff val="60000"/>
                  </a:schemeClr>
                </a:solidFill>
              </a:rPr>
              <a:t> …</a:t>
            </a:r>
          </a:p>
        </p:txBody>
      </p:sp>
      <p:sp>
        <p:nvSpPr>
          <p:cNvPr id="2" name="Title 1">
            <a:extLst>
              <a:ext uri="{FF2B5EF4-FFF2-40B4-BE49-F238E27FC236}">
                <a16:creationId xmlns:a16="http://schemas.microsoft.com/office/drawing/2014/main" id="{FA98DF2D-4C21-45B7-8CEE-41E2C22A3166}"/>
              </a:ext>
            </a:extLst>
          </p:cNvPr>
          <p:cNvSpPr>
            <a:spLocks noGrp="1"/>
          </p:cNvSpPr>
          <p:nvPr>
            <p:ph type="title"/>
          </p:nvPr>
        </p:nvSpPr>
        <p:spPr/>
        <p:txBody>
          <a:bodyPr>
            <a:normAutofit fontScale="90000"/>
          </a:bodyPr>
          <a:lstStyle/>
          <a:p>
            <a:br>
              <a:rPr lang="en-US" dirty="0">
                <a:solidFill>
                  <a:schemeClr val="bg1"/>
                </a:solidFill>
                <a:latin typeface="Gotham Bold" pitchFamily="50" charset="0"/>
              </a:rPr>
            </a:br>
            <a:br>
              <a:rPr lang="en-US" dirty="0">
                <a:solidFill>
                  <a:schemeClr val="bg1"/>
                </a:solidFill>
                <a:latin typeface="Gotham Bold" pitchFamily="50" charset="0"/>
              </a:rPr>
            </a:br>
            <a:br>
              <a:rPr lang="en-US" dirty="0">
                <a:solidFill>
                  <a:schemeClr val="bg1"/>
                </a:solidFill>
                <a:latin typeface="Gotham Bold" pitchFamily="50" charset="0"/>
              </a:rPr>
            </a:br>
            <a:r>
              <a:rPr lang="en-US" dirty="0">
                <a:solidFill>
                  <a:schemeClr val="bg1"/>
                </a:solidFill>
                <a:latin typeface="Gotham Bold" pitchFamily="50" charset="0"/>
              </a:rPr>
              <a:t>Tools</a:t>
            </a:r>
            <a:br>
              <a:rPr lang="en-US" dirty="0">
                <a:solidFill>
                  <a:schemeClr val="bg1"/>
                </a:solidFill>
                <a:latin typeface="Gotham Bold" pitchFamily="50" charset="0"/>
              </a:rPr>
            </a:br>
            <a:br>
              <a:rPr lang="en-US" dirty="0">
                <a:solidFill>
                  <a:schemeClr val="bg1"/>
                </a:solidFill>
                <a:latin typeface="Gotham Bold" pitchFamily="50" charset="0"/>
              </a:rPr>
            </a:br>
            <a:br>
              <a:rPr lang="en-US" dirty="0">
                <a:solidFill>
                  <a:schemeClr val="bg1"/>
                </a:solidFill>
                <a:latin typeface="Gotham Bold" pitchFamily="50" charset="0"/>
              </a:rPr>
            </a:br>
            <a:endParaRPr lang="en-US" dirty="0">
              <a:solidFill>
                <a:schemeClr val="bg1"/>
              </a:solidFill>
              <a:latin typeface="Gotham Bold" pitchFamily="50" charset="0"/>
            </a:endParaRPr>
          </a:p>
        </p:txBody>
      </p:sp>
      <p:sp>
        <p:nvSpPr>
          <p:cNvPr id="9" name="Title 1">
            <a:extLst>
              <a:ext uri="{FF2B5EF4-FFF2-40B4-BE49-F238E27FC236}">
                <a16:creationId xmlns:a16="http://schemas.microsoft.com/office/drawing/2014/main" id="{753E7F3E-4912-4FEA-B34E-7E95D57C3114}"/>
              </a:ext>
            </a:extLst>
          </p:cNvPr>
          <p:cNvSpPr txBox="1">
            <a:spLocks/>
          </p:cNvSpPr>
          <p:nvPr/>
        </p:nvSpPr>
        <p:spPr>
          <a:xfrm>
            <a:off x="1175426" y="3221815"/>
            <a:ext cx="1237034" cy="1325563"/>
          </a:xfrm>
          <a:prstGeom prst="rect">
            <a:avLst/>
          </a:prstGeom>
        </p:spPr>
        <p:txBody>
          <a:bodyPr vert="horz" lIns="91440" tIns="45720" rIns="91440" bIns="45720" rtlCol="0" anchor="ctr">
            <a:normAutofit fontScale="900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br>
              <a:rPr lang="en-US" sz="1800" dirty="0">
                <a:solidFill>
                  <a:schemeClr val="bg1"/>
                </a:solidFill>
                <a:latin typeface="Gotham Bold" pitchFamily="50" charset="0"/>
              </a:rPr>
            </a:br>
            <a:br>
              <a:rPr lang="en-US" sz="1800" dirty="0">
                <a:solidFill>
                  <a:schemeClr val="bg1"/>
                </a:solidFill>
                <a:latin typeface="Gotham Bold" pitchFamily="50" charset="0"/>
              </a:rPr>
            </a:br>
            <a:br>
              <a:rPr lang="en-US" sz="1800" dirty="0">
                <a:solidFill>
                  <a:schemeClr val="bg1"/>
                </a:solidFill>
                <a:latin typeface="Gotham Bold" pitchFamily="50" charset="0"/>
              </a:rPr>
            </a:br>
            <a:br>
              <a:rPr lang="en-US" sz="1800" dirty="0">
                <a:solidFill>
                  <a:schemeClr val="bg1"/>
                </a:solidFill>
                <a:latin typeface="Gotham Bold" pitchFamily="50" charset="0"/>
              </a:rPr>
            </a:br>
            <a:br>
              <a:rPr lang="en-US" sz="1800" dirty="0">
                <a:solidFill>
                  <a:schemeClr val="bg1"/>
                </a:solidFill>
                <a:latin typeface="Gotham Bold" pitchFamily="50" charset="0"/>
              </a:rPr>
            </a:br>
            <a:endParaRPr lang="en-US" sz="1800" dirty="0">
              <a:solidFill>
                <a:schemeClr val="bg1"/>
              </a:solidFill>
              <a:latin typeface="Gotham Bold" pitchFamily="50" charset="0"/>
            </a:endParaRPr>
          </a:p>
        </p:txBody>
      </p:sp>
      <p:sp>
        <p:nvSpPr>
          <p:cNvPr id="3" name="Slide Number Placeholder 2">
            <a:extLst>
              <a:ext uri="{FF2B5EF4-FFF2-40B4-BE49-F238E27FC236}">
                <a16:creationId xmlns:a16="http://schemas.microsoft.com/office/drawing/2014/main" id="{7E2DD5AF-1D66-B720-913A-B35F0196EC02}"/>
              </a:ext>
            </a:extLst>
          </p:cNvPr>
          <p:cNvSpPr>
            <a:spLocks noGrp="1"/>
          </p:cNvSpPr>
          <p:nvPr>
            <p:ph type="sldNum" sz="quarter" idx="12"/>
          </p:nvPr>
        </p:nvSpPr>
        <p:spPr/>
        <p:txBody>
          <a:bodyPr/>
          <a:lstStyle/>
          <a:p>
            <a:fld id="{017C28E0-2F8B-4999-AEA2-B3AA3AE8994F}" type="slidenum">
              <a:rPr lang="en-US" smtClean="0"/>
              <a:t>21</a:t>
            </a:fld>
            <a:endParaRPr lang="en-US"/>
          </a:p>
        </p:txBody>
      </p:sp>
      <p:grpSp>
        <p:nvGrpSpPr>
          <p:cNvPr id="11" name="Group 10">
            <a:extLst>
              <a:ext uri="{FF2B5EF4-FFF2-40B4-BE49-F238E27FC236}">
                <a16:creationId xmlns:a16="http://schemas.microsoft.com/office/drawing/2014/main" id="{89804173-6281-2019-ED5D-16894305DD9A}"/>
              </a:ext>
            </a:extLst>
          </p:cNvPr>
          <p:cNvGrpSpPr/>
          <p:nvPr/>
        </p:nvGrpSpPr>
        <p:grpSpPr>
          <a:xfrm>
            <a:off x="11317255" y="5989103"/>
            <a:ext cx="841781" cy="748032"/>
            <a:chOff x="11337354" y="6025684"/>
            <a:chExt cx="841781" cy="748032"/>
          </a:xfrm>
        </p:grpSpPr>
        <p:pic>
          <p:nvPicPr>
            <p:cNvPr id="12" name="Picture 11">
              <a:extLst>
                <a:ext uri="{FF2B5EF4-FFF2-40B4-BE49-F238E27FC236}">
                  <a16:creationId xmlns:a16="http://schemas.microsoft.com/office/drawing/2014/main" id="{B299125D-3F25-15E9-E0E1-C5225C361C6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424975" y="6538912"/>
              <a:ext cx="666541" cy="234804"/>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12" descr="Logo COP3530">
              <a:extLst>
                <a:ext uri="{FF2B5EF4-FFF2-40B4-BE49-F238E27FC236}">
                  <a16:creationId xmlns:a16="http://schemas.microsoft.com/office/drawing/2014/main" id="{0A4F39B6-8FEA-578B-A344-FC4EB6905824}"/>
                </a:ext>
              </a:extLst>
            </p:cNvPr>
            <p:cNvPicPr>
              <a:picLocks noChangeAspect="1"/>
            </p:cNvPicPr>
            <p:nvPr/>
          </p:nvPicPr>
          <p:blipFill rotWithShape="1">
            <a:blip r:embed="rId4"/>
            <a:srcRect t="1" b="20587"/>
            <a:stretch/>
          </p:blipFill>
          <p:spPr>
            <a:xfrm>
              <a:off x="11337354" y="6025684"/>
              <a:ext cx="841781" cy="465491"/>
            </a:xfrm>
            <a:prstGeom prst="rect">
              <a:avLst/>
            </a:prstGeom>
          </p:spPr>
        </p:pic>
      </p:grpSp>
      <p:sp>
        <p:nvSpPr>
          <p:cNvPr id="5" name="TextBox 4">
            <a:extLst>
              <a:ext uri="{FF2B5EF4-FFF2-40B4-BE49-F238E27FC236}">
                <a16:creationId xmlns:a16="http://schemas.microsoft.com/office/drawing/2014/main" id="{59E7BFDD-3E73-F20D-5F77-DEF362384146}"/>
              </a:ext>
            </a:extLst>
          </p:cNvPr>
          <p:cNvSpPr txBox="1"/>
          <p:nvPr/>
        </p:nvSpPr>
        <p:spPr>
          <a:xfrm>
            <a:off x="1598080" y="6190113"/>
            <a:ext cx="9525000" cy="430887"/>
          </a:xfrm>
          <a:prstGeom prst="rect">
            <a:avLst/>
          </a:prstGeom>
          <a:noFill/>
        </p:spPr>
        <p:txBody>
          <a:bodyPr wrap="square">
            <a:spAutoFit/>
          </a:bodyPr>
          <a:lstStyle/>
          <a:p>
            <a:pPr algn="ctr"/>
            <a:r>
              <a:rPr lang="en-US" sz="1100" dirty="0">
                <a:solidFill>
                  <a:srgbClr val="1D9EFF"/>
                </a:solidFill>
                <a:latin typeface="Consolas" panose="020B0609020204030204" pitchFamily="49" charset="0"/>
                <a:hlinkClick r:id="rId5">
                  <a:extLst>
                    <a:ext uri="{A12FA001-AC4F-418D-AE19-62706E023703}">
                      <ahyp:hlinkClr xmlns:ahyp="http://schemas.microsoft.com/office/drawing/2018/hyperlinkcolor" val="tx"/>
                    </a:ext>
                  </a:extLst>
                </a:hlinkClick>
              </a:rPr>
              <a:t>https://cplusplus.com/forum/beginner/261697</a:t>
            </a:r>
            <a:endParaRPr lang="en-US" sz="1100" dirty="0">
              <a:solidFill>
                <a:srgbClr val="1D9EFF"/>
              </a:solidFill>
              <a:latin typeface="Consolas" panose="020B0609020204030204" pitchFamily="49" charset="0"/>
            </a:endParaRPr>
          </a:p>
          <a:p>
            <a:pPr algn="ctr"/>
            <a:r>
              <a:rPr lang="en-US" sz="1100" dirty="0">
                <a:solidFill>
                  <a:srgbClr val="1D9EFF"/>
                </a:solidFill>
                <a:latin typeface="Consolas" panose="020B0609020204030204" pitchFamily="49" charset="0"/>
                <a:hlinkClick r:id="rId6">
                  <a:extLst>
                    <a:ext uri="{A12FA001-AC4F-418D-AE19-62706E023703}">
                      <ahyp:hlinkClr xmlns:ahyp="http://schemas.microsoft.com/office/drawing/2018/hyperlinkcolor" val="tx"/>
                    </a:ext>
                  </a:extLst>
                </a:hlinkClick>
              </a:rPr>
              <a:t>https://stackoverflow.com/questions/2360734/whats-a-good-directory-structure-for-larger-c-projects-using-makefile</a:t>
            </a:r>
            <a:endParaRPr lang="en-US" sz="1100" dirty="0">
              <a:solidFill>
                <a:srgbClr val="1D9EFF"/>
              </a:solidFill>
              <a:latin typeface="Consolas" panose="020B0609020204030204" pitchFamily="49" charset="0"/>
            </a:endParaRPr>
          </a:p>
        </p:txBody>
      </p:sp>
    </p:spTree>
    <p:extLst>
      <p:ext uri="{BB962C8B-B14F-4D97-AF65-F5344CB8AC3E}">
        <p14:creationId xmlns:p14="http://schemas.microsoft.com/office/powerpoint/2010/main" val="178821465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98DF2D-4C21-45B7-8CEE-41E2C22A3166}"/>
              </a:ext>
            </a:extLst>
          </p:cNvPr>
          <p:cNvSpPr>
            <a:spLocks noGrp="1"/>
          </p:cNvSpPr>
          <p:nvPr>
            <p:ph type="title"/>
          </p:nvPr>
        </p:nvSpPr>
        <p:spPr/>
        <p:txBody>
          <a:bodyPr>
            <a:normAutofit fontScale="90000"/>
          </a:bodyPr>
          <a:lstStyle/>
          <a:p>
            <a:br>
              <a:rPr lang="en-US" dirty="0">
                <a:solidFill>
                  <a:schemeClr val="bg1"/>
                </a:solidFill>
                <a:latin typeface="Gotham Bold" pitchFamily="50" charset="0"/>
              </a:rPr>
            </a:br>
            <a:br>
              <a:rPr lang="en-US" dirty="0">
                <a:solidFill>
                  <a:schemeClr val="bg1"/>
                </a:solidFill>
                <a:latin typeface="Gotham Bold" pitchFamily="50" charset="0"/>
              </a:rPr>
            </a:br>
            <a:br>
              <a:rPr lang="en-US" dirty="0">
                <a:solidFill>
                  <a:schemeClr val="bg1"/>
                </a:solidFill>
                <a:latin typeface="Gotham Bold" pitchFamily="50" charset="0"/>
              </a:rPr>
            </a:br>
            <a:r>
              <a:rPr lang="en-US" dirty="0">
                <a:solidFill>
                  <a:schemeClr val="bg1"/>
                </a:solidFill>
                <a:latin typeface="Gotham Bold" pitchFamily="50" charset="0"/>
              </a:rPr>
              <a:t>Textbook (Optional)</a:t>
            </a:r>
            <a:br>
              <a:rPr lang="en-US" dirty="0">
                <a:solidFill>
                  <a:schemeClr val="bg1"/>
                </a:solidFill>
                <a:latin typeface="Gotham Bold" pitchFamily="50" charset="0"/>
              </a:rPr>
            </a:br>
            <a:br>
              <a:rPr lang="en-US" dirty="0">
                <a:solidFill>
                  <a:schemeClr val="bg1"/>
                </a:solidFill>
                <a:latin typeface="Gotham Bold" pitchFamily="50" charset="0"/>
              </a:rPr>
            </a:br>
            <a:br>
              <a:rPr lang="en-US" dirty="0">
                <a:solidFill>
                  <a:schemeClr val="bg1"/>
                </a:solidFill>
                <a:latin typeface="Gotham Bold" pitchFamily="50" charset="0"/>
              </a:rPr>
            </a:br>
            <a:endParaRPr lang="en-US" dirty="0">
              <a:solidFill>
                <a:schemeClr val="bg1"/>
              </a:solidFill>
              <a:latin typeface="Gotham Bold" pitchFamily="50" charset="0"/>
            </a:endParaRPr>
          </a:p>
        </p:txBody>
      </p:sp>
      <p:sp>
        <p:nvSpPr>
          <p:cNvPr id="3" name="Rectangle 2">
            <a:extLst>
              <a:ext uri="{FF2B5EF4-FFF2-40B4-BE49-F238E27FC236}">
                <a16:creationId xmlns:a16="http://schemas.microsoft.com/office/drawing/2014/main" id="{73DD7D7B-8B09-465E-8F97-AA0073F83895}"/>
              </a:ext>
            </a:extLst>
          </p:cNvPr>
          <p:cNvSpPr/>
          <p:nvPr/>
        </p:nvSpPr>
        <p:spPr>
          <a:xfrm>
            <a:off x="1084082" y="1690688"/>
            <a:ext cx="10831398" cy="2952347"/>
          </a:xfrm>
          <a:prstGeom prst="rect">
            <a:avLst/>
          </a:prstGeom>
        </p:spPr>
        <p:txBody>
          <a:bodyPr wrap="square">
            <a:spAutoFit/>
          </a:bodyPr>
          <a:lstStyle/>
          <a:p>
            <a:pPr marL="342900" marR="0" lvl="0" indent="-342900">
              <a:lnSpc>
                <a:spcPct val="150000"/>
              </a:lnSpc>
              <a:spcBef>
                <a:spcPts val="0"/>
              </a:spcBef>
              <a:spcAft>
                <a:spcPts val="0"/>
              </a:spcAft>
              <a:buClr>
                <a:schemeClr val="bg1"/>
              </a:buClr>
              <a:buFont typeface="Wingdings" panose="05000000000000000000" pitchFamily="2" charset="2"/>
              <a:buChar char="§"/>
            </a:pPr>
            <a:r>
              <a:rPr lang="en-US" sz="2800" dirty="0">
                <a:solidFill>
                  <a:srgbClr val="F16000"/>
                </a:solidFill>
                <a:ea typeface="Times New Roman" panose="02020603050405020304" pitchFamily="18" charset="0"/>
                <a:cs typeface="Times New Roman" panose="02020603050405020304" pitchFamily="18" charset="0"/>
              </a:rPr>
              <a:t>Data Structures and Algorithm Analysis in C++</a:t>
            </a:r>
          </a:p>
          <a:p>
            <a:pPr marL="742950" marR="0" lvl="1" indent="-285750">
              <a:lnSpc>
                <a:spcPct val="150000"/>
              </a:lnSpc>
              <a:spcBef>
                <a:spcPts val="0"/>
              </a:spcBef>
              <a:spcAft>
                <a:spcPts val="0"/>
              </a:spcAft>
              <a:buFont typeface="Courier New" panose="02070309020205020404" pitchFamily="49" charset="0"/>
              <a:buChar char="o"/>
            </a:pPr>
            <a:r>
              <a:rPr lang="en-US" dirty="0">
                <a:solidFill>
                  <a:srgbClr val="1D9EFF"/>
                </a:solidFill>
                <a:ea typeface="Times New Roman" panose="02020603050405020304" pitchFamily="18" charset="0"/>
                <a:cs typeface="Times New Roman" panose="02020603050405020304" pitchFamily="18" charset="0"/>
              </a:rPr>
              <a:t>Mark Allen Weiss</a:t>
            </a:r>
          </a:p>
          <a:p>
            <a:pPr marL="742950" marR="0" lvl="1" indent="-285750">
              <a:lnSpc>
                <a:spcPct val="150000"/>
              </a:lnSpc>
              <a:spcBef>
                <a:spcPts val="0"/>
              </a:spcBef>
              <a:spcAft>
                <a:spcPts val="0"/>
              </a:spcAft>
              <a:buFont typeface="Courier New" panose="02070309020205020404" pitchFamily="49" charset="0"/>
              <a:buChar char="o"/>
            </a:pPr>
            <a:r>
              <a:rPr lang="en-US" dirty="0">
                <a:solidFill>
                  <a:srgbClr val="1D9EFF"/>
                </a:solidFill>
                <a:ea typeface="Times New Roman" panose="02020603050405020304" pitchFamily="18" charset="0"/>
                <a:cs typeface="Times New Roman" panose="02020603050405020304" pitchFamily="18" charset="0"/>
              </a:rPr>
              <a:t>Fourth edition, 2014, ISBN 9780132847377</a:t>
            </a:r>
          </a:p>
          <a:p>
            <a:pPr marL="742950" marR="0" lvl="1" indent="-285750">
              <a:lnSpc>
                <a:spcPct val="150000"/>
              </a:lnSpc>
              <a:spcBef>
                <a:spcPts val="0"/>
              </a:spcBef>
              <a:spcAft>
                <a:spcPts val="0"/>
              </a:spcAft>
              <a:buFont typeface="Courier New" panose="02070309020205020404" pitchFamily="49" charset="0"/>
              <a:buChar char="o"/>
            </a:pPr>
            <a:endParaRPr lang="en-US" sz="1200" dirty="0">
              <a:solidFill>
                <a:schemeClr val="bg1"/>
              </a:solidFill>
              <a:ea typeface="Times New Roman" panose="02020603050405020304" pitchFamily="18" charset="0"/>
              <a:cs typeface="Times New Roman" panose="02020603050405020304" pitchFamily="18" charset="0"/>
            </a:endParaRPr>
          </a:p>
          <a:p>
            <a:pPr marL="342900" marR="0" lvl="0" indent="-342900">
              <a:lnSpc>
                <a:spcPct val="150000"/>
              </a:lnSpc>
              <a:spcBef>
                <a:spcPts val="0"/>
              </a:spcBef>
              <a:spcAft>
                <a:spcPts val="0"/>
              </a:spcAft>
              <a:buClr>
                <a:schemeClr val="bg1"/>
              </a:buClr>
              <a:buFont typeface="Wingdings" panose="05000000000000000000" pitchFamily="2" charset="2"/>
              <a:buChar char="§"/>
            </a:pPr>
            <a:r>
              <a:rPr lang="en-US" sz="2800" dirty="0" err="1">
                <a:solidFill>
                  <a:srgbClr val="F16000"/>
                </a:solidFill>
                <a:ea typeface="Times New Roman" panose="02020603050405020304" pitchFamily="18" charset="0"/>
                <a:cs typeface="Times New Roman" panose="02020603050405020304" pitchFamily="18" charset="0"/>
              </a:rPr>
              <a:t>OpenDSA</a:t>
            </a:r>
            <a:r>
              <a:rPr lang="en-US" sz="2800" dirty="0">
                <a:solidFill>
                  <a:srgbClr val="F16000"/>
                </a:solidFill>
                <a:ea typeface="Times New Roman" panose="02020603050405020304" pitchFamily="18" charset="0"/>
                <a:cs typeface="Times New Roman" panose="02020603050405020304" pitchFamily="18" charset="0"/>
              </a:rPr>
              <a:t> Book </a:t>
            </a:r>
          </a:p>
          <a:p>
            <a:pPr marL="742950" lvl="1" indent="-285750">
              <a:lnSpc>
                <a:spcPct val="150000"/>
              </a:lnSpc>
              <a:buClr>
                <a:schemeClr val="bg1"/>
              </a:buClr>
              <a:buFont typeface="Courier New" panose="02070309020205020404" pitchFamily="49" charset="0"/>
              <a:buChar char="o"/>
            </a:pPr>
            <a:r>
              <a:rPr lang="en-US" dirty="0">
                <a:solidFill>
                  <a:schemeClr val="accent5">
                    <a:lumMod val="60000"/>
                    <a:lumOff val="40000"/>
                  </a:schemeClr>
                </a:solidFill>
                <a:ea typeface="Times New Roman" panose="02020603050405020304" pitchFamily="18" charset="0"/>
                <a:cs typeface="Times New Roman" panose="02020603050405020304" pitchFamily="18" charset="0"/>
                <a:hlinkClick r:id="rId3">
                  <a:extLst>
                    <a:ext uri="{A12FA001-AC4F-418D-AE19-62706E023703}">
                      <ahyp:hlinkClr xmlns:ahyp="http://schemas.microsoft.com/office/drawing/2018/hyperlinkcolor" val="tx"/>
                    </a:ext>
                  </a:extLst>
                </a:hlinkClick>
              </a:rPr>
              <a:t>https://opendsa-server.cs.vt.edu/OpenDSA/Books/Everything/html/index.html</a:t>
            </a:r>
            <a:r>
              <a:rPr lang="en-US" dirty="0">
                <a:solidFill>
                  <a:schemeClr val="accent5">
                    <a:lumMod val="60000"/>
                    <a:lumOff val="40000"/>
                  </a:schemeClr>
                </a:solidFill>
                <a:ea typeface="Times New Roman" panose="02020603050405020304" pitchFamily="18" charset="0"/>
                <a:cs typeface="Times New Roman" panose="02020603050405020304" pitchFamily="18" charset="0"/>
              </a:rPr>
              <a:t> </a:t>
            </a:r>
          </a:p>
        </p:txBody>
      </p:sp>
      <p:sp>
        <p:nvSpPr>
          <p:cNvPr id="4" name="Slide Number Placeholder 3">
            <a:extLst>
              <a:ext uri="{FF2B5EF4-FFF2-40B4-BE49-F238E27FC236}">
                <a16:creationId xmlns:a16="http://schemas.microsoft.com/office/drawing/2014/main" id="{A0517794-912F-BEAB-97CE-8EC296C72F4B}"/>
              </a:ext>
            </a:extLst>
          </p:cNvPr>
          <p:cNvSpPr>
            <a:spLocks noGrp="1"/>
          </p:cNvSpPr>
          <p:nvPr>
            <p:ph type="sldNum" sz="quarter" idx="12"/>
          </p:nvPr>
        </p:nvSpPr>
        <p:spPr/>
        <p:txBody>
          <a:bodyPr/>
          <a:lstStyle/>
          <a:p>
            <a:fld id="{017C28E0-2F8B-4999-AEA2-B3AA3AE8994F}" type="slidenum">
              <a:rPr lang="en-US" smtClean="0"/>
              <a:t>22</a:t>
            </a:fld>
            <a:endParaRPr lang="en-US"/>
          </a:p>
        </p:txBody>
      </p:sp>
      <p:grpSp>
        <p:nvGrpSpPr>
          <p:cNvPr id="5" name="Group 4">
            <a:extLst>
              <a:ext uri="{FF2B5EF4-FFF2-40B4-BE49-F238E27FC236}">
                <a16:creationId xmlns:a16="http://schemas.microsoft.com/office/drawing/2014/main" id="{881D0B87-3F54-6EF3-44D5-CFB27BCD839F}"/>
              </a:ext>
            </a:extLst>
          </p:cNvPr>
          <p:cNvGrpSpPr/>
          <p:nvPr/>
        </p:nvGrpSpPr>
        <p:grpSpPr>
          <a:xfrm>
            <a:off x="11317255" y="5989103"/>
            <a:ext cx="841781" cy="748032"/>
            <a:chOff x="11337354" y="6025684"/>
            <a:chExt cx="841781" cy="748032"/>
          </a:xfrm>
        </p:grpSpPr>
        <p:pic>
          <p:nvPicPr>
            <p:cNvPr id="6" name="Picture 5">
              <a:extLst>
                <a:ext uri="{FF2B5EF4-FFF2-40B4-BE49-F238E27FC236}">
                  <a16:creationId xmlns:a16="http://schemas.microsoft.com/office/drawing/2014/main" id="{8C1F4618-928E-2114-9403-275BC73375C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424975" y="6538912"/>
              <a:ext cx="666541" cy="234804"/>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descr="Logo COP3530">
              <a:extLst>
                <a:ext uri="{FF2B5EF4-FFF2-40B4-BE49-F238E27FC236}">
                  <a16:creationId xmlns:a16="http://schemas.microsoft.com/office/drawing/2014/main" id="{B376FB15-D976-CBE2-6961-3C62CB87B35D}"/>
                </a:ext>
              </a:extLst>
            </p:cNvPr>
            <p:cNvPicPr>
              <a:picLocks noChangeAspect="1"/>
            </p:cNvPicPr>
            <p:nvPr/>
          </p:nvPicPr>
          <p:blipFill rotWithShape="1">
            <a:blip r:embed="rId5"/>
            <a:srcRect t="1" b="20587"/>
            <a:stretch/>
          </p:blipFill>
          <p:spPr>
            <a:xfrm>
              <a:off x="11337354" y="6025684"/>
              <a:ext cx="841781" cy="465491"/>
            </a:xfrm>
            <a:prstGeom prst="rect">
              <a:avLst/>
            </a:prstGeom>
          </p:spPr>
        </p:pic>
      </p:grpSp>
    </p:spTree>
    <p:extLst>
      <p:ext uri="{BB962C8B-B14F-4D97-AF65-F5344CB8AC3E}">
        <p14:creationId xmlns:p14="http://schemas.microsoft.com/office/powerpoint/2010/main" val="166575283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98DF2D-4C21-45B7-8CEE-41E2C22A3166}"/>
              </a:ext>
            </a:extLst>
          </p:cNvPr>
          <p:cNvSpPr>
            <a:spLocks noGrp="1"/>
          </p:cNvSpPr>
          <p:nvPr>
            <p:ph type="title"/>
          </p:nvPr>
        </p:nvSpPr>
        <p:spPr/>
        <p:txBody>
          <a:bodyPr>
            <a:normAutofit fontScale="90000"/>
          </a:bodyPr>
          <a:lstStyle/>
          <a:p>
            <a:br>
              <a:rPr lang="en-US" dirty="0">
                <a:solidFill>
                  <a:schemeClr val="bg1"/>
                </a:solidFill>
                <a:latin typeface="Gotham Bold" pitchFamily="50" charset="0"/>
              </a:rPr>
            </a:br>
            <a:br>
              <a:rPr lang="en-US" dirty="0">
                <a:solidFill>
                  <a:schemeClr val="bg1"/>
                </a:solidFill>
                <a:latin typeface="Gotham Bold" pitchFamily="50" charset="0"/>
              </a:rPr>
            </a:br>
            <a:br>
              <a:rPr lang="en-US" dirty="0">
                <a:solidFill>
                  <a:schemeClr val="bg1"/>
                </a:solidFill>
                <a:latin typeface="Gotham Bold" pitchFamily="50" charset="0"/>
              </a:rPr>
            </a:br>
            <a:r>
              <a:rPr lang="en-US" dirty="0">
                <a:solidFill>
                  <a:schemeClr val="bg1"/>
                </a:solidFill>
                <a:latin typeface="Gotham Bold" pitchFamily="50" charset="0"/>
              </a:rPr>
              <a:t>Feedback</a:t>
            </a:r>
            <a:br>
              <a:rPr lang="en-US" dirty="0">
                <a:solidFill>
                  <a:schemeClr val="bg1"/>
                </a:solidFill>
                <a:latin typeface="Gotham Bold" pitchFamily="50" charset="0"/>
              </a:rPr>
            </a:br>
            <a:br>
              <a:rPr lang="en-US" dirty="0">
                <a:solidFill>
                  <a:schemeClr val="bg1"/>
                </a:solidFill>
                <a:latin typeface="Gotham Bold" pitchFamily="50" charset="0"/>
              </a:rPr>
            </a:br>
            <a:br>
              <a:rPr lang="en-US" dirty="0">
                <a:solidFill>
                  <a:schemeClr val="bg1"/>
                </a:solidFill>
                <a:latin typeface="Gotham Bold" pitchFamily="50" charset="0"/>
              </a:rPr>
            </a:br>
            <a:endParaRPr lang="en-US" dirty="0">
              <a:solidFill>
                <a:schemeClr val="bg1"/>
              </a:solidFill>
              <a:latin typeface="Gotham Bold" pitchFamily="50" charset="0"/>
            </a:endParaRPr>
          </a:p>
        </p:txBody>
      </p:sp>
      <p:sp>
        <p:nvSpPr>
          <p:cNvPr id="4" name="Rectangle 3">
            <a:extLst>
              <a:ext uri="{FF2B5EF4-FFF2-40B4-BE49-F238E27FC236}">
                <a16:creationId xmlns:a16="http://schemas.microsoft.com/office/drawing/2014/main" id="{E91743F5-7965-49E7-97D2-8731D2299E77}"/>
              </a:ext>
            </a:extLst>
          </p:cNvPr>
          <p:cNvSpPr/>
          <p:nvPr/>
        </p:nvSpPr>
        <p:spPr>
          <a:xfrm>
            <a:off x="1310327" y="2103690"/>
            <a:ext cx="10291124" cy="3046988"/>
          </a:xfrm>
          <a:prstGeom prst="rect">
            <a:avLst/>
          </a:prstGeom>
        </p:spPr>
        <p:txBody>
          <a:bodyPr wrap="square">
            <a:spAutoFit/>
          </a:bodyPr>
          <a:lstStyle/>
          <a:p>
            <a:pPr marL="342900" indent="-342900">
              <a:buClr>
                <a:srgbClr val="0079D4"/>
              </a:buClr>
              <a:buFont typeface="Wingdings" panose="05000000000000000000" pitchFamily="2" charset="2"/>
              <a:buChar char="§"/>
            </a:pPr>
            <a:r>
              <a:rPr lang="en-US" sz="2400" dirty="0">
                <a:solidFill>
                  <a:schemeClr val="accent5">
                    <a:lumMod val="60000"/>
                    <a:lumOff val="40000"/>
                  </a:schemeClr>
                </a:solidFill>
                <a:hlinkClick r:id="rId3">
                  <a:extLst>
                    <a:ext uri="{A12FA001-AC4F-418D-AE19-62706E023703}">
                      <ahyp:hlinkClr xmlns:ahyp="http://schemas.microsoft.com/office/drawing/2018/hyperlinkcolor" val="tx"/>
                    </a:ext>
                  </a:extLst>
                </a:hlinkClick>
              </a:rPr>
              <a:t>COP 3530 Feedback Form</a:t>
            </a:r>
            <a:endParaRPr lang="en-US" sz="2400" dirty="0">
              <a:solidFill>
                <a:schemeClr val="accent5">
                  <a:lumMod val="60000"/>
                  <a:lumOff val="40000"/>
                </a:schemeClr>
              </a:solidFill>
            </a:endParaRPr>
          </a:p>
          <a:p>
            <a:pPr marL="285750" indent="-285750">
              <a:buFont typeface="Arial" panose="020B0604020202020204" pitchFamily="34" charset="0"/>
              <a:buChar char="•"/>
            </a:pPr>
            <a:endParaRPr lang="en-US" sz="2400" dirty="0">
              <a:solidFill>
                <a:srgbClr val="0079D4"/>
              </a:solidFill>
            </a:endParaRPr>
          </a:p>
          <a:p>
            <a:pPr marL="342900" indent="-342900">
              <a:buClr>
                <a:srgbClr val="0079D4"/>
              </a:buClr>
              <a:buFont typeface="Wingdings" panose="05000000000000000000" pitchFamily="2" charset="2"/>
              <a:buChar char="§"/>
            </a:pPr>
            <a:r>
              <a:rPr lang="en-US" sz="2400" dirty="0">
                <a:solidFill>
                  <a:schemeClr val="accent5">
                    <a:lumMod val="60000"/>
                    <a:lumOff val="40000"/>
                  </a:schemeClr>
                </a:solidFill>
                <a:hlinkClick r:id="rId4">
                  <a:extLst>
                    <a:ext uri="{A12FA001-AC4F-418D-AE19-62706E023703}">
                      <ahyp:hlinkClr xmlns:ahyp="http://schemas.microsoft.com/office/drawing/2018/hyperlinkcolor" val="tx"/>
                    </a:ext>
                  </a:extLst>
                </a:hlinkClick>
              </a:rPr>
              <a:t>Bug Bounty Program</a:t>
            </a:r>
            <a:endParaRPr lang="en-US" sz="2400" dirty="0">
              <a:solidFill>
                <a:schemeClr val="bg1"/>
              </a:solidFill>
            </a:endParaRPr>
          </a:p>
          <a:p>
            <a:pPr marL="342900" indent="-342900">
              <a:buClr>
                <a:srgbClr val="0079D4"/>
              </a:buClr>
              <a:buFont typeface="Wingdings" panose="05000000000000000000" pitchFamily="2" charset="2"/>
              <a:buChar char="§"/>
            </a:pPr>
            <a:endParaRPr lang="en-US" sz="2000" dirty="0">
              <a:solidFill>
                <a:srgbClr val="F16000"/>
              </a:solidFill>
            </a:endParaRPr>
          </a:p>
          <a:p>
            <a:pPr marL="800100" lvl="1" indent="-342900">
              <a:spcAft>
                <a:spcPts val="300"/>
              </a:spcAft>
              <a:buClr>
                <a:srgbClr val="0079D4"/>
              </a:buClr>
              <a:buFont typeface="Courier New" panose="02070309020205020404" pitchFamily="49" charset="0"/>
              <a:buChar char="o"/>
            </a:pPr>
            <a:r>
              <a:rPr lang="en-US" dirty="0">
                <a:solidFill>
                  <a:srgbClr val="1D9EFF"/>
                </a:solidFill>
              </a:rPr>
              <a:t>Quiz is not accessible due to a locked module</a:t>
            </a:r>
          </a:p>
          <a:p>
            <a:pPr marL="800100" lvl="1" indent="-342900">
              <a:spcAft>
                <a:spcPts val="300"/>
              </a:spcAft>
              <a:buClr>
                <a:srgbClr val="0079D4"/>
              </a:buClr>
              <a:buFont typeface="Courier New" panose="02070309020205020404" pitchFamily="49" charset="0"/>
              <a:buChar char="o"/>
            </a:pPr>
            <a:r>
              <a:rPr lang="en-US" dirty="0">
                <a:solidFill>
                  <a:srgbClr val="1D9EFF"/>
                </a:solidFill>
              </a:rPr>
              <a:t>Typo in one of the quizzes/project descriptions </a:t>
            </a:r>
          </a:p>
          <a:p>
            <a:pPr marL="800100" lvl="1" indent="-342900">
              <a:spcAft>
                <a:spcPts val="300"/>
              </a:spcAft>
              <a:buClr>
                <a:srgbClr val="0079D4"/>
              </a:buClr>
              <a:buFont typeface="Courier New" panose="02070309020205020404" pitchFamily="49" charset="0"/>
              <a:buChar char="o"/>
            </a:pPr>
            <a:r>
              <a:rPr lang="en-US" dirty="0">
                <a:solidFill>
                  <a:srgbClr val="1D9EFF"/>
                </a:solidFill>
              </a:rPr>
              <a:t>Incorrect solution in a certain test case</a:t>
            </a:r>
          </a:p>
          <a:p>
            <a:pPr marL="800100" lvl="1" indent="-342900">
              <a:spcAft>
                <a:spcPts val="300"/>
              </a:spcAft>
              <a:buClr>
                <a:srgbClr val="0079D4"/>
              </a:buClr>
              <a:buFont typeface="Courier New" panose="02070309020205020404" pitchFamily="49" charset="0"/>
              <a:buChar char="o"/>
            </a:pPr>
            <a:r>
              <a:rPr lang="en-US" dirty="0">
                <a:solidFill>
                  <a:srgbClr val="1D9EFF"/>
                </a:solidFill>
              </a:rPr>
              <a:t>An accessibility bug such as no headings in documents for screen-readers </a:t>
            </a:r>
          </a:p>
          <a:p>
            <a:pPr marL="800100" lvl="1" indent="-342900">
              <a:spcAft>
                <a:spcPts val="300"/>
              </a:spcAft>
              <a:buClr>
                <a:srgbClr val="0079D4"/>
              </a:buClr>
              <a:buFont typeface="Courier New" panose="02070309020205020404" pitchFamily="49" charset="0"/>
              <a:buChar char="o"/>
            </a:pPr>
            <a:r>
              <a:rPr lang="en-US" dirty="0">
                <a:solidFill>
                  <a:srgbClr val="1D9EFF"/>
                </a:solidFill>
              </a:rPr>
              <a:t>the algorithm has an off-by-one error</a:t>
            </a:r>
          </a:p>
        </p:txBody>
      </p:sp>
      <p:sp>
        <p:nvSpPr>
          <p:cNvPr id="3" name="Slide Number Placeholder 2">
            <a:extLst>
              <a:ext uri="{FF2B5EF4-FFF2-40B4-BE49-F238E27FC236}">
                <a16:creationId xmlns:a16="http://schemas.microsoft.com/office/drawing/2014/main" id="{B40A996A-CC94-0ACA-34CF-1AC2A6C30A9A}"/>
              </a:ext>
            </a:extLst>
          </p:cNvPr>
          <p:cNvSpPr>
            <a:spLocks noGrp="1"/>
          </p:cNvSpPr>
          <p:nvPr>
            <p:ph type="sldNum" sz="quarter" idx="12"/>
          </p:nvPr>
        </p:nvSpPr>
        <p:spPr/>
        <p:txBody>
          <a:bodyPr/>
          <a:lstStyle/>
          <a:p>
            <a:fld id="{017C28E0-2F8B-4999-AEA2-B3AA3AE8994F}" type="slidenum">
              <a:rPr lang="en-US" smtClean="0"/>
              <a:t>23</a:t>
            </a:fld>
            <a:endParaRPr lang="en-US"/>
          </a:p>
        </p:txBody>
      </p:sp>
      <p:grpSp>
        <p:nvGrpSpPr>
          <p:cNvPr id="5" name="Group 4">
            <a:extLst>
              <a:ext uri="{FF2B5EF4-FFF2-40B4-BE49-F238E27FC236}">
                <a16:creationId xmlns:a16="http://schemas.microsoft.com/office/drawing/2014/main" id="{1C51504E-E8B4-77D8-13E0-DB747EB662B2}"/>
              </a:ext>
            </a:extLst>
          </p:cNvPr>
          <p:cNvGrpSpPr/>
          <p:nvPr/>
        </p:nvGrpSpPr>
        <p:grpSpPr>
          <a:xfrm>
            <a:off x="11317255" y="5989103"/>
            <a:ext cx="841781" cy="748032"/>
            <a:chOff x="11337354" y="6025684"/>
            <a:chExt cx="841781" cy="748032"/>
          </a:xfrm>
        </p:grpSpPr>
        <p:pic>
          <p:nvPicPr>
            <p:cNvPr id="6" name="Picture 5">
              <a:extLst>
                <a:ext uri="{FF2B5EF4-FFF2-40B4-BE49-F238E27FC236}">
                  <a16:creationId xmlns:a16="http://schemas.microsoft.com/office/drawing/2014/main" id="{8C4C52CB-E907-4535-12EA-8402EF6B6A1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1424975" y="6538912"/>
              <a:ext cx="666541" cy="234804"/>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descr="Logo COP3530">
              <a:extLst>
                <a:ext uri="{FF2B5EF4-FFF2-40B4-BE49-F238E27FC236}">
                  <a16:creationId xmlns:a16="http://schemas.microsoft.com/office/drawing/2014/main" id="{F469AC63-B1E2-F657-5BA6-46C1C0499C06}"/>
                </a:ext>
              </a:extLst>
            </p:cNvPr>
            <p:cNvPicPr>
              <a:picLocks noChangeAspect="1"/>
            </p:cNvPicPr>
            <p:nvPr/>
          </p:nvPicPr>
          <p:blipFill rotWithShape="1">
            <a:blip r:embed="rId6"/>
            <a:srcRect t="1" b="20587"/>
            <a:stretch/>
          </p:blipFill>
          <p:spPr>
            <a:xfrm>
              <a:off x="11337354" y="6025684"/>
              <a:ext cx="841781" cy="465491"/>
            </a:xfrm>
            <a:prstGeom prst="rect">
              <a:avLst/>
            </a:prstGeom>
          </p:spPr>
        </p:pic>
      </p:grpSp>
    </p:spTree>
    <p:extLst>
      <p:ext uri="{BB962C8B-B14F-4D97-AF65-F5344CB8AC3E}">
        <p14:creationId xmlns:p14="http://schemas.microsoft.com/office/powerpoint/2010/main" val="68246874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98DF2D-4C21-45B7-8CEE-41E2C22A3166}"/>
              </a:ext>
            </a:extLst>
          </p:cNvPr>
          <p:cNvSpPr>
            <a:spLocks noGrp="1"/>
          </p:cNvSpPr>
          <p:nvPr>
            <p:ph type="title"/>
          </p:nvPr>
        </p:nvSpPr>
        <p:spPr/>
        <p:txBody>
          <a:bodyPr>
            <a:normAutofit fontScale="90000"/>
          </a:bodyPr>
          <a:lstStyle/>
          <a:p>
            <a:br>
              <a:rPr lang="en-US" dirty="0">
                <a:solidFill>
                  <a:schemeClr val="bg1"/>
                </a:solidFill>
                <a:latin typeface="Gotham Bold" pitchFamily="50" charset="0"/>
              </a:rPr>
            </a:br>
            <a:br>
              <a:rPr lang="en-US" dirty="0">
                <a:solidFill>
                  <a:schemeClr val="bg1"/>
                </a:solidFill>
                <a:latin typeface="Gotham Bold" pitchFamily="50" charset="0"/>
              </a:rPr>
            </a:br>
            <a:br>
              <a:rPr lang="en-US" dirty="0">
                <a:solidFill>
                  <a:schemeClr val="bg1"/>
                </a:solidFill>
                <a:latin typeface="Gotham Bold" pitchFamily="50" charset="0"/>
              </a:rPr>
            </a:br>
            <a:r>
              <a:rPr lang="en-US" dirty="0">
                <a:solidFill>
                  <a:schemeClr val="bg1"/>
                </a:solidFill>
                <a:latin typeface="Gotham Bold" pitchFamily="50" charset="0"/>
              </a:rPr>
              <a:t>Expectations</a:t>
            </a:r>
            <a:br>
              <a:rPr lang="en-US" dirty="0">
                <a:solidFill>
                  <a:schemeClr val="bg1"/>
                </a:solidFill>
                <a:latin typeface="Gotham Bold" pitchFamily="50" charset="0"/>
              </a:rPr>
            </a:br>
            <a:br>
              <a:rPr lang="en-US" dirty="0">
                <a:solidFill>
                  <a:schemeClr val="bg1"/>
                </a:solidFill>
                <a:latin typeface="Gotham Bold" pitchFamily="50" charset="0"/>
              </a:rPr>
            </a:br>
            <a:br>
              <a:rPr lang="en-US" dirty="0">
                <a:solidFill>
                  <a:schemeClr val="bg1"/>
                </a:solidFill>
                <a:latin typeface="Gotham Bold" pitchFamily="50" charset="0"/>
              </a:rPr>
            </a:br>
            <a:endParaRPr lang="en-US" dirty="0">
              <a:solidFill>
                <a:schemeClr val="bg1"/>
              </a:solidFill>
              <a:latin typeface="Gotham Bold" pitchFamily="50" charset="0"/>
            </a:endParaRPr>
          </a:p>
        </p:txBody>
      </p:sp>
      <p:sp>
        <p:nvSpPr>
          <p:cNvPr id="3" name="TextBox 2">
            <a:extLst>
              <a:ext uri="{FF2B5EF4-FFF2-40B4-BE49-F238E27FC236}">
                <a16:creationId xmlns:a16="http://schemas.microsoft.com/office/drawing/2014/main" id="{757E7020-32B6-4FDB-A655-21CF3BC7B28B}"/>
              </a:ext>
            </a:extLst>
          </p:cNvPr>
          <p:cNvSpPr txBox="1"/>
          <p:nvPr/>
        </p:nvSpPr>
        <p:spPr>
          <a:xfrm>
            <a:off x="1404593" y="2037465"/>
            <a:ext cx="10679391" cy="1384995"/>
          </a:xfrm>
          <a:prstGeom prst="rect">
            <a:avLst/>
          </a:prstGeom>
          <a:noFill/>
        </p:spPr>
        <p:txBody>
          <a:bodyPr wrap="square" rtlCol="0">
            <a:spAutoFit/>
          </a:bodyPr>
          <a:lstStyle/>
          <a:p>
            <a:pPr marL="342900" indent="-342900">
              <a:buFont typeface="Wingdings" panose="05000000000000000000" pitchFamily="2" charset="2"/>
              <a:buChar char="§"/>
            </a:pPr>
            <a:r>
              <a:rPr lang="en-US" sz="2400" dirty="0">
                <a:solidFill>
                  <a:srgbClr val="F16000"/>
                </a:solidFill>
              </a:rPr>
              <a:t>We want you to focus on</a:t>
            </a:r>
          </a:p>
          <a:p>
            <a:pPr marL="800100" lvl="1" indent="-342900">
              <a:buFont typeface="Wingdings" panose="05000000000000000000" pitchFamily="2" charset="2"/>
              <a:buChar char="§"/>
            </a:pPr>
            <a:r>
              <a:rPr lang="en-US" sz="2000" dirty="0">
                <a:solidFill>
                  <a:srgbClr val="1D9EFF"/>
                </a:solidFill>
              </a:rPr>
              <a:t>Correctness</a:t>
            </a:r>
          </a:p>
          <a:p>
            <a:pPr marL="800100" lvl="1" indent="-342900">
              <a:buFont typeface="Wingdings" panose="05000000000000000000" pitchFamily="2" charset="2"/>
              <a:buChar char="§"/>
            </a:pPr>
            <a:r>
              <a:rPr lang="en-US" sz="2000" dirty="0">
                <a:solidFill>
                  <a:srgbClr val="1D9EFF"/>
                </a:solidFill>
              </a:rPr>
              <a:t>Clean, readable, tested, and documented code </a:t>
            </a:r>
          </a:p>
          <a:p>
            <a:pPr marL="800100" lvl="1" indent="-342900">
              <a:buFont typeface="Wingdings" panose="05000000000000000000" pitchFamily="2" charset="2"/>
              <a:buChar char="§"/>
            </a:pPr>
            <a:r>
              <a:rPr lang="en-US" sz="2000" dirty="0">
                <a:solidFill>
                  <a:srgbClr val="1D9EFF"/>
                </a:solidFill>
              </a:rPr>
              <a:t>Secondary focus on optimization</a:t>
            </a:r>
          </a:p>
        </p:txBody>
      </p:sp>
      <p:sp>
        <p:nvSpPr>
          <p:cNvPr id="4" name="TextBox 3">
            <a:extLst>
              <a:ext uri="{FF2B5EF4-FFF2-40B4-BE49-F238E27FC236}">
                <a16:creationId xmlns:a16="http://schemas.microsoft.com/office/drawing/2014/main" id="{09A46902-E689-495A-9D75-2959B78E6AD0}"/>
              </a:ext>
            </a:extLst>
          </p:cNvPr>
          <p:cNvSpPr txBox="1"/>
          <p:nvPr/>
        </p:nvSpPr>
        <p:spPr>
          <a:xfrm>
            <a:off x="1404592" y="4235481"/>
            <a:ext cx="10679391" cy="1384995"/>
          </a:xfrm>
          <a:prstGeom prst="rect">
            <a:avLst/>
          </a:prstGeom>
          <a:noFill/>
        </p:spPr>
        <p:txBody>
          <a:bodyPr wrap="square" rtlCol="0">
            <a:spAutoFit/>
          </a:bodyPr>
          <a:lstStyle/>
          <a:p>
            <a:pPr marL="342900" indent="-342900">
              <a:buFont typeface="Wingdings" panose="05000000000000000000" pitchFamily="2" charset="2"/>
              <a:buChar char="§"/>
            </a:pPr>
            <a:r>
              <a:rPr lang="en-US" sz="2400" dirty="0">
                <a:solidFill>
                  <a:srgbClr val="F16000"/>
                </a:solidFill>
              </a:rPr>
              <a:t>The course will not cover</a:t>
            </a:r>
          </a:p>
          <a:p>
            <a:pPr marL="800100" lvl="1" indent="-342900">
              <a:buFont typeface="Wingdings" panose="05000000000000000000" pitchFamily="2" charset="2"/>
              <a:buChar char="§"/>
            </a:pPr>
            <a:r>
              <a:rPr lang="en-US" sz="2000" dirty="0">
                <a:solidFill>
                  <a:srgbClr val="1D9EFF"/>
                </a:solidFill>
              </a:rPr>
              <a:t>Mathematical Proofs</a:t>
            </a:r>
          </a:p>
          <a:p>
            <a:pPr marL="800100" lvl="1" indent="-342900">
              <a:buFont typeface="Wingdings" panose="05000000000000000000" pitchFamily="2" charset="2"/>
              <a:buChar char="§"/>
            </a:pPr>
            <a:r>
              <a:rPr lang="en-US" sz="2000" dirty="0">
                <a:solidFill>
                  <a:srgbClr val="1D9EFF"/>
                </a:solidFill>
              </a:rPr>
              <a:t>Design Patterns</a:t>
            </a:r>
          </a:p>
          <a:p>
            <a:pPr marL="800100" lvl="1" indent="-342900">
              <a:buFont typeface="Wingdings" panose="05000000000000000000" pitchFamily="2" charset="2"/>
              <a:buChar char="§"/>
            </a:pPr>
            <a:r>
              <a:rPr lang="en-US" sz="2000" dirty="0">
                <a:solidFill>
                  <a:srgbClr val="1D9EFF"/>
                </a:solidFill>
              </a:rPr>
              <a:t>Competitive Programming</a:t>
            </a:r>
          </a:p>
        </p:txBody>
      </p:sp>
      <p:sp>
        <p:nvSpPr>
          <p:cNvPr id="5" name="Slide Number Placeholder 4">
            <a:extLst>
              <a:ext uri="{FF2B5EF4-FFF2-40B4-BE49-F238E27FC236}">
                <a16:creationId xmlns:a16="http://schemas.microsoft.com/office/drawing/2014/main" id="{376053A2-C1B7-8BBB-AAC0-4D6B30E0D033}"/>
              </a:ext>
            </a:extLst>
          </p:cNvPr>
          <p:cNvSpPr>
            <a:spLocks noGrp="1"/>
          </p:cNvSpPr>
          <p:nvPr>
            <p:ph type="sldNum" sz="quarter" idx="12"/>
          </p:nvPr>
        </p:nvSpPr>
        <p:spPr/>
        <p:txBody>
          <a:bodyPr/>
          <a:lstStyle/>
          <a:p>
            <a:fld id="{017C28E0-2F8B-4999-AEA2-B3AA3AE8994F}" type="slidenum">
              <a:rPr lang="en-US" smtClean="0"/>
              <a:t>24</a:t>
            </a:fld>
            <a:endParaRPr lang="en-US"/>
          </a:p>
        </p:txBody>
      </p:sp>
      <p:grpSp>
        <p:nvGrpSpPr>
          <p:cNvPr id="6" name="Group 5">
            <a:extLst>
              <a:ext uri="{FF2B5EF4-FFF2-40B4-BE49-F238E27FC236}">
                <a16:creationId xmlns:a16="http://schemas.microsoft.com/office/drawing/2014/main" id="{FC00EE0D-E8E1-482B-7DAB-EC537D0D548F}"/>
              </a:ext>
            </a:extLst>
          </p:cNvPr>
          <p:cNvGrpSpPr/>
          <p:nvPr/>
        </p:nvGrpSpPr>
        <p:grpSpPr>
          <a:xfrm>
            <a:off x="11317255" y="5989103"/>
            <a:ext cx="841781" cy="748032"/>
            <a:chOff x="11337354" y="6025684"/>
            <a:chExt cx="841781" cy="748032"/>
          </a:xfrm>
        </p:grpSpPr>
        <p:pic>
          <p:nvPicPr>
            <p:cNvPr id="7" name="Picture 6">
              <a:extLst>
                <a:ext uri="{FF2B5EF4-FFF2-40B4-BE49-F238E27FC236}">
                  <a16:creationId xmlns:a16="http://schemas.microsoft.com/office/drawing/2014/main" id="{8945AF40-035F-0374-4F43-40CA0FA752B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424975" y="6538912"/>
              <a:ext cx="666541" cy="234804"/>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7" descr="Logo COP3530">
              <a:extLst>
                <a:ext uri="{FF2B5EF4-FFF2-40B4-BE49-F238E27FC236}">
                  <a16:creationId xmlns:a16="http://schemas.microsoft.com/office/drawing/2014/main" id="{C7C9BAF1-4394-2CB4-F21D-2F2D1752BE75}"/>
                </a:ext>
              </a:extLst>
            </p:cNvPr>
            <p:cNvPicPr>
              <a:picLocks noChangeAspect="1"/>
            </p:cNvPicPr>
            <p:nvPr/>
          </p:nvPicPr>
          <p:blipFill rotWithShape="1">
            <a:blip r:embed="rId4"/>
            <a:srcRect t="1" b="20587"/>
            <a:stretch/>
          </p:blipFill>
          <p:spPr>
            <a:xfrm>
              <a:off x="11337354" y="6025684"/>
              <a:ext cx="841781" cy="465491"/>
            </a:xfrm>
            <a:prstGeom prst="rect">
              <a:avLst/>
            </a:prstGeom>
          </p:spPr>
        </p:pic>
      </p:grpSp>
    </p:spTree>
    <p:extLst>
      <p:ext uri="{BB962C8B-B14F-4D97-AF65-F5344CB8AC3E}">
        <p14:creationId xmlns:p14="http://schemas.microsoft.com/office/powerpoint/2010/main" val="115586575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98DF2D-4C21-45B7-8CEE-41E2C22A3166}"/>
              </a:ext>
            </a:extLst>
          </p:cNvPr>
          <p:cNvSpPr>
            <a:spLocks noGrp="1"/>
          </p:cNvSpPr>
          <p:nvPr>
            <p:ph type="title"/>
          </p:nvPr>
        </p:nvSpPr>
        <p:spPr/>
        <p:txBody>
          <a:bodyPr>
            <a:normAutofit/>
          </a:bodyPr>
          <a:lstStyle/>
          <a:p>
            <a:r>
              <a:rPr lang="en-US" dirty="0">
                <a:solidFill>
                  <a:schemeClr val="bg1"/>
                </a:solidFill>
                <a:latin typeface="Gotham Bold" pitchFamily="50" charset="0"/>
              </a:rPr>
              <a:t>Expectations</a:t>
            </a:r>
          </a:p>
        </p:txBody>
      </p:sp>
      <p:sp>
        <p:nvSpPr>
          <p:cNvPr id="3" name="Rectangle 2">
            <a:extLst>
              <a:ext uri="{FF2B5EF4-FFF2-40B4-BE49-F238E27FC236}">
                <a16:creationId xmlns:a16="http://schemas.microsoft.com/office/drawing/2014/main" id="{6583E0EE-6FC6-46B6-9E70-CEEDC8488177}"/>
              </a:ext>
            </a:extLst>
          </p:cNvPr>
          <p:cNvSpPr/>
          <p:nvPr/>
        </p:nvSpPr>
        <p:spPr>
          <a:xfrm>
            <a:off x="975674" y="1741112"/>
            <a:ext cx="10515600" cy="2453429"/>
          </a:xfrm>
          <a:prstGeom prst="rect">
            <a:avLst/>
          </a:prstGeom>
        </p:spPr>
        <p:txBody>
          <a:bodyPr wrap="square">
            <a:spAutoFit/>
          </a:bodyPr>
          <a:lstStyle/>
          <a:p>
            <a:pPr>
              <a:lnSpc>
                <a:spcPct val="150000"/>
              </a:lnSpc>
            </a:pPr>
            <a:r>
              <a:rPr lang="en-US" sz="1600" dirty="0">
                <a:solidFill>
                  <a:srgbClr val="1D9EFF"/>
                </a:solidFill>
                <a:latin typeface="Calibri" panose="020F0502020204030204" pitchFamily="34" charset="0"/>
                <a:cs typeface="Calibri" panose="020F0502020204030204" pitchFamily="34" charset="0"/>
              </a:rPr>
              <a:t>Conceptual Quizzes and Exams:</a:t>
            </a:r>
          </a:p>
          <a:p>
            <a:pPr>
              <a:lnSpc>
                <a:spcPct val="150000"/>
              </a:lnSpc>
            </a:pPr>
            <a:r>
              <a:rPr lang="en-US" sz="800" dirty="0">
                <a:solidFill>
                  <a:srgbClr val="1D9EFF"/>
                </a:solidFill>
                <a:latin typeface="Calibri" panose="020F0502020204030204" pitchFamily="34" charset="0"/>
                <a:cs typeface="Calibri" panose="020F0502020204030204" pitchFamily="34" charset="0"/>
              </a:rPr>
              <a:t> </a:t>
            </a:r>
          </a:p>
          <a:p>
            <a:pPr marL="342900" indent="-342900">
              <a:lnSpc>
                <a:spcPct val="150000"/>
              </a:lnSpc>
              <a:buFont typeface="Wingdings" panose="05000000000000000000" pitchFamily="2" charset="2"/>
              <a:buChar char="§"/>
            </a:pPr>
            <a:r>
              <a:rPr lang="en-US" sz="1600" dirty="0">
                <a:solidFill>
                  <a:srgbClr val="EB6E19"/>
                </a:solidFill>
                <a:latin typeface="Calibri" panose="020F0502020204030204" pitchFamily="34" charset="0"/>
                <a:cs typeface="Calibri" panose="020F0502020204030204" pitchFamily="34" charset="0"/>
              </a:rPr>
              <a:t>Work independently</a:t>
            </a:r>
          </a:p>
          <a:p>
            <a:pPr marL="342900" indent="-342900">
              <a:lnSpc>
                <a:spcPct val="150000"/>
              </a:lnSpc>
              <a:buFont typeface="Wingdings" panose="05000000000000000000" pitchFamily="2" charset="2"/>
              <a:buChar char="§"/>
            </a:pPr>
            <a:r>
              <a:rPr lang="en-US" sz="1600" dirty="0">
                <a:solidFill>
                  <a:schemeClr val="bg1"/>
                </a:solidFill>
                <a:latin typeface="Calibri" panose="020F0502020204030204" pitchFamily="34" charset="0"/>
                <a:cs typeface="Calibri" panose="020F0502020204030204" pitchFamily="34" charset="0"/>
              </a:rPr>
              <a:t>No discussion at the conceptual level</a:t>
            </a:r>
          </a:p>
          <a:p>
            <a:pPr>
              <a:lnSpc>
                <a:spcPct val="150000"/>
              </a:lnSpc>
            </a:pPr>
            <a:endParaRPr lang="en-US" sz="1600" dirty="0">
              <a:solidFill>
                <a:schemeClr val="bg1"/>
              </a:solidFill>
              <a:latin typeface="Calibri" panose="020F0502020204030204" pitchFamily="34" charset="0"/>
              <a:cs typeface="Calibri" panose="020F0502020204030204" pitchFamily="34" charset="0"/>
            </a:endParaRPr>
          </a:p>
          <a:p>
            <a:pPr marL="342900" indent="-342900">
              <a:lnSpc>
                <a:spcPct val="150000"/>
              </a:lnSpc>
              <a:buFont typeface="Wingdings" panose="05000000000000000000" pitchFamily="2" charset="2"/>
              <a:buChar char="§"/>
            </a:pPr>
            <a:r>
              <a:rPr lang="en-US" sz="1600" dirty="0">
                <a:solidFill>
                  <a:srgbClr val="EB6E19"/>
                </a:solidFill>
                <a:latin typeface="Calibri" panose="020F0502020204030204" pitchFamily="34" charset="0"/>
                <a:cs typeface="Calibri" panose="020F0502020204030204" pitchFamily="34" charset="0"/>
              </a:rPr>
              <a:t>You are allowed to </a:t>
            </a:r>
          </a:p>
          <a:p>
            <a:pPr marL="800100" lvl="1" indent="-342900">
              <a:lnSpc>
                <a:spcPct val="150000"/>
              </a:lnSpc>
              <a:buFont typeface="Wingdings" panose="05000000000000000000" pitchFamily="2" charset="2"/>
              <a:buChar char="§"/>
            </a:pPr>
            <a:r>
              <a:rPr lang="en-US" sz="1600" dirty="0">
                <a:solidFill>
                  <a:schemeClr val="bg1"/>
                </a:solidFill>
                <a:latin typeface="Calibri" panose="020F0502020204030204" pitchFamily="34" charset="0"/>
                <a:cs typeface="Calibri" panose="020F0502020204030204" pitchFamily="34" charset="0"/>
              </a:rPr>
              <a:t>discuss</a:t>
            </a:r>
            <a:r>
              <a:rPr lang="en-US" sz="1600" dirty="0">
                <a:solidFill>
                  <a:srgbClr val="EB6E19"/>
                </a:solidFill>
                <a:latin typeface="Calibri" panose="020F0502020204030204" pitchFamily="34" charset="0"/>
                <a:cs typeface="Calibri" panose="020F0502020204030204" pitchFamily="34" charset="0"/>
              </a:rPr>
              <a:t> solutions after the due date and late days </a:t>
            </a:r>
            <a:r>
              <a:rPr lang="en-US" sz="1600" dirty="0">
                <a:solidFill>
                  <a:schemeClr val="bg1"/>
                </a:solidFill>
                <a:latin typeface="Calibri" panose="020F0502020204030204" pitchFamily="34" charset="0"/>
                <a:cs typeface="Calibri" panose="020F0502020204030204" pitchFamily="34" charset="0"/>
              </a:rPr>
              <a:t>have passed. </a:t>
            </a:r>
          </a:p>
        </p:txBody>
      </p:sp>
      <p:sp>
        <p:nvSpPr>
          <p:cNvPr id="4" name="Slide Number Placeholder 3">
            <a:extLst>
              <a:ext uri="{FF2B5EF4-FFF2-40B4-BE49-F238E27FC236}">
                <a16:creationId xmlns:a16="http://schemas.microsoft.com/office/drawing/2014/main" id="{1C59E1EF-B286-850E-8A02-0733A963D5B0}"/>
              </a:ext>
            </a:extLst>
          </p:cNvPr>
          <p:cNvSpPr>
            <a:spLocks noGrp="1"/>
          </p:cNvSpPr>
          <p:nvPr>
            <p:ph type="sldNum" sz="quarter" idx="12"/>
          </p:nvPr>
        </p:nvSpPr>
        <p:spPr/>
        <p:txBody>
          <a:bodyPr/>
          <a:lstStyle/>
          <a:p>
            <a:fld id="{017C28E0-2F8B-4999-AEA2-B3AA3AE8994F}" type="slidenum">
              <a:rPr lang="en-US" smtClean="0"/>
              <a:t>25</a:t>
            </a:fld>
            <a:endParaRPr lang="en-US"/>
          </a:p>
        </p:txBody>
      </p:sp>
      <p:grpSp>
        <p:nvGrpSpPr>
          <p:cNvPr id="5" name="Group 4">
            <a:extLst>
              <a:ext uri="{FF2B5EF4-FFF2-40B4-BE49-F238E27FC236}">
                <a16:creationId xmlns:a16="http://schemas.microsoft.com/office/drawing/2014/main" id="{853C9ACB-A5CF-7FFE-4058-F1C24563CCFB}"/>
              </a:ext>
            </a:extLst>
          </p:cNvPr>
          <p:cNvGrpSpPr/>
          <p:nvPr/>
        </p:nvGrpSpPr>
        <p:grpSpPr>
          <a:xfrm>
            <a:off x="11317255" y="5989103"/>
            <a:ext cx="841781" cy="748032"/>
            <a:chOff x="11337354" y="6025684"/>
            <a:chExt cx="841781" cy="748032"/>
          </a:xfrm>
        </p:grpSpPr>
        <p:pic>
          <p:nvPicPr>
            <p:cNvPr id="6" name="Picture 5">
              <a:extLst>
                <a:ext uri="{FF2B5EF4-FFF2-40B4-BE49-F238E27FC236}">
                  <a16:creationId xmlns:a16="http://schemas.microsoft.com/office/drawing/2014/main" id="{EDE3CBC8-2524-00EA-D63B-769791C9859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424975" y="6538912"/>
              <a:ext cx="666541" cy="234804"/>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descr="Logo COP3530">
              <a:extLst>
                <a:ext uri="{FF2B5EF4-FFF2-40B4-BE49-F238E27FC236}">
                  <a16:creationId xmlns:a16="http://schemas.microsoft.com/office/drawing/2014/main" id="{574E75EE-5D02-CE51-B86F-FBDFC4FE7AAB}"/>
                </a:ext>
              </a:extLst>
            </p:cNvPr>
            <p:cNvPicPr>
              <a:picLocks noChangeAspect="1"/>
            </p:cNvPicPr>
            <p:nvPr/>
          </p:nvPicPr>
          <p:blipFill rotWithShape="1">
            <a:blip r:embed="rId4"/>
            <a:srcRect t="1" b="20587"/>
            <a:stretch/>
          </p:blipFill>
          <p:spPr>
            <a:xfrm>
              <a:off x="11337354" y="6025684"/>
              <a:ext cx="841781" cy="465491"/>
            </a:xfrm>
            <a:prstGeom prst="rect">
              <a:avLst/>
            </a:prstGeom>
          </p:spPr>
        </p:pic>
      </p:grpSp>
    </p:spTree>
    <p:extLst>
      <p:ext uri="{BB962C8B-B14F-4D97-AF65-F5344CB8AC3E}">
        <p14:creationId xmlns:p14="http://schemas.microsoft.com/office/powerpoint/2010/main" val="374620063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98DF2D-4C21-45B7-8CEE-41E2C22A3166}"/>
              </a:ext>
            </a:extLst>
          </p:cNvPr>
          <p:cNvSpPr>
            <a:spLocks noGrp="1"/>
          </p:cNvSpPr>
          <p:nvPr>
            <p:ph type="title"/>
          </p:nvPr>
        </p:nvSpPr>
        <p:spPr/>
        <p:txBody>
          <a:bodyPr>
            <a:normAutofit/>
          </a:bodyPr>
          <a:lstStyle/>
          <a:p>
            <a:r>
              <a:rPr lang="en-US" dirty="0">
                <a:solidFill>
                  <a:schemeClr val="bg1"/>
                </a:solidFill>
                <a:latin typeface="Gotham Bold" pitchFamily="50" charset="0"/>
              </a:rPr>
              <a:t>Expectations</a:t>
            </a:r>
          </a:p>
        </p:txBody>
      </p:sp>
      <p:sp>
        <p:nvSpPr>
          <p:cNvPr id="3" name="Rectangle 2">
            <a:extLst>
              <a:ext uri="{FF2B5EF4-FFF2-40B4-BE49-F238E27FC236}">
                <a16:creationId xmlns:a16="http://schemas.microsoft.com/office/drawing/2014/main" id="{6583E0EE-6FC6-46B6-9E70-CEEDC8488177}"/>
              </a:ext>
            </a:extLst>
          </p:cNvPr>
          <p:cNvSpPr/>
          <p:nvPr/>
        </p:nvSpPr>
        <p:spPr>
          <a:xfrm>
            <a:off x="975674" y="1741112"/>
            <a:ext cx="10515600" cy="3932102"/>
          </a:xfrm>
          <a:prstGeom prst="rect">
            <a:avLst/>
          </a:prstGeom>
        </p:spPr>
        <p:txBody>
          <a:bodyPr wrap="square">
            <a:spAutoFit/>
          </a:bodyPr>
          <a:lstStyle/>
          <a:p>
            <a:pPr>
              <a:lnSpc>
                <a:spcPct val="150000"/>
              </a:lnSpc>
            </a:pPr>
            <a:r>
              <a:rPr lang="en-US" sz="1600" dirty="0">
                <a:solidFill>
                  <a:srgbClr val="1D9EFF"/>
                </a:solidFill>
                <a:latin typeface="Calibri" panose="020F0502020204030204" pitchFamily="34" charset="0"/>
                <a:cs typeface="Calibri" panose="020F0502020204030204" pitchFamily="34" charset="0"/>
              </a:rPr>
              <a:t>Programming Quiz questions:</a:t>
            </a:r>
          </a:p>
          <a:p>
            <a:pPr>
              <a:lnSpc>
                <a:spcPct val="150000"/>
              </a:lnSpc>
            </a:pPr>
            <a:r>
              <a:rPr lang="en-US" sz="800" dirty="0">
                <a:solidFill>
                  <a:srgbClr val="1D9EFF"/>
                </a:solidFill>
                <a:latin typeface="Calibri" panose="020F0502020204030204" pitchFamily="34" charset="0"/>
                <a:cs typeface="Calibri" panose="020F0502020204030204" pitchFamily="34" charset="0"/>
              </a:rPr>
              <a:t> </a:t>
            </a:r>
          </a:p>
          <a:p>
            <a:pPr marL="342900" indent="-342900">
              <a:lnSpc>
                <a:spcPct val="150000"/>
              </a:lnSpc>
              <a:buFont typeface="Wingdings" panose="05000000000000000000" pitchFamily="2" charset="2"/>
              <a:buChar char="§"/>
            </a:pPr>
            <a:r>
              <a:rPr lang="en-US" sz="1600" dirty="0">
                <a:solidFill>
                  <a:srgbClr val="EB6E19"/>
                </a:solidFill>
                <a:latin typeface="Calibri" panose="020F0502020204030204" pitchFamily="34" charset="0"/>
                <a:cs typeface="Calibri" panose="020F0502020204030204" pitchFamily="34" charset="0"/>
              </a:rPr>
              <a:t>Work independently or as a pair (Select a buddy in Week 1).</a:t>
            </a:r>
          </a:p>
          <a:p>
            <a:pPr marL="342900" indent="-342900">
              <a:lnSpc>
                <a:spcPct val="150000"/>
              </a:lnSpc>
              <a:buFont typeface="Wingdings" panose="05000000000000000000" pitchFamily="2" charset="2"/>
              <a:buChar char="§"/>
            </a:pPr>
            <a:r>
              <a:rPr lang="en-US" sz="1600" dirty="0">
                <a:solidFill>
                  <a:srgbClr val="EB6E19"/>
                </a:solidFill>
                <a:latin typeface="Calibri" panose="020F0502020204030204" pitchFamily="34" charset="0"/>
                <a:cs typeface="Calibri" panose="020F0502020204030204" pitchFamily="34" charset="0"/>
              </a:rPr>
              <a:t>The buddy must remain the same for the entire course.</a:t>
            </a:r>
          </a:p>
          <a:p>
            <a:pPr marL="342900" indent="-342900">
              <a:lnSpc>
                <a:spcPct val="150000"/>
              </a:lnSpc>
              <a:buFont typeface="Wingdings" panose="05000000000000000000" pitchFamily="2" charset="2"/>
              <a:buChar char="§"/>
            </a:pPr>
            <a:r>
              <a:rPr lang="en-US" sz="1600" dirty="0">
                <a:solidFill>
                  <a:schemeClr val="bg1"/>
                </a:solidFill>
                <a:latin typeface="Calibri" panose="020F0502020204030204" pitchFamily="34" charset="0"/>
                <a:cs typeface="Calibri" panose="020F0502020204030204" pitchFamily="34" charset="0"/>
              </a:rPr>
              <a:t>The course staff can help you on syntax issues, but we will not help you with semantic and logic issues for quizzes.</a:t>
            </a:r>
          </a:p>
          <a:p>
            <a:pPr marL="342900" indent="-342900">
              <a:lnSpc>
                <a:spcPct val="150000"/>
              </a:lnSpc>
              <a:buFont typeface="Wingdings" panose="05000000000000000000" pitchFamily="2" charset="2"/>
              <a:buChar char="§"/>
            </a:pPr>
            <a:r>
              <a:rPr lang="en-US" sz="1600" dirty="0">
                <a:solidFill>
                  <a:schemeClr val="bg1"/>
                </a:solidFill>
                <a:latin typeface="Calibri" panose="020F0502020204030204" pitchFamily="34" charset="0"/>
                <a:cs typeface="Calibri" panose="020F0502020204030204" pitchFamily="34" charset="0"/>
              </a:rPr>
              <a:t>Cite that you worked with a buddy in Line 1 of your code and add their name.</a:t>
            </a:r>
          </a:p>
          <a:p>
            <a:pPr>
              <a:lnSpc>
                <a:spcPct val="150000"/>
              </a:lnSpc>
            </a:pPr>
            <a:endParaRPr lang="en-US" sz="1600" dirty="0">
              <a:solidFill>
                <a:schemeClr val="bg1"/>
              </a:solidFill>
              <a:latin typeface="Calibri" panose="020F0502020204030204" pitchFamily="34" charset="0"/>
              <a:cs typeface="Calibri" panose="020F0502020204030204" pitchFamily="34" charset="0"/>
            </a:endParaRPr>
          </a:p>
          <a:p>
            <a:pPr marL="342900" indent="-342900">
              <a:lnSpc>
                <a:spcPct val="150000"/>
              </a:lnSpc>
              <a:buFont typeface="Wingdings" panose="05000000000000000000" pitchFamily="2" charset="2"/>
              <a:buChar char="§"/>
            </a:pPr>
            <a:r>
              <a:rPr lang="en-US" sz="1600" dirty="0">
                <a:solidFill>
                  <a:srgbClr val="EB6E19"/>
                </a:solidFill>
                <a:latin typeface="Calibri" panose="020F0502020204030204" pitchFamily="34" charset="0"/>
                <a:cs typeface="Calibri" panose="020F0502020204030204" pitchFamily="34" charset="0"/>
              </a:rPr>
              <a:t>You are allowed to </a:t>
            </a:r>
          </a:p>
          <a:p>
            <a:pPr marL="800100" lvl="1" indent="-342900">
              <a:lnSpc>
                <a:spcPct val="150000"/>
              </a:lnSpc>
              <a:buFont typeface="Wingdings" panose="05000000000000000000" pitchFamily="2" charset="2"/>
              <a:buChar char="§"/>
            </a:pPr>
            <a:r>
              <a:rPr lang="en-US" sz="1600" dirty="0">
                <a:solidFill>
                  <a:schemeClr val="bg1"/>
                </a:solidFill>
                <a:latin typeface="Calibri" panose="020F0502020204030204" pitchFamily="34" charset="0"/>
                <a:cs typeface="Calibri" panose="020F0502020204030204" pitchFamily="34" charset="0"/>
              </a:rPr>
              <a:t>discuss</a:t>
            </a:r>
            <a:r>
              <a:rPr lang="en-US" sz="1600" dirty="0">
                <a:solidFill>
                  <a:srgbClr val="EB6E19"/>
                </a:solidFill>
                <a:latin typeface="Calibri" panose="020F0502020204030204" pitchFamily="34" charset="0"/>
                <a:cs typeface="Calibri" panose="020F0502020204030204" pitchFamily="34" charset="0"/>
              </a:rPr>
              <a:t> solutions after the due date and late days </a:t>
            </a:r>
            <a:r>
              <a:rPr lang="en-US" sz="1600" dirty="0">
                <a:solidFill>
                  <a:schemeClr val="bg1"/>
                </a:solidFill>
                <a:latin typeface="Calibri" panose="020F0502020204030204" pitchFamily="34" charset="0"/>
                <a:cs typeface="Calibri" panose="020F0502020204030204" pitchFamily="34" charset="0"/>
              </a:rPr>
              <a:t>have passed. </a:t>
            </a:r>
          </a:p>
          <a:p>
            <a:pPr marL="800100" lvl="1" indent="-342900">
              <a:lnSpc>
                <a:spcPct val="150000"/>
              </a:lnSpc>
              <a:buFont typeface="Wingdings" panose="05000000000000000000" pitchFamily="2" charset="2"/>
              <a:buChar char="§"/>
            </a:pPr>
            <a:r>
              <a:rPr lang="en-US" sz="1600" dirty="0">
                <a:solidFill>
                  <a:schemeClr val="bg1"/>
                </a:solidFill>
                <a:latin typeface="Calibri" panose="020F0502020204030204" pitchFamily="34" charset="0"/>
                <a:cs typeface="Calibri" panose="020F0502020204030204" pitchFamily="34" charset="0"/>
              </a:rPr>
              <a:t>search for C++ syntax or </a:t>
            </a:r>
            <a:r>
              <a:rPr lang="en-US" sz="1600" dirty="0">
                <a:solidFill>
                  <a:srgbClr val="EB6E19"/>
                </a:solidFill>
                <a:latin typeface="Calibri" panose="020F0502020204030204" pitchFamily="34" charset="0"/>
                <a:cs typeface="Calibri" panose="020F0502020204030204" pitchFamily="34" charset="0"/>
              </a:rPr>
              <a:t>refer to definitions of standard functions </a:t>
            </a:r>
            <a:r>
              <a:rPr lang="en-US" sz="1600" dirty="0">
                <a:solidFill>
                  <a:schemeClr val="bg1"/>
                </a:solidFill>
                <a:latin typeface="Calibri" panose="020F0502020204030204" pitchFamily="34" charset="0"/>
                <a:cs typeface="Calibri" panose="020F0502020204030204" pitchFamily="34" charset="0"/>
              </a:rPr>
              <a:t>in the C++ library. For example, using the documentation listed here is fine: https://www.cplusplus.com/reference/ or https://en.cppreference.com/w/ </a:t>
            </a:r>
          </a:p>
        </p:txBody>
      </p:sp>
      <p:sp>
        <p:nvSpPr>
          <p:cNvPr id="4" name="Slide Number Placeholder 3">
            <a:extLst>
              <a:ext uri="{FF2B5EF4-FFF2-40B4-BE49-F238E27FC236}">
                <a16:creationId xmlns:a16="http://schemas.microsoft.com/office/drawing/2014/main" id="{1C59E1EF-B286-850E-8A02-0733A963D5B0}"/>
              </a:ext>
            </a:extLst>
          </p:cNvPr>
          <p:cNvSpPr>
            <a:spLocks noGrp="1"/>
          </p:cNvSpPr>
          <p:nvPr>
            <p:ph type="sldNum" sz="quarter" idx="12"/>
          </p:nvPr>
        </p:nvSpPr>
        <p:spPr/>
        <p:txBody>
          <a:bodyPr/>
          <a:lstStyle/>
          <a:p>
            <a:fld id="{017C28E0-2F8B-4999-AEA2-B3AA3AE8994F}" type="slidenum">
              <a:rPr lang="en-US" smtClean="0"/>
              <a:t>26</a:t>
            </a:fld>
            <a:endParaRPr lang="en-US"/>
          </a:p>
        </p:txBody>
      </p:sp>
      <p:grpSp>
        <p:nvGrpSpPr>
          <p:cNvPr id="5" name="Group 4">
            <a:extLst>
              <a:ext uri="{FF2B5EF4-FFF2-40B4-BE49-F238E27FC236}">
                <a16:creationId xmlns:a16="http://schemas.microsoft.com/office/drawing/2014/main" id="{853C9ACB-A5CF-7FFE-4058-F1C24563CCFB}"/>
              </a:ext>
            </a:extLst>
          </p:cNvPr>
          <p:cNvGrpSpPr/>
          <p:nvPr/>
        </p:nvGrpSpPr>
        <p:grpSpPr>
          <a:xfrm>
            <a:off x="11317255" y="5989103"/>
            <a:ext cx="841781" cy="748032"/>
            <a:chOff x="11337354" y="6025684"/>
            <a:chExt cx="841781" cy="748032"/>
          </a:xfrm>
        </p:grpSpPr>
        <p:pic>
          <p:nvPicPr>
            <p:cNvPr id="6" name="Picture 5">
              <a:extLst>
                <a:ext uri="{FF2B5EF4-FFF2-40B4-BE49-F238E27FC236}">
                  <a16:creationId xmlns:a16="http://schemas.microsoft.com/office/drawing/2014/main" id="{EDE3CBC8-2524-00EA-D63B-769791C9859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424975" y="6538912"/>
              <a:ext cx="666541" cy="234804"/>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descr="Logo COP3530">
              <a:extLst>
                <a:ext uri="{FF2B5EF4-FFF2-40B4-BE49-F238E27FC236}">
                  <a16:creationId xmlns:a16="http://schemas.microsoft.com/office/drawing/2014/main" id="{574E75EE-5D02-CE51-B86F-FBDFC4FE7AAB}"/>
                </a:ext>
              </a:extLst>
            </p:cNvPr>
            <p:cNvPicPr>
              <a:picLocks noChangeAspect="1"/>
            </p:cNvPicPr>
            <p:nvPr/>
          </p:nvPicPr>
          <p:blipFill rotWithShape="1">
            <a:blip r:embed="rId4"/>
            <a:srcRect t="1" b="20587"/>
            <a:stretch/>
          </p:blipFill>
          <p:spPr>
            <a:xfrm>
              <a:off x="11337354" y="6025684"/>
              <a:ext cx="841781" cy="465491"/>
            </a:xfrm>
            <a:prstGeom prst="rect">
              <a:avLst/>
            </a:prstGeom>
          </p:spPr>
        </p:pic>
      </p:grpSp>
    </p:spTree>
    <p:extLst>
      <p:ext uri="{BB962C8B-B14F-4D97-AF65-F5344CB8AC3E}">
        <p14:creationId xmlns:p14="http://schemas.microsoft.com/office/powerpoint/2010/main" val="342571839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98DF2D-4C21-45B7-8CEE-41E2C22A3166}"/>
              </a:ext>
            </a:extLst>
          </p:cNvPr>
          <p:cNvSpPr>
            <a:spLocks noGrp="1"/>
          </p:cNvSpPr>
          <p:nvPr>
            <p:ph type="title"/>
          </p:nvPr>
        </p:nvSpPr>
        <p:spPr/>
        <p:txBody>
          <a:bodyPr>
            <a:normAutofit fontScale="90000"/>
          </a:bodyPr>
          <a:lstStyle/>
          <a:p>
            <a:br>
              <a:rPr lang="en-US" dirty="0">
                <a:solidFill>
                  <a:schemeClr val="bg1"/>
                </a:solidFill>
                <a:latin typeface="Gotham Bold" pitchFamily="50" charset="0"/>
              </a:rPr>
            </a:br>
            <a:br>
              <a:rPr lang="en-US" dirty="0">
                <a:solidFill>
                  <a:schemeClr val="bg1"/>
                </a:solidFill>
                <a:latin typeface="Gotham Bold" pitchFamily="50" charset="0"/>
              </a:rPr>
            </a:br>
            <a:br>
              <a:rPr lang="en-US" dirty="0">
                <a:solidFill>
                  <a:schemeClr val="bg1"/>
                </a:solidFill>
                <a:latin typeface="Gotham Bold" pitchFamily="50" charset="0"/>
              </a:rPr>
            </a:br>
            <a:r>
              <a:rPr lang="en-US" dirty="0">
                <a:solidFill>
                  <a:schemeClr val="bg1"/>
                </a:solidFill>
                <a:latin typeface="Gotham Bold" pitchFamily="50" charset="0"/>
              </a:rPr>
              <a:t>Academic Dishonesty</a:t>
            </a:r>
            <a:br>
              <a:rPr lang="en-US" dirty="0">
                <a:solidFill>
                  <a:schemeClr val="bg1"/>
                </a:solidFill>
                <a:latin typeface="Gotham Bold" pitchFamily="50" charset="0"/>
              </a:rPr>
            </a:br>
            <a:br>
              <a:rPr lang="en-US" dirty="0">
                <a:solidFill>
                  <a:schemeClr val="bg1"/>
                </a:solidFill>
                <a:latin typeface="Gotham Bold" pitchFamily="50" charset="0"/>
              </a:rPr>
            </a:br>
            <a:br>
              <a:rPr lang="en-US" dirty="0">
                <a:solidFill>
                  <a:schemeClr val="bg1"/>
                </a:solidFill>
                <a:latin typeface="Gotham Bold" pitchFamily="50" charset="0"/>
              </a:rPr>
            </a:br>
            <a:endParaRPr lang="en-US" dirty="0">
              <a:solidFill>
                <a:schemeClr val="bg1"/>
              </a:solidFill>
              <a:latin typeface="Gotham Bold" pitchFamily="50" charset="0"/>
            </a:endParaRPr>
          </a:p>
        </p:txBody>
      </p:sp>
      <p:sp>
        <p:nvSpPr>
          <p:cNvPr id="3" name="Rectangle 2">
            <a:extLst>
              <a:ext uri="{FF2B5EF4-FFF2-40B4-BE49-F238E27FC236}">
                <a16:creationId xmlns:a16="http://schemas.microsoft.com/office/drawing/2014/main" id="{6583E0EE-6FC6-46B6-9E70-CEEDC8488177}"/>
              </a:ext>
            </a:extLst>
          </p:cNvPr>
          <p:cNvSpPr/>
          <p:nvPr/>
        </p:nvSpPr>
        <p:spPr>
          <a:xfrm>
            <a:off x="1026510" y="1606922"/>
            <a:ext cx="10766421" cy="4147289"/>
          </a:xfrm>
          <a:prstGeom prst="rect">
            <a:avLst/>
          </a:prstGeom>
        </p:spPr>
        <p:txBody>
          <a:bodyPr wrap="square">
            <a:spAutoFit/>
          </a:bodyPr>
          <a:lstStyle/>
          <a:p>
            <a:pPr>
              <a:lnSpc>
                <a:spcPct val="150000"/>
              </a:lnSpc>
            </a:pPr>
            <a:r>
              <a:rPr lang="en-US" sz="1600" dirty="0">
                <a:solidFill>
                  <a:srgbClr val="1D9EFF"/>
                </a:solidFill>
                <a:latin typeface="Calibri" panose="020F0502020204030204" pitchFamily="34" charset="0"/>
                <a:cs typeface="Calibri" panose="020F0502020204030204" pitchFamily="34" charset="0"/>
              </a:rPr>
              <a:t>Project 1 and 3: </a:t>
            </a:r>
          </a:p>
          <a:p>
            <a:pPr>
              <a:lnSpc>
                <a:spcPct val="150000"/>
              </a:lnSpc>
            </a:pPr>
            <a:endParaRPr lang="en-US" sz="500" dirty="0">
              <a:solidFill>
                <a:srgbClr val="1D9EFF"/>
              </a:solidFill>
              <a:latin typeface="Calibri" panose="020F0502020204030204" pitchFamily="34" charset="0"/>
              <a:cs typeface="Calibri" panose="020F0502020204030204" pitchFamily="34" charset="0"/>
            </a:endParaRPr>
          </a:p>
          <a:p>
            <a:pPr marL="342900" indent="-342900">
              <a:lnSpc>
                <a:spcPct val="150000"/>
              </a:lnSpc>
              <a:buFont typeface="Wingdings" panose="05000000000000000000" pitchFamily="2" charset="2"/>
              <a:buChar char="§"/>
            </a:pPr>
            <a:r>
              <a:rPr lang="en-US" sz="1600" dirty="0">
                <a:solidFill>
                  <a:srgbClr val="EB6E19"/>
                </a:solidFill>
                <a:latin typeface="Calibri" panose="020F0502020204030204" pitchFamily="34" charset="0"/>
                <a:cs typeface="Calibri" panose="020F0502020204030204" pitchFamily="34" charset="0"/>
              </a:rPr>
              <a:t>Work independently </a:t>
            </a:r>
          </a:p>
          <a:p>
            <a:pPr marL="342900" indent="-342900">
              <a:lnSpc>
                <a:spcPct val="150000"/>
              </a:lnSpc>
              <a:buFont typeface="Wingdings" panose="05000000000000000000" pitchFamily="2" charset="2"/>
              <a:buChar char="§"/>
            </a:pPr>
            <a:r>
              <a:rPr lang="en-US" sz="1600" dirty="0">
                <a:solidFill>
                  <a:schemeClr val="bg1"/>
                </a:solidFill>
                <a:latin typeface="Calibri" panose="020F0502020204030204" pitchFamily="34" charset="0"/>
                <a:cs typeface="Calibri" panose="020F0502020204030204" pitchFamily="34" charset="0"/>
              </a:rPr>
              <a:t>Discussion at the conceptual level is fine if you are stuck with no sharing/viewing of code</a:t>
            </a:r>
          </a:p>
          <a:p>
            <a:pPr>
              <a:lnSpc>
                <a:spcPct val="150000"/>
              </a:lnSpc>
            </a:pPr>
            <a:endParaRPr lang="en-US" sz="1600" dirty="0">
              <a:solidFill>
                <a:srgbClr val="EB6E19"/>
              </a:solidFill>
              <a:latin typeface="Calibri" panose="020F0502020204030204" pitchFamily="34" charset="0"/>
              <a:cs typeface="Calibri" panose="020F0502020204030204" pitchFamily="34" charset="0"/>
            </a:endParaRPr>
          </a:p>
          <a:p>
            <a:pPr marL="342900" indent="-342900">
              <a:lnSpc>
                <a:spcPct val="150000"/>
              </a:lnSpc>
              <a:buFont typeface="Wingdings" panose="05000000000000000000" pitchFamily="2" charset="2"/>
              <a:buChar char="§"/>
            </a:pPr>
            <a:r>
              <a:rPr lang="en-US" sz="1600" dirty="0">
                <a:solidFill>
                  <a:srgbClr val="EB6E19"/>
                </a:solidFill>
                <a:latin typeface="Calibri" panose="020F0502020204030204" pitchFamily="34" charset="0"/>
                <a:cs typeface="Calibri" panose="020F0502020204030204" pitchFamily="34" charset="0"/>
              </a:rPr>
              <a:t>You are allowed to </a:t>
            </a:r>
          </a:p>
          <a:p>
            <a:pPr marL="800100" lvl="1" indent="-342900">
              <a:lnSpc>
                <a:spcPct val="150000"/>
              </a:lnSpc>
              <a:buFont typeface="Wingdings" panose="05000000000000000000" pitchFamily="2" charset="2"/>
              <a:buChar char="§"/>
            </a:pPr>
            <a:r>
              <a:rPr lang="en-US" sz="1600" dirty="0">
                <a:solidFill>
                  <a:srgbClr val="EB6E19"/>
                </a:solidFill>
                <a:latin typeface="Calibri" panose="020F0502020204030204" pitchFamily="34" charset="0"/>
                <a:cs typeface="Calibri" panose="020F0502020204030204" pitchFamily="34" charset="0"/>
              </a:rPr>
              <a:t>discuss conceptually </a:t>
            </a:r>
            <a:r>
              <a:rPr lang="en-US" sz="1600" dirty="0">
                <a:solidFill>
                  <a:schemeClr val="bg1"/>
                </a:solidFill>
                <a:latin typeface="Calibri" panose="020F0502020204030204" pitchFamily="34" charset="0"/>
                <a:cs typeface="Calibri" panose="020F0502020204030204" pitchFamily="34" charset="0"/>
              </a:rPr>
              <a:t>without discussing any code with a peer provided you cite the peer with who you discussed it. Such discussions should be held </a:t>
            </a:r>
            <a:r>
              <a:rPr lang="en-US" sz="1600" dirty="0">
                <a:solidFill>
                  <a:srgbClr val="EB6E19"/>
                </a:solidFill>
                <a:latin typeface="Calibri" panose="020F0502020204030204" pitchFamily="34" charset="0"/>
                <a:cs typeface="Calibri" panose="020F0502020204030204" pitchFamily="34" charset="0"/>
              </a:rPr>
              <a:t>on a whiteboard </a:t>
            </a:r>
            <a:r>
              <a:rPr lang="en-US" sz="1600" dirty="0">
                <a:solidFill>
                  <a:schemeClr val="bg1"/>
                </a:solidFill>
                <a:latin typeface="Calibri" panose="020F0502020204030204" pitchFamily="34" charset="0"/>
                <a:cs typeface="Calibri" panose="020F0502020204030204" pitchFamily="34" charset="0"/>
              </a:rPr>
              <a:t>using explanation figures/pseudo-codes or through talking.</a:t>
            </a:r>
          </a:p>
          <a:p>
            <a:pPr marL="800100" lvl="1" indent="-342900">
              <a:lnSpc>
                <a:spcPct val="150000"/>
              </a:lnSpc>
              <a:buFont typeface="Wingdings" panose="05000000000000000000" pitchFamily="2" charset="2"/>
              <a:buChar char="§"/>
            </a:pPr>
            <a:r>
              <a:rPr lang="en-US" sz="1600" dirty="0">
                <a:solidFill>
                  <a:schemeClr val="bg1"/>
                </a:solidFill>
                <a:latin typeface="Calibri" panose="020F0502020204030204" pitchFamily="34" charset="0"/>
                <a:cs typeface="Calibri" panose="020F0502020204030204" pitchFamily="34" charset="0"/>
              </a:rPr>
              <a:t>discuss </a:t>
            </a:r>
            <a:r>
              <a:rPr lang="en-US" sz="1600" dirty="0">
                <a:solidFill>
                  <a:srgbClr val="EB6E19"/>
                </a:solidFill>
                <a:latin typeface="Calibri" panose="020F0502020204030204" pitchFamily="34" charset="0"/>
                <a:cs typeface="Calibri" panose="020F0502020204030204" pitchFamily="34" charset="0"/>
              </a:rPr>
              <a:t>solutions after the due date and late days </a:t>
            </a:r>
            <a:r>
              <a:rPr lang="en-US" sz="1600" dirty="0">
                <a:solidFill>
                  <a:schemeClr val="bg1"/>
                </a:solidFill>
                <a:latin typeface="Calibri" panose="020F0502020204030204" pitchFamily="34" charset="0"/>
                <a:cs typeface="Calibri" panose="020F0502020204030204" pitchFamily="34" charset="0"/>
              </a:rPr>
              <a:t>have passed. </a:t>
            </a:r>
          </a:p>
          <a:p>
            <a:pPr marL="800100" lvl="1" indent="-342900">
              <a:lnSpc>
                <a:spcPct val="150000"/>
              </a:lnSpc>
              <a:buFont typeface="Wingdings" panose="05000000000000000000" pitchFamily="2" charset="2"/>
              <a:buChar char="§"/>
            </a:pPr>
            <a:r>
              <a:rPr lang="en-US" sz="1600" dirty="0">
                <a:solidFill>
                  <a:schemeClr val="bg1"/>
                </a:solidFill>
                <a:latin typeface="Calibri" panose="020F0502020204030204" pitchFamily="34" charset="0"/>
                <a:cs typeface="Calibri" panose="020F0502020204030204" pitchFamily="34" charset="0"/>
              </a:rPr>
              <a:t>search for C++ syntax or </a:t>
            </a:r>
            <a:r>
              <a:rPr lang="en-US" sz="1600" dirty="0">
                <a:solidFill>
                  <a:srgbClr val="EB6E19"/>
                </a:solidFill>
                <a:latin typeface="Calibri" panose="020F0502020204030204" pitchFamily="34" charset="0"/>
                <a:cs typeface="Calibri" panose="020F0502020204030204" pitchFamily="34" charset="0"/>
              </a:rPr>
              <a:t>refer to definitions of standard functions in the C++ library</a:t>
            </a:r>
            <a:r>
              <a:rPr lang="en-US" sz="1600" dirty="0">
                <a:solidFill>
                  <a:schemeClr val="bg1"/>
                </a:solidFill>
                <a:latin typeface="Calibri" panose="020F0502020204030204" pitchFamily="34" charset="0"/>
                <a:cs typeface="Calibri" panose="020F0502020204030204" pitchFamily="34" charset="0"/>
              </a:rPr>
              <a:t>. For example, using the documentation listed here is fine: https://www.cplusplus.com/reference/ or https://en.cppreference.com/w/ </a:t>
            </a:r>
          </a:p>
          <a:p>
            <a:endParaRPr lang="en-US" sz="1600" dirty="0">
              <a:solidFill>
                <a:srgbClr val="EB6E19"/>
              </a:solidFill>
              <a:latin typeface="Consolas" panose="020B0609020204030204" pitchFamily="49" charset="0"/>
            </a:endParaRPr>
          </a:p>
        </p:txBody>
      </p:sp>
      <p:sp>
        <p:nvSpPr>
          <p:cNvPr id="4" name="Slide Number Placeholder 3">
            <a:extLst>
              <a:ext uri="{FF2B5EF4-FFF2-40B4-BE49-F238E27FC236}">
                <a16:creationId xmlns:a16="http://schemas.microsoft.com/office/drawing/2014/main" id="{D7669F3B-E679-BBF5-1248-CE3327CABA3E}"/>
              </a:ext>
            </a:extLst>
          </p:cNvPr>
          <p:cNvSpPr>
            <a:spLocks noGrp="1"/>
          </p:cNvSpPr>
          <p:nvPr>
            <p:ph type="sldNum" sz="quarter" idx="12"/>
          </p:nvPr>
        </p:nvSpPr>
        <p:spPr/>
        <p:txBody>
          <a:bodyPr/>
          <a:lstStyle/>
          <a:p>
            <a:fld id="{017C28E0-2F8B-4999-AEA2-B3AA3AE8994F}" type="slidenum">
              <a:rPr lang="en-US" smtClean="0"/>
              <a:t>27</a:t>
            </a:fld>
            <a:endParaRPr lang="en-US"/>
          </a:p>
        </p:txBody>
      </p:sp>
      <p:grpSp>
        <p:nvGrpSpPr>
          <p:cNvPr id="5" name="Group 4">
            <a:extLst>
              <a:ext uri="{FF2B5EF4-FFF2-40B4-BE49-F238E27FC236}">
                <a16:creationId xmlns:a16="http://schemas.microsoft.com/office/drawing/2014/main" id="{CE35C385-B00B-65C8-7DF6-E18017BDC892}"/>
              </a:ext>
            </a:extLst>
          </p:cNvPr>
          <p:cNvGrpSpPr/>
          <p:nvPr/>
        </p:nvGrpSpPr>
        <p:grpSpPr>
          <a:xfrm>
            <a:off x="11317255" y="5989103"/>
            <a:ext cx="841781" cy="748032"/>
            <a:chOff x="11337354" y="6025684"/>
            <a:chExt cx="841781" cy="748032"/>
          </a:xfrm>
        </p:grpSpPr>
        <p:pic>
          <p:nvPicPr>
            <p:cNvPr id="6" name="Picture 5">
              <a:extLst>
                <a:ext uri="{FF2B5EF4-FFF2-40B4-BE49-F238E27FC236}">
                  <a16:creationId xmlns:a16="http://schemas.microsoft.com/office/drawing/2014/main" id="{D9C081BB-20B5-7812-DBAE-FD7AF758EBB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424975" y="6538912"/>
              <a:ext cx="666541" cy="234804"/>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descr="Logo COP3530">
              <a:extLst>
                <a:ext uri="{FF2B5EF4-FFF2-40B4-BE49-F238E27FC236}">
                  <a16:creationId xmlns:a16="http://schemas.microsoft.com/office/drawing/2014/main" id="{44A3556B-85BF-21C6-E39E-6F789F0DF66A}"/>
                </a:ext>
              </a:extLst>
            </p:cNvPr>
            <p:cNvPicPr>
              <a:picLocks noChangeAspect="1"/>
            </p:cNvPicPr>
            <p:nvPr/>
          </p:nvPicPr>
          <p:blipFill rotWithShape="1">
            <a:blip r:embed="rId4"/>
            <a:srcRect t="1" b="20587"/>
            <a:stretch/>
          </p:blipFill>
          <p:spPr>
            <a:xfrm>
              <a:off x="11337354" y="6025684"/>
              <a:ext cx="841781" cy="465491"/>
            </a:xfrm>
            <a:prstGeom prst="rect">
              <a:avLst/>
            </a:prstGeom>
          </p:spPr>
        </p:pic>
      </p:grpSp>
    </p:spTree>
    <p:extLst>
      <p:ext uri="{BB962C8B-B14F-4D97-AF65-F5344CB8AC3E}">
        <p14:creationId xmlns:p14="http://schemas.microsoft.com/office/powerpoint/2010/main" val="73276013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98DF2D-4C21-45B7-8CEE-41E2C22A3166}"/>
              </a:ext>
            </a:extLst>
          </p:cNvPr>
          <p:cNvSpPr>
            <a:spLocks noGrp="1"/>
          </p:cNvSpPr>
          <p:nvPr>
            <p:ph type="title"/>
          </p:nvPr>
        </p:nvSpPr>
        <p:spPr/>
        <p:txBody>
          <a:bodyPr>
            <a:normAutofit fontScale="90000"/>
          </a:bodyPr>
          <a:lstStyle/>
          <a:p>
            <a:br>
              <a:rPr lang="en-US" dirty="0">
                <a:solidFill>
                  <a:schemeClr val="bg1"/>
                </a:solidFill>
                <a:latin typeface="Gotham Bold" pitchFamily="50" charset="0"/>
              </a:rPr>
            </a:br>
            <a:br>
              <a:rPr lang="en-US" dirty="0">
                <a:solidFill>
                  <a:schemeClr val="bg1"/>
                </a:solidFill>
                <a:latin typeface="Gotham Bold" pitchFamily="50" charset="0"/>
              </a:rPr>
            </a:br>
            <a:br>
              <a:rPr lang="en-US" dirty="0">
                <a:solidFill>
                  <a:schemeClr val="bg1"/>
                </a:solidFill>
                <a:latin typeface="Gotham Bold" pitchFamily="50" charset="0"/>
              </a:rPr>
            </a:br>
            <a:r>
              <a:rPr lang="en-US" dirty="0">
                <a:solidFill>
                  <a:schemeClr val="bg1"/>
                </a:solidFill>
                <a:latin typeface="Gotham Bold" pitchFamily="50" charset="0"/>
              </a:rPr>
              <a:t>Academic Dishonesty</a:t>
            </a:r>
            <a:br>
              <a:rPr lang="en-US" dirty="0">
                <a:solidFill>
                  <a:schemeClr val="bg1"/>
                </a:solidFill>
                <a:latin typeface="Gotham Bold" pitchFamily="50" charset="0"/>
              </a:rPr>
            </a:br>
            <a:br>
              <a:rPr lang="en-US" dirty="0">
                <a:solidFill>
                  <a:schemeClr val="bg1"/>
                </a:solidFill>
                <a:latin typeface="Gotham Bold" pitchFamily="50" charset="0"/>
              </a:rPr>
            </a:br>
            <a:br>
              <a:rPr lang="en-US" dirty="0">
                <a:solidFill>
                  <a:schemeClr val="bg1"/>
                </a:solidFill>
                <a:latin typeface="Gotham Bold" pitchFamily="50" charset="0"/>
              </a:rPr>
            </a:br>
            <a:endParaRPr lang="en-US" dirty="0">
              <a:solidFill>
                <a:schemeClr val="bg1"/>
              </a:solidFill>
              <a:latin typeface="Gotham Bold" pitchFamily="50" charset="0"/>
            </a:endParaRPr>
          </a:p>
        </p:txBody>
      </p:sp>
      <p:sp>
        <p:nvSpPr>
          <p:cNvPr id="3" name="Rectangle 2">
            <a:extLst>
              <a:ext uri="{FF2B5EF4-FFF2-40B4-BE49-F238E27FC236}">
                <a16:creationId xmlns:a16="http://schemas.microsoft.com/office/drawing/2014/main" id="{6583E0EE-6FC6-46B6-9E70-CEEDC8488177}"/>
              </a:ext>
            </a:extLst>
          </p:cNvPr>
          <p:cNvSpPr/>
          <p:nvPr/>
        </p:nvSpPr>
        <p:spPr>
          <a:xfrm>
            <a:off x="1121790" y="1741112"/>
            <a:ext cx="10369484" cy="1760931"/>
          </a:xfrm>
          <a:prstGeom prst="rect">
            <a:avLst/>
          </a:prstGeom>
        </p:spPr>
        <p:txBody>
          <a:bodyPr wrap="square">
            <a:spAutoFit/>
          </a:bodyPr>
          <a:lstStyle/>
          <a:p>
            <a:pPr>
              <a:lnSpc>
                <a:spcPct val="150000"/>
              </a:lnSpc>
            </a:pPr>
            <a:r>
              <a:rPr lang="en-US" sz="1600" dirty="0">
                <a:solidFill>
                  <a:srgbClr val="1D9EFF"/>
                </a:solidFill>
                <a:latin typeface="Calibri" panose="020F0502020204030204" pitchFamily="34" charset="0"/>
                <a:cs typeface="Calibri" panose="020F0502020204030204" pitchFamily="34" charset="0"/>
              </a:rPr>
              <a:t>Project 2 and </a:t>
            </a:r>
            <a:r>
              <a:rPr lang="en-US" sz="1600" dirty="0" err="1">
                <a:solidFill>
                  <a:srgbClr val="1D9EFF"/>
                </a:solidFill>
                <a:latin typeface="Calibri" panose="020F0502020204030204" pitchFamily="34" charset="0"/>
                <a:cs typeface="Calibri" panose="020F0502020204030204" pitchFamily="34" charset="0"/>
              </a:rPr>
              <a:t>Edugator</a:t>
            </a:r>
            <a:r>
              <a:rPr lang="en-US" sz="1600" dirty="0">
                <a:solidFill>
                  <a:srgbClr val="1D9EFF"/>
                </a:solidFill>
                <a:latin typeface="Calibri" panose="020F0502020204030204" pitchFamily="34" charset="0"/>
                <a:cs typeface="Calibri" panose="020F0502020204030204" pitchFamily="34" charset="0"/>
              </a:rPr>
              <a:t> ungraded questions: </a:t>
            </a:r>
          </a:p>
          <a:p>
            <a:pPr>
              <a:lnSpc>
                <a:spcPct val="150000"/>
              </a:lnSpc>
            </a:pPr>
            <a:endParaRPr lang="en-US" sz="1000" dirty="0">
              <a:solidFill>
                <a:srgbClr val="1D9EFF"/>
              </a:solidFill>
              <a:latin typeface="Calibri" panose="020F0502020204030204" pitchFamily="34" charset="0"/>
              <a:cs typeface="Calibri" panose="020F0502020204030204" pitchFamily="34" charset="0"/>
            </a:endParaRPr>
          </a:p>
          <a:p>
            <a:pPr marL="342900" indent="-342900">
              <a:lnSpc>
                <a:spcPct val="150000"/>
              </a:lnSpc>
              <a:buFont typeface="Wingdings" panose="05000000000000000000" pitchFamily="2" charset="2"/>
              <a:buChar char="§"/>
            </a:pPr>
            <a:r>
              <a:rPr lang="en-US" sz="1600" dirty="0">
                <a:solidFill>
                  <a:schemeClr val="bg1"/>
                </a:solidFill>
                <a:latin typeface="Calibri" panose="020F0502020204030204" pitchFamily="34" charset="0"/>
                <a:cs typeface="Calibri" panose="020F0502020204030204" pitchFamily="34" charset="0"/>
              </a:rPr>
              <a:t>It is fine to </a:t>
            </a:r>
            <a:r>
              <a:rPr lang="en-US" sz="1600" dirty="0">
                <a:solidFill>
                  <a:srgbClr val="EB6E19"/>
                </a:solidFill>
                <a:latin typeface="Calibri" panose="020F0502020204030204" pitchFamily="34" charset="0"/>
                <a:cs typeface="Calibri" panose="020F0502020204030204" pitchFamily="34" charset="0"/>
              </a:rPr>
              <a:t>collaborate with peers. </a:t>
            </a:r>
            <a:r>
              <a:rPr lang="en-US" sz="1600" dirty="0">
                <a:solidFill>
                  <a:schemeClr val="bg1"/>
                </a:solidFill>
                <a:latin typeface="Calibri" panose="020F0502020204030204" pitchFamily="34" charset="0"/>
                <a:cs typeface="Calibri" panose="020F0502020204030204" pitchFamily="34" charset="0"/>
              </a:rPr>
              <a:t>You must make sure you are not blindly copy-pasting another student’s code. Also, </a:t>
            </a:r>
            <a:r>
              <a:rPr lang="en-US" sz="1600" dirty="0">
                <a:solidFill>
                  <a:srgbClr val="EB6E19"/>
                </a:solidFill>
                <a:latin typeface="Calibri" panose="020F0502020204030204" pitchFamily="34" charset="0"/>
                <a:cs typeface="Calibri" panose="020F0502020204030204" pitchFamily="34" charset="0"/>
              </a:rPr>
              <a:t>you must cite the peer you worked </a:t>
            </a:r>
            <a:r>
              <a:rPr lang="en-US" sz="1600" dirty="0">
                <a:solidFill>
                  <a:schemeClr val="bg1"/>
                </a:solidFill>
                <a:latin typeface="Calibri" panose="020F0502020204030204" pitchFamily="34" charset="0"/>
                <a:cs typeface="Calibri" panose="020F0502020204030204" pitchFamily="34" charset="0"/>
              </a:rPr>
              <a:t>with at the code level or conceptually. </a:t>
            </a:r>
          </a:p>
          <a:p>
            <a:pPr>
              <a:lnSpc>
                <a:spcPct val="150000"/>
              </a:lnSpc>
            </a:pPr>
            <a:endParaRPr lang="en-US" sz="1600" dirty="0">
              <a:solidFill>
                <a:srgbClr val="EB6E19"/>
              </a:solidFill>
              <a:latin typeface="Consolas" panose="020B0609020204030204" pitchFamily="49" charset="0"/>
            </a:endParaRPr>
          </a:p>
        </p:txBody>
      </p:sp>
      <p:sp>
        <p:nvSpPr>
          <p:cNvPr id="4" name="Slide Number Placeholder 3">
            <a:extLst>
              <a:ext uri="{FF2B5EF4-FFF2-40B4-BE49-F238E27FC236}">
                <a16:creationId xmlns:a16="http://schemas.microsoft.com/office/drawing/2014/main" id="{3C26C2AD-C421-5208-54A8-28C8B8C54956}"/>
              </a:ext>
            </a:extLst>
          </p:cNvPr>
          <p:cNvSpPr>
            <a:spLocks noGrp="1"/>
          </p:cNvSpPr>
          <p:nvPr>
            <p:ph type="sldNum" sz="quarter" idx="12"/>
          </p:nvPr>
        </p:nvSpPr>
        <p:spPr/>
        <p:txBody>
          <a:bodyPr/>
          <a:lstStyle/>
          <a:p>
            <a:fld id="{017C28E0-2F8B-4999-AEA2-B3AA3AE8994F}" type="slidenum">
              <a:rPr lang="en-US" smtClean="0"/>
              <a:t>28</a:t>
            </a:fld>
            <a:endParaRPr lang="en-US"/>
          </a:p>
        </p:txBody>
      </p:sp>
      <p:grpSp>
        <p:nvGrpSpPr>
          <p:cNvPr id="5" name="Group 4">
            <a:extLst>
              <a:ext uri="{FF2B5EF4-FFF2-40B4-BE49-F238E27FC236}">
                <a16:creationId xmlns:a16="http://schemas.microsoft.com/office/drawing/2014/main" id="{44B8973C-2F56-DD6D-048D-5F2A353E0B7B}"/>
              </a:ext>
            </a:extLst>
          </p:cNvPr>
          <p:cNvGrpSpPr/>
          <p:nvPr/>
        </p:nvGrpSpPr>
        <p:grpSpPr>
          <a:xfrm>
            <a:off x="11317255" y="5989103"/>
            <a:ext cx="841781" cy="748032"/>
            <a:chOff x="11337354" y="6025684"/>
            <a:chExt cx="841781" cy="748032"/>
          </a:xfrm>
        </p:grpSpPr>
        <p:pic>
          <p:nvPicPr>
            <p:cNvPr id="6" name="Picture 5">
              <a:extLst>
                <a:ext uri="{FF2B5EF4-FFF2-40B4-BE49-F238E27FC236}">
                  <a16:creationId xmlns:a16="http://schemas.microsoft.com/office/drawing/2014/main" id="{92A10AE0-95ED-3B69-80D7-225B0A55FF5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424975" y="6538912"/>
              <a:ext cx="666541" cy="234804"/>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descr="Logo COP3530">
              <a:extLst>
                <a:ext uri="{FF2B5EF4-FFF2-40B4-BE49-F238E27FC236}">
                  <a16:creationId xmlns:a16="http://schemas.microsoft.com/office/drawing/2014/main" id="{E71DAF29-A3C4-FCB0-62C0-6CB97AAF265B}"/>
                </a:ext>
              </a:extLst>
            </p:cNvPr>
            <p:cNvPicPr>
              <a:picLocks noChangeAspect="1"/>
            </p:cNvPicPr>
            <p:nvPr/>
          </p:nvPicPr>
          <p:blipFill rotWithShape="1">
            <a:blip r:embed="rId4"/>
            <a:srcRect t="1" b="20587"/>
            <a:stretch/>
          </p:blipFill>
          <p:spPr>
            <a:xfrm>
              <a:off x="11337354" y="6025684"/>
              <a:ext cx="841781" cy="465491"/>
            </a:xfrm>
            <a:prstGeom prst="rect">
              <a:avLst/>
            </a:prstGeom>
          </p:spPr>
        </p:pic>
      </p:grpSp>
    </p:spTree>
    <p:extLst>
      <p:ext uri="{BB962C8B-B14F-4D97-AF65-F5344CB8AC3E}">
        <p14:creationId xmlns:p14="http://schemas.microsoft.com/office/powerpoint/2010/main" val="59636813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98DF2D-4C21-45B7-8CEE-41E2C22A3166}"/>
              </a:ext>
            </a:extLst>
          </p:cNvPr>
          <p:cNvSpPr>
            <a:spLocks noGrp="1"/>
          </p:cNvSpPr>
          <p:nvPr>
            <p:ph type="title"/>
          </p:nvPr>
        </p:nvSpPr>
        <p:spPr/>
        <p:txBody>
          <a:bodyPr>
            <a:normAutofit fontScale="90000"/>
          </a:bodyPr>
          <a:lstStyle/>
          <a:p>
            <a:br>
              <a:rPr lang="en-US" dirty="0">
                <a:solidFill>
                  <a:schemeClr val="bg1"/>
                </a:solidFill>
                <a:latin typeface="Gotham Bold" pitchFamily="50" charset="0"/>
              </a:rPr>
            </a:br>
            <a:br>
              <a:rPr lang="en-US" dirty="0">
                <a:solidFill>
                  <a:schemeClr val="bg1"/>
                </a:solidFill>
                <a:latin typeface="Gotham Bold" pitchFamily="50" charset="0"/>
              </a:rPr>
            </a:br>
            <a:br>
              <a:rPr lang="en-US" dirty="0">
                <a:solidFill>
                  <a:schemeClr val="bg1"/>
                </a:solidFill>
                <a:latin typeface="Gotham Bold" pitchFamily="50" charset="0"/>
              </a:rPr>
            </a:br>
            <a:r>
              <a:rPr lang="en-US" dirty="0">
                <a:solidFill>
                  <a:schemeClr val="bg1"/>
                </a:solidFill>
                <a:latin typeface="Gotham Bold" pitchFamily="50" charset="0"/>
              </a:rPr>
              <a:t>Academic Dishonesty and GenAI policy</a:t>
            </a:r>
            <a:br>
              <a:rPr lang="en-US" dirty="0">
                <a:solidFill>
                  <a:schemeClr val="bg1"/>
                </a:solidFill>
                <a:latin typeface="Gotham Bold" pitchFamily="50" charset="0"/>
              </a:rPr>
            </a:br>
            <a:br>
              <a:rPr lang="en-US" dirty="0">
                <a:solidFill>
                  <a:schemeClr val="bg1"/>
                </a:solidFill>
                <a:latin typeface="Gotham Bold" pitchFamily="50" charset="0"/>
              </a:rPr>
            </a:br>
            <a:br>
              <a:rPr lang="en-US" dirty="0">
                <a:solidFill>
                  <a:schemeClr val="bg1"/>
                </a:solidFill>
                <a:latin typeface="Gotham Bold" pitchFamily="50" charset="0"/>
              </a:rPr>
            </a:br>
            <a:endParaRPr lang="en-US" dirty="0">
              <a:solidFill>
                <a:schemeClr val="bg1"/>
              </a:solidFill>
              <a:latin typeface="Gotham Bold" pitchFamily="50" charset="0"/>
            </a:endParaRPr>
          </a:p>
        </p:txBody>
      </p:sp>
      <p:sp>
        <p:nvSpPr>
          <p:cNvPr id="3" name="Rectangle 2">
            <a:extLst>
              <a:ext uri="{FF2B5EF4-FFF2-40B4-BE49-F238E27FC236}">
                <a16:creationId xmlns:a16="http://schemas.microsoft.com/office/drawing/2014/main" id="{6583E0EE-6FC6-46B6-9E70-CEEDC8488177}"/>
              </a:ext>
            </a:extLst>
          </p:cNvPr>
          <p:cNvSpPr/>
          <p:nvPr/>
        </p:nvSpPr>
        <p:spPr>
          <a:xfrm>
            <a:off x="1093509" y="1741112"/>
            <a:ext cx="10397765" cy="4139595"/>
          </a:xfrm>
          <a:prstGeom prst="rect">
            <a:avLst/>
          </a:prstGeom>
        </p:spPr>
        <p:txBody>
          <a:bodyPr wrap="square">
            <a:spAutoFit/>
          </a:bodyPr>
          <a:lstStyle/>
          <a:p>
            <a:pPr marL="342900" indent="-342900">
              <a:buFont typeface="Wingdings" panose="05000000000000000000" pitchFamily="2" charset="2"/>
              <a:buChar char="§"/>
            </a:pPr>
            <a:r>
              <a:rPr lang="en-US" sz="1600" dirty="0">
                <a:solidFill>
                  <a:srgbClr val="EB6E19"/>
                </a:solidFill>
                <a:latin typeface="Calibri" panose="020F0502020204030204" pitchFamily="34" charset="0"/>
                <a:cs typeface="Calibri" panose="020F0502020204030204" pitchFamily="34" charset="0"/>
              </a:rPr>
              <a:t>Sharing, copying, “borrowing” code, viewing another student’s work, or plagiarism of any form is academic dishonesty</a:t>
            </a:r>
            <a:r>
              <a:rPr lang="en-US" sz="1600" dirty="0">
                <a:solidFill>
                  <a:srgbClr val="1D9EFF"/>
                </a:solidFill>
                <a:latin typeface="Calibri" panose="020F0502020204030204" pitchFamily="34" charset="0"/>
                <a:cs typeface="Calibri" panose="020F0502020204030204" pitchFamily="34" charset="0"/>
              </a:rPr>
              <a:t>. You may not view or share external code, search for solutions online, use </a:t>
            </a:r>
            <a:r>
              <a:rPr lang="en-US" sz="1600" dirty="0" err="1">
                <a:solidFill>
                  <a:srgbClr val="1D9EFF"/>
                </a:solidFill>
                <a:latin typeface="Calibri" panose="020F0502020204030204" pitchFamily="34" charset="0"/>
                <a:cs typeface="Calibri" panose="020F0502020204030204" pitchFamily="34" charset="0"/>
              </a:rPr>
              <a:t>genAI</a:t>
            </a:r>
            <a:r>
              <a:rPr lang="en-US" sz="1600" dirty="0">
                <a:solidFill>
                  <a:srgbClr val="1D9EFF"/>
                </a:solidFill>
                <a:latin typeface="Calibri" panose="020F0502020204030204" pitchFamily="34" charset="0"/>
                <a:cs typeface="Calibri" panose="020F0502020204030204" pitchFamily="34" charset="0"/>
              </a:rPr>
              <a:t> tools such as ChatGPT to generate entire functions/programs, use AI tools to write/translate reports, or have someone else complete your work.</a:t>
            </a:r>
          </a:p>
          <a:p>
            <a:pPr marL="342900" indent="-342900">
              <a:buFont typeface="Wingdings" panose="05000000000000000000" pitchFamily="2" charset="2"/>
              <a:buChar char="§"/>
            </a:pPr>
            <a:endParaRPr lang="en-US" sz="1600" dirty="0">
              <a:solidFill>
                <a:srgbClr val="1D9EFF"/>
              </a:solidFill>
              <a:latin typeface="Calibri" panose="020F0502020204030204" pitchFamily="34" charset="0"/>
              <a:cs typeface="Calibri" panose="020F0502020204030204" pitchFamily="34" charset="0"/>
            </a:endParaRPr>
          </a:p>
          <a:p>
            <a:pPr marL="342900" indent="-342900">
              <a:buFont typeface="Wingdings" panose="05000000000000000000" pitchFamily="2" charset="2"/>
              <a:buChar char="§"/>
            </a:pPr>
            <a:r>
              <a:rPr lang="en-US" sz="1600" dirty="0">
                <a:solidFill>
                  <a:srgbClr val="1D9EFF"/>
                </a:solidFill>
                <a:latin typeface="Calibri" panose="020F0502020204030204" pitchFamily="34" charset="0"/>
                <a:cs typeface="Calibri" panose="020F0502020204030204" pitchFamily="34" charset="0"/>
              </a:rPr>
              <a:t>AI tools may be used for learning concepts or subtasks, but not to produce solutions for quizzes, exams, or projects. </a:t>
            </a:r>
            <a:r>
              <a:rPr lang="en-US" sz="1600" dirty="0">
                <a:solidFill>
                  <a:srgbClr val="EB6E19"/>
                </a:solidFill>
                <a:latin typeface="Calibri" panose="020F0502020204030204" pitchFamily="34" charset="0"/>
                <a:cs typeface="Calibri" panose="020F0502020204030204" pitchFamily="34" charset="0"/>
              </a:rPr>
              <a:t>If</a:t>
            </a:r>
            <a:r>
              <a:rPr lang="en-US" sz="1600" dirty="0">
                <a:solidFill>
                  <a:srgbClr val="1D9EFF"/>
                </a:solidFill>
                <a:latin typeface="Calibri" panose="020F0502020204030204" pitchFamily="34" charset="0"/>
                <a:cs typeface="Calibri" panose="020F0502020204030204" pitchFamily="34" charset="0"/>
              </a:rPr>
              <a:t> GenAI tools are </a:t>
            </a:r>
            <a:r>
              <a:rPr lang="en-US" sz="1600" dirty="0">
                <a:solidFill>
                  <a:srgbClr val="EB6E19"/>
                </a:solidFill>
                <a:latin typeface="Calibri" panose="020F0502020204030204" pitchFamily="34" charset="0"/>
                <a:cs typeface="Calibri" panose="020F0502020204030204" pitchFamily="34" charset="0"/>
              </a:rPr>
              <a:t>used</a:t>
            </a:r>
            <a:r>
              <a:rPr lang="en-US" sz="1600" dirty="0">
                <a:solidFill>
                  <a:srgbClr val="1D9EFF"/>
                </a:solidFill>
                <a:latin typeface="Calibri" panose="020F0502020204030204" pitchFamily="34" charset="0"/>
                <a:cs typeface="Calibri" panose="020F0502020204030204" pitchFamily="34" charset="0"/>
              </a:rPr>
              <a:t> for learning, you must </a:t>
            </a:r>
            <a:r>
              <a:rPr lang="en-US" sz="1600" dirty="0">
                <a:solidFill>
                  <a:srgbClr val="EB6E19"/>
                </a:solidFill>
                <a:latin typeface="Calibri" panose="020F0502020204030204" pitchFamily="34" charset="0"/>
                <a:cs typeface="Calibri" panose="020F0502020204030204" pitchFamily="34" charset="0"/>
              </a:rPr>
              <a:t>cite the tool, model, and prompt.</a:t>
            </a:r>
          </a:p>
          <a:p>
            <a:endParaRPr lang="en-US" sz="1400" dirty="0">
              <a:solidFill>
                <a:schemeClr val="bg1"/>
              </a:solidFill>
              <a:latin typeface="Calibri" panose="020F0502020204030204" pitchFamily="34" charset="0"/>
              <a:cs typeface="Calibri" panose="020F0502020204030204" pitchFamily="34" charset="0"/>
            </a:endParaRPr>
          </a:p>
          <a:p>
            <a:pPr marL="342900" indent="-342900">
              <a:buFont typeface="Wingdings" panose="05000000000000000000" pitchFamily="2" charset="2"/>
              <a:buChar char="§"/>
            </a:pPr>
            <a:r>
              <a:rPr lang="en-US" sz="1600" dirty="0">
                <a:solidFill>
                  <a:srgbClr val="1D9EFF"/>
                </a:solidFill>
                <a:latin typeface="Calibri" panose="020F0502020204030204" pitchFamily="34" charset="0"/>
                <a:cs typeface="Calibri" panose="020F0502020204030204" pitchFamily="34" charset="0"/>
              </a:rPr>
              <a:t>Penalty</a:t>
            </a:r>
          </a:p>
          <a:p>
            <a:pPr marL="342900" indent="-342900">
              <a:buFont typeface="Wingdings" panose="05000000000000000000" pitchFamily="2" charset="2"/>
              <a:buChar char="§"/>
            </a:pPr>
            <a:endParaRPr lang="en-US" sz="900" dirty="0">
              <a:solidFill>
                <a:srgbClr val="0079D4"/>
              </a:solidFill>
              <a:latin typeface="Calibri" panose="020F0502020204030204" pitchFamily="34" charset="0"/>
              <a:cs typeface="Calibri" panose="020F0502020204030204" pitchFamily="34" charset="0"/>
            </a:endParaRPr>
          </a:p>
          <a:p>
            <a:pPr marL="800100" lvl="1" indent="-342900">
              <a:buFont typeface="Wingdings" panose="05000000000000000000" pitchFamily="2" charset="2"/>
              <a:buChar char="§"/>
            </a:pPr>
            <a:r>
              <a:rPr lang="en-US" sz="1600" dirty="0">
                <a:solidFill>
                  <a:srgbClr val="EB6E19"/>
                </a:solidFill>
                <a:latin typeface="Calibri" panose="020F0502020204030204" pitchFamily="34" charset="0"/>
                <a:cs typeface="Calibri" panose="020F0502020204030204" pitchFamily="34" charset="0"/>
              </a:rPr>
              <a:t>reported to the Honor Court </a:t>
            </a:r>
          </a:p>
          <a:p>
            <a:pPr marL="800100" lvl="1" indent="-342900">
              <a:buFont typeface="Wingdings" panose="05000000000000000000" pitchFamily="2" charset="2"/>
              <a:buChar char="§"/>
            </a:pPr>
            <a:r>
              <a:rPr lang="en-US" sz="1600" dirty="0">
                <a:solidFill>
                  <a:srgbClr val="EB6E19"/>
                </a:solidFill>
                <a:latin typeface="Calibri" panose="020F0502020204030204" pitchFamily="34" charset="0"/>
                <a:cs typeface="Calibri" panose="020F0502020204030204" pitchFamily="34" charset="0"/>
              </a:rPr>
              <a:t>E grade for the course</a:t>
            </a:r>
          </a:p>
          <a:p>
            <a:pPr marL="800100" lvl="1" indent="-342900">
              <a:buFont typeface="Wingdings" panose="05000000000000000000" pitchFamily="2" charset="2"/>
              <a:buChar char="§"/>
            </a:pPr>
            <a:endParaRPr lang="en-US" sz="1600" dirty="0">
              <a:solidFill>
                <a:srgbClr val="EB6E19"/>
              </a:solidFill>
              <a:latin typeface="Calibri" panose="020F0502020204030204" pitchFamily="34" charset="0"/>
              <a:cs typeface="Calibri" panose="020F0502020204030204" pitchFamily="34" charset="0"/>
            </a:endParaRPr>
          </a:p>
          <a:p>
            <a:pPr marL="342900" indent="-342900">
              <a:buFont typeface="Wingdings" panose="05000000000000000000" pitchFamily="2" charset="2"/>
              <a:buChar char="§"/>
            </a:pPr>
            <a:r>
              <a:rPr lang="en-US" sz="1600" dirty="0">
                <a:solidFill>
                  <a:srgbClr val="1D9EFF"/>
                </a:solidFill>
                <a:latin typeface="Calibri" panose="020F0502020204030204" pitchFamily="34" charset="0"/>
                <a:cs typeface="Calibri" panose="020F0502020204030204" pitchFamily="34" charset="0"/>
              </a:rPr>
              <a:t>Regret Clause: </a:t>
            </a:r>
          </a:p>
          <a:p>
            <a:pPr marL="800100" lvl="1" indent="-342900">
              <a:buFont typeface="Wingdings" panose="05000000000000000000" pitchFamily="2" charset="2"/>
              <a:buChar char="§"/>
            </a:pPr>
            <a:r>
              <a:rPr lang="en-US" sz="1600" dirty="0">
                <a:solidFill>
                  <a:srgbClr val="EB6E19"/>
                </a:solidFill>
                <a:latin typeface="Calibri" panose="020F0502020204030204" pitchFamily="34" charset="0"/>
                <a:cs typeface="Calibri" panose="020F0502020204030204" pitchFamily="34" charset="0"/>
              </a:rPr>
              <a:t>If you submit an assignment, in which you engaged in some of the unacceptable practices, you may bring it to my attention by emailing me and withdrawing your assignment within 48 hours of the submission. If you do so, I will assign a failing grade of 0 for the assignment, and you will not be reported to the administration.</a:t>
            </a:r>
          </a:p>
          <a:p>
            <a:pPr marL="800100" lvl="1" indent="-342900">
              <a:buFont typeface="Wingdings" panose="05000000000000000000" pitchFamily="2" charset="2"/>
              <a:buChar char="§"/>
            </a:pPr>
            <a:endParaRPr lang="en-US" sz="1600" dirty="0">
              <a:solidFill>
                <a:srgbClr val="EB6E19"/>
              </a:solidFill>
              <a:latin typeface="Calibri" panose="020F0502020204030204" pitchFamily="34" charset="0"/>
              <a:cs typeface="Calibri" panose="020F0502020204030204" pitchFamily="34" charset="0"/>
            </a:endParaRPr>
          </a:p>
        </p:txBody>
      </p:sp>
      <p:sp>
        <p:nvSpPr>
          <p:cNvPr id="4" name="Slide Number Placeholder 3">
            <a:extLst>
              <a:ext uri="{FF2B5EF4-FFF2-40B4-BE49-F238E27FC236}">
                <a16:creationId xmlns:a16="http://schemas.microsoft.com/office/drawing/2014/main" id="{AE54122B-2100-1100-5902-4CB6CD0FBFF5}"/>
              </a:ext>
            </a:extLst>
          </p:cNvPr>
          <p:cNvSpPr>
            <a:spLocks noGrp="1"/>
          </p:cNvSpPr>
          <p:nvPr>
            <p:ph type="sldNum" sz="quarter" idx="12"/>
          </p:nvPr>
        </p:nvSpPr>
        <p:spPr/>
        <p:txBody>
          <a:bodyPr/>
          <a:lstStyle/>
          <a:p>
            <a:fld id="{017C28E0-2F8B-4999-AEA2-B3AA3AE8994F}" type="slidenum">
              <a:rPr lang="en-US" smtClean="0"/>
              <a:t>29</a:t>
            </a:fld>
            <a:endParaRPr lang="en-US"/>
          </a:p>
        </p:txBody>
      </p:sp>
      <p:grpSp>
        <p:nvGrpSpPr>
          <p:cNvPr id="5" name="Group 4">
            <a:extLst>
              <a:ext uri="{FF2B5EF4-FFF2-40B4-BE49-F238E27FC236}">
                <a16:creationId xmlns:a16="http://schemas.microsoft.com/office/drawing/2014/main" id="{DC039151-402C-EF81-BEA7-A78ED998F972}"/>
              </a:ext>
            </a:extLst>
          </p:cNvPr>
          <p:cNvGrpSpPr/>
          <p:nvPr/>
        </p:nvGrpSpPr>
        <p:grpSpPr>
          <a:xfrm>
            <a:off x="11317255" y="5989103"/>
            <a:ext cx="841781" cy="748032"/>
            <a:chOff x="11337354" y="6025684"/>
            <a:chExt cx="841781" cy="748032"/>
          </a:xfrm>
        </p:grpSpPr>
        <p:pic>
          <p:nvPicPr>
            <p:cNvPr id="6" name="Picture 5">
              <a:extLst>
                <a:ext uri="{FF2B5EF4-FFF2-40B4-BE49-F238E27FC236}">
                  <a16:creationId xmlns:a16="http://schemas.microsoft.com/office/drawing/2014/main" id="{F065AD64-F1DE-42C9-80A3-618852DC419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424975" y="6538912"/>
              <a:ext cx="666541" cy="234804"/>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descr="Logo COP3530">
              <a:extLst>
                <a:ext uri="{FF2B5EF4-FFF2-40B4-BE49-F238E27FC236}">
                  <a16:creationId xmlns:a16="http://schemas.microsoft.com/office/drawing/2014/main" id="{96A93361-7E56-C7D7-151B-58B7AA86E749}"/>
                </a:ext>
              </a:extLst>
            </p:cNvPr>
            <p:cNvPicPr>
              <a:picLocks noChangeAspect="1"/>
            </p:cNvPicPr>
            <p:nvPr/>
          </p:nvPicPr>
          <p:blipFill rotWithShape="1">
            <a:blip r:embed="rId4"/>
            <a:srcRect t="1" b="20587"/>
            <a:stretch/>
          </p:blipFill>
          <p:spPr>
            <a:xfrm>
              <a:off x="11337354" y="6025684"/>
              <a:ext cx="841781" cy="465491"/>
            </a:xfrm>
            <a:prstGeom prst="rect">
              <a:avLst/>
            </a:prstGeom>
          </p:spPr>
        </p:pic>
      </p:grpSp>
    </p:spTree>
    <p:extLst>
      <p:ext uri="{BB962C8B-B14F-4D97-AF65-F5344CB8AC3E}">
        <p14:creationId xmlns:p14="http://schemas.microsoft.com/office/powerpoint/2010/main" val="198059827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98DF2D-4C21-45B7-8CEE-41E2C22A3166}"/>
              </a:ext>
            </a:extLst>
          </p:cNvPr>
          <p:cNvSpPr>
            <a:spLocks noGrp="1"/>
          </p:cNvSpPr>
          <p:nvPr>
            <p:ph type="title"/>
          </p:nvPr>
        </p:nvSpPr>
        <p:spPr/>
        <p:txBody>
          <a:bodyPr>
            <a:normAutofit fontScale="90000"/>
          </a:bodyPr>
          <a:lstStyle/>
          <a:p>
            <a:br>
              <a:rPr lang="en-US" dirty="0">
                <a:solidFill>
                  <a:schemeClr val="bg1"/>
                </a:solidFill>
                <a:latin typeface="Gotham Bold" pitchFamily="50" charset="0"/>
              </a:rPr>
            </a:br>
            <a:br>
              <a:rPr lang="en-US" dirty="0">
                <a:solidFill>
                  <a:schemeClr val="bg1"/>
                </a:solidFill>
                <a:latin typeface="Gotham Bold" pitchFamily="50" charset="0"/>
              </a:rPr>
            </a:br>
            <a:br>
              <a:rPr lang="en-US" dirty="0">
                <a:solidFill>
                  <a:schemeClr val="bg1"/>
                </a:solidFill>
                <a:latin typeface="Gotham Bold" pitchFamily="50" charset="0"/>
              </a:rPr>
            </a:br>
            <a:r>
              <a:rPr lang="en-US" dirty="0">
                <a:solidFill>
                  <a:schemeClr val="bg1"/>
                </a:solidFill>
                <a:latin typeface="Gotham Bold" pitchFamily="50" charset="0"/>
              </a:rPr>
              <a:t>Request for Extensions</a:t>
            </a:r>
            <a:br>
              <a:rPr lang="en-US" dirty="0">
                <a:solidFill>
                  <a:schemeClr val="bg1"/>
                </a:solidFill>
                <a:latin typeface="Gotham Bold" pitchFamily="50" charset="0"/>
              </a:rPr>
            </a:br>
            <a:br>
              <a:rPr lang="en-US" dirty="0">
                <a:solidFill>
                  <a:schemeClr val="bg1"/>
                </a:solidFill>
                <a:latin typeface="Gotham Bold" pitchFamily="50" charset="0"/>
              </a:rPr>
            </a:br>
            <a:br>
              <a:rPr lang="en-US" dirty="0">
                <a:solidFill>
                  <a:schemeClr val="bg1"/>
                </a:solidFill>
                <a:latin typeface="Gotham Bold" pitchFamily="50" charset="0"/>
              </a:rPr>
            </a:br>
            <a:endParaRPr lang="en-US" dirty="0">
              <a:solidFill>
                <a:schemeClr val="bg1"/>
              </a:solidFill>
              <a:latin typeface="Gotham Bold" pitchFamily="50" charset="0"/>
            </a:endParaRPr>
          </a:p>
        </p:txBody>
      </p:sp>
      <p:sp>
        <p:nvSpPr>
          <p:cNvPr id="3" name="Rectangle 2">
            <a:extLst>
              <a:ext uri="{FF2B5EF4-FFF2-40B4-BE49-F238E27FC236}">
                <a16:creationId xmlns:a16="http://schemas.microsoft.com/office/drawing/2014/main" id="{6583E0EE-6FC6-46B6-9E70-CEEDC8488177}"/>
              </a:ext>
            </a:extLst>
          </p:cNvPr>
          <p:cNvSpPr/>
          <p:nvPr/>
        </p:nvSpPr>
        <p:spPr>
          <a:xfrm>
            <a:off x="1093509" y="1741112"/>
            <a:ext cx="10397765" cy="3539430"/>
          </a:xfrm>
          <a:prstGeom prst="rect">
            <a:avLst/>
          </a:prstGeom>
        </p:spPr>
        <p:txBody>
          <a:bodyPr wrap="square">
            <a:spAutoFit/>
          </a:bodyPr>
          <a:lstStyle/>
          <a:p>
            <a:pPr marL="342900" indent="-342900">
              <a:buFont typeface="Wingdings" panose="05000000000000000000" pitchFamily="2" charset="2"/>
              <a:buChar char="§"/>
            </a:pPr>
            <a:r>
              <a:rPr lang="en-US" sz="1600" dirty="0">
                <a:solidFill>
                  <a:srgbClr val="1D9EFF"/>
                </a:solidFill>
                <a:latin typeface="Calibri" panose="020F0502020204030204" pitchFamily="34" charset="0"/>
                <a:cs typeface="Calibri" panose="020F0502020204030204" pitchFamily="34" charset="0"/>
              </a:rPr>
              <a:t>Any request for assessment extensions should be backed by official documentation (e.g., from a medical professional, etc.) and should be sent over email. Requests without documentation will be ignored. The following reasons deem ineligibility for extensions or regrades:</a:t>
            </a:r>
          </a:p>
          <a:p>
            <a:pPr marL="342900" indent="-342900">
              <a:buFont typeface="Wingdings" panose="05000000000000000000" pitchFamily="2" charset="2"/>
              <a:buChar char="§"/>
            </a:pPr>
            <a:endParaRPr lang="en-US" sz="1600" dirty="0">
              <a:solidFill>
                <a:srgbClr val="1D9EFF"/>
              </a:solidFill>
              <a:latin typeface="Calibri" panose="020F0502020204030204" pitchFamily="34" charset="0"/>
              <a:cs typeface="Calibri" panose="020F0502020204030204" pitchFamily="34" charset="0"/>
            </a:endParaRPr>
          </a:p>
          <a:p>
            <a:pPr marL="800100" lvl="1" indent="-342900">
              <a:buFont typeface="Wingdings" panose="05000000000000000000" pitchFamily="2" charset="2"/>
              <a:buChar char="§"/>
            </a:pPr>
            <a:r>
              <a:rPr lang="en-US" sz="1600" dirty="0">
                <a:solidFill>
                  <a:srgbClr val="EB6E19"/>
                </a:solidFill>
                <a:latin typeface="Calibri" panose="020F0502020204030204" pitchFamily="34" charset="0"/>
                <a:cs typeface="Calibri" panose="020F0502020204030204" pitchFamily="34" charset="0"/>
              </a:rPr>
              <a:t>Failure to submit on Canvas by due date/late date.</a:t>
            </a:r>
            <a:r>
              <a:rPr lang="en-US" sz="1600" dirty="0">
                <a:solidFill>
                  <a:srgbClr val="1D9EFF"/>
                </a:solidFill>
                <a:latin typeface="Calibri" panose="020F0502020204030204" pitchFamily="34" charset="0"/>
                <a:cs typeface="Calibri" panose="020F0502020204030204" pitchFamily="34" charset="0"/>
              </a:rPr>
              <a:t> Example: If a quiz is due at 11:59 pm, and you send the file at 12:01 am, the file will not be graded. Note that most assessments are open for 4 or more days and you must start early and submit it on time. In case you miss an assignment, treat it as a learning activity and avoid that in the future.</a:t>
            </a:r>
          </a:p>
          <a:p>
            <a:pPr marL="800100" lvl="1" indent="-342900">
              <a:buFont typeface="Wingdings" panose="05000000000000000000" pitchFamily="2" charset="2"/>
              <a:buChar char="§"/>
            </a:pPr>
            <a:r>
              <a:rPr lang="en-US" sz="1600" dirty="0">
                <a:solidFill>
                  <a:srgbClr val="EB6E19"/>
                </a:solidFill>
                <a:latin typeface="Calibri" panose="020F0502020204030204" pitchFamily="34" charset="0"/>
                <a:cs typeface="Calibri" panose="020F0502020204030204" pitchFamily="34" charset="0"/>
              </a:rPr>
              <a:t>Forgetting to turn in an assessment on time.</a:t>
            </a:r>
          </a:p>
          <a:p>
            <a:pPr marL="800100" lvl="1" indent="-342900">
              <a:buFont typeface="Wingdings" panose="05000000000000000000" pitchFamily="2" charset="2"/>
              <a:buChar char="§"/>
            </a:pPr>
            <a:r>
              <a:rPr lang="en-US" sz="1600" dirty="0">
                <a:solidFill>
                  <a:srgbClr val="EB6E19"/>
                </a:solidFill>
                <a:latin typeface="Calibri" panose="020F0502020204030204" pitchFamily="34" charset="0"/>
                <a:cs typeface="Calibri" panose="020F0502020204030204" pitchFamily="34" charset="0"/>
              </a:rPr>
              <a:t>File naming issues or feedback issues on projects</a:t>
            </a:r>
            <a:r>
              <a:rPr lang="en-US" sz="1600" dirty="0">
                <a:solidFill>
                  <a:srgbClr val="1D9EFF"/>
                </a:solidFill>
                <a:latin typeface="Calibri" panose="020F0502020204030204" pitchFamily="34" charset="0"/>
                <a:cs typeface="Calibri" panose="020F0502020204030204" pitchFamily="34" charset="0"/>
              </a:rPr>
              <a:t>. Gradescope gives you feedback and please read it and fix your file and resubmit. Note that you have unlimited attempts on Gradescope for everything and we will not grade your files if you do not adhere to instructions on file submissions and/or if the Gradescope scores your file to 0. It is your responsibility to read the feedback and fix your code. In case you miss reading the feedback, treat it as a learning activity and avoid that in the future.</a:t>
            </a:r>
          </a:p>
        </p:txBody>
      </p:sp>
      <p:sp>
        <p:nvSpPr>
          <p:cNvPr id="4" name="Slide Number Placeholder 3">
            <a:extLst>
              <a:ext uri="{FF2B5EF4-FFF2-40B4-BE49-F238E27FC236}">
                <a16:creationId xmlns:a16="http://schemas.microsoft.com/office/drawing/2014/main" id="{AE54122B-2100-1100-5902-4CB6CD0FBFF5}"/>
              </a:ext>
            </a:extLst>
          </p:cNvPr>
          <p:cNvSpPr>
            <a:spLocks noGrp="1"/>
          </p:cNvSpPr>
          <p:nvPr>
            <p:ph type="sldNum" sz="quarter" idx="12"/>
          </p:nvPr>
        </p:nvSpPr>
        <p:spPr/>
        <p:txBody>
          <a:bodyPr/>
          <a:lstStyle/>
          <a:p>
            <a:fld id="{017C28E0-2F8B-4999-AEA2-B3AA3AE8994F}" type="slidenum">
              <a:rPr lang="en-US" smtClean="0"/>
              <a:t>30</a:t>
            </a:fld>
            <a:endParaRPr lang="en-US"/>
          </a:p>
        </p:txBody>
      </p:sp>
      <p:grpSp>
        <p:nvGrpSpPr>
          <p:cNvPr id="5" name="Group 4">
            <a:extLst>
              <a:ext uri="{FF2B5EF4-FFF2-40B4-BE49-F238E27FC236}">
                <a16:creationId xmlns:a16="http://schemas.microsoft.com/office/drawing/2014/main" id="{DC039151-402C-EF81-BEA7-A78ED998F972}"/>
              </a:ext>
            </a:extLst>
          </p:cNvPr>
          <p:cNvGrpSpPr/>
          <p:nvPr/>
        </p:nvGrpSpPr>
        <p:grpSpPr>
          <a:xfrm>
            <a:off x="11317255" y="5989103"/>
            <a:ext cx="841781" cy="748032"/>
            <a:chOff x="11337354" y="6025684"/>
            <a:chExt cx="841781" cy="748032"/>
          </a:xfrm>
        </p:grpSpPr>
        <p:pic>
          <p:nvPicPr>
            <p:cNvPr id="6" name="Picture 5">
              <a:extLst>
                <a:ext uri="{FF2B5EF4-FFF2-40B4-BE49-F238E27FC236}">
                  <a16:creationId xmlns:a16="http://schemas.microsoft.com/office/drawing/2014/main" id="{F065AD64-F1DE-42C9-80A3-618852DC419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424975" y="6538912"/>
              <a:ext cx="666541" cy="234804"/>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descr="Logo COP3530">
              <a:extLst>
                <a:ext uri="{FF2B5EF4-FFF2-40B4-BE49-F238E27FC236}">
                  <a16:creationId xmlns:a16="http://schemas.microsoft.com/office/drawing/2014/main" id="{96A93361-7E56-C7D7-151B-58B7AA86E749}"/>
                </a:ext>
              </a:extLst>
            </p:cNvPr>
            <p:cNvPicPr>
              <a:picLocks noChangeAspect="1"/>
            </p:cNvPicPr>
            <p:nvPr/>
          </p:nvPicPr>
          <p:blipFill rotWithShape="1">
            <a:blip r:embed="rId4"/>
            <a:srcRect t="1" b="20587"/>
            <a:stretch/>
          </p:blipFill>
          <p:spPr>
            <a:xfrm>
              <a:off x="11337354" y="6025684"/>
              <a:ext cx="841781" cy="465491"/>
            </a:xfrm>
            <a:prstGeom prst="rect">
              <a:avLst/>
            </a:prstGeom>
          </p:spPr>
        </p:pic>
      </p:grpSp>
    </p:spTree>
    <p:extLst>
      <p:ext uri="{BB962C8B-B14F-4D97-AF65-F5344CB8AC3E}">
        <p14:creationId xmlns:p14="http://schemas.microsoft.com/office/powerpoint/2010/main" val="236427297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98DF2D-4C21-45B7-8CEE-41E2C22A3166}"/>
              </a:ext>
            </a:extLst>
          </p:cNvPr>
          <p:cNvSpPr>
            <a:spLocks noGrp="1"/>
          </p:cNvSpPr>
          <p:nvPr>
            <p:ph type="title"/>
          </p:nvPr>
        </p:nvSpPr>
        <p:spPr>
          <a:xfrm>
            <a:off x="838200" y="0"/>
            <a:ext cx="10515600" cy="1325563"/>
          </a:xfrm>
        </p:spPr>
        <p:txBody>
          <a:bodyPr>
            <a:normAutofit fontScale="90000"/>
          </a:bodyPr>
          <a:lstStyle/>
          <a:p>
            <a:pPr algn="ctr"/>
            <a:br>
              <a:rPr lang="en-US" dirty="0">
                <a:solidFill>
                  <a:schemeClr val="bg1"/>
                </a:solidFill>
                <a:latin typeface="Gotham Bold" pitchFamily="50" charset="0"/>
              </a:rPr>
            </a:br>
            <a:br>
              <a:rPr lang="en-US" dirty="0">
                <a:solidFill>
                  <a:schemeClr val="bg1"/>
                </a:solidFill>
                <a:latin typeface="Gotham Bold" pitchFamily="50" charset="0"/>
              </a:rPr>
            </a:br>
            <a:r>
              <a:rPr lang="en-US" sz="7300" dirty="0">
                <a:solidFill>
                  <a:schemeClr val="bg1"/>
                </a:solidFill>
                <a:latin typeface="Gotham Bold" pitchFamily="50" charset="0"/>
              </a:rPr>
              <a:t>Acknowledgements</a:t>
            </a:r>
            <a:endParaRPr lang="en-US" dirty="0">
              <a:solidFill>
                <a:schemeClr val="bg1"/>
              </a:solidFill>
              <a:latin typeface="Gotham Bold" pitchFamily="50" charset="0"/>
            </a:endParaRPr>
          </a:p>
        </p:txBody>
      </p:sp>
      <p:grpSp>
        <p:nvGrpSpPr>
          <p:cNvPr id="4" name="Group 3">
            <a:extLst>
              <a:ext uri="{FF2B5EF4-FFF2-40B4-BE49-F238E27FC236}">
                <a16:creationId xmlns:a16="http://schemas.microsoft.com/office/drawing/2014/main" id="{FA0B7469-BBCF-4B36-9B5F-0A47585D688F}"/>
              </a:ext>
            </a:extLst>
          </p:cNvPr>
          <p:cNvGrpSpPr/>
          <p:nvPr/>
        </p:nvGrpSpPr>
        <p:grpSpPr>
          <a:xfrm>
            <a:off x="2706679" y="2172620"/>
            <a:ext cx="8077586" cy="4165374"/>
            <a:chOff x="1132402" y="2200901"/>
            <a:chExt cx="8077586" cy="4165374"/>
          </a:xfrm>
        </p:grpSpPr>
        <p:pic>
          <p:nvPicPr>
            <p:cNvPr id="2050" name="Picture 2" descr="Cheryl Resch">
              <a:extLst>
                <a:ext uri="{FF2B5EF4-FFF2-40B4-BE49-F238E27FC236}">
                  <a16:creationId xmlns:a16="http://schemas.microsoft.com/office/drawing/2014/main" id="{18A4FF98-E323-4405-A228-252EC9F808D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32402" y="2282351"/>
              <a:ext cx="1262818" cy="1683758"/>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a:extLst>
                <a:ext uri="{FF2B5EF4-FFF2-40B4-BE49-F238E27FC236}">
                  <a16:creationId xmlns:a16="http://schemas.microsoft.com/office/drawing/2014/main" id="{4BF88A49-B5E6-43E6-A372-28A0409B913E}"/>
                </a:ext>
              </a:extLst>
            </p:cNvPr>
            <p:cNvSpPr/>
            <p:nvPr/>
          </p:nvSpPr>
          <p:spPr>
            <a:xfrm>
              <a:off x="2749685" y="2200901"/>
              <a:ext cx="6460303" cy="1846659"/>
            </a:xfrm>
            <a:prstGeom prst="rect">
              <a:avLst/>
            </a:prstGeom>
          </p:spPr>
          <p:txBody>
            <a:bodyPr wrap="square">
              <a:spAutoFit/>
            </a:bodyPr>
            <a:lstStyle/>
            <a:p>
              <a:r>
                <a:rPr lang="en-US" sz="2800" dirty="0">
                  <a:solidFill>
                    <a:srgbClr val="0079D4"/>
                  </a:solidFill>
                </a:rPr>
                <a:t>Cheryl Resch</a:t>
              </a:r>
            </a:p>
            <a:p>
              <a:r>
                <a:rPr lang="en-US" sz="2800" dirty="0">
                  <a:solidFill>
                    <a:schemeClr val="bg1"/>
                  </a:solidFill>
                </a:rPr>
                <a:t>Lecturer,</a:t>
              </a:r>
            </a:p>
            <a:p>
              <a:r>
                <a:rPr lang="en-US" sz="2800" dirty="0">
                  <a:solidFill>
                    <a:schemeClr val="bg1"/>
                  </a:solidFill>
                </a:rPr>
                <a:t>Dept. of Engineering Education,</a:t>
              </a:r>
            </a:p>
            <a:p>
              <a:r>
                <a:rPr lang="en-US" sz="2800" dirty="0">
                  <a:solidFill>
                    <a:schemeClr val="bg1"/>
                  </a:solidFill>
                </a:rPr>
                <a:t>University of Florida</a:t>
              </a:r>
            </a:p>
          </p:txBody>
        </p:sp>
        <p:sp>
          <p:nvSpPr>
            <p:cNvPr id="6" name="Rectangle 5">
              <a:extLst>
                <a:ext uri="{FF2B5EF4-FFF2-40B4-BE49-F238E27FC236}">
                  <a16:creationId xmlns:a16="http://schemas.microsoft.com/office/drawing/2014/main" id="{99E3DB58-0B8C-410B-9846-7A1C5F580394}"/>
                </a:ext>
              </a:extLst>
            </p:cNvPr>
            <p:cNvSpPr/>
            <p:nvPr/>
          </p:nvSpPr>
          <p:spPr>
            <a:xfrm>
              <a:off x="2749687" y="4550393"/>
              <a:ext cx="6205778" cy="1815882"/>
            </a:xfrm>
            <a:prstGeom prst="rect">
              <a:avLst/>
            </a:prstGeom>
          </p:spPr>
          <p:txBody>
            <a:bodyPr wrap="square" anchor="ctr">
              <a:spAutoFit/>
            </a:bodyPr>
            <a:lstStyle/>
            <a:p>
              <a:r>
                <a:rPr lang="en-US" sz="2800" dirty="0">
                  <a:solidFill>
                    <a:srgbClr val="0079D4"/>
                  </a:solidFill>
                </a:rPr>
                <a:t>Lisha Zhou</a:t>
              </a:r>
            </a:p>
            <a:p>
              <a:r>
                <a:rPr lang="en-US" sz="2800" dirty="0">
                  <a:solidFill>
                    <a:schemeClr val="bg1"/>
                  </a:solidFill>
                </a:rPr>
                <a:t>Lecturer,</a:t>
              </a:r>
            </a:p>
            <a:p>
              <a:r>
                <a:rPr lang="en-US" sz="2800" dirty="0">
                  <a:solidFill>
                    <a:schemeClr val="bg1"/>
                  </a:solidFill>
                </a:rPr>
                <a:t>Dept. of Engineering Education,</a:t>
              </a:r>
            </a:p>
            <a:p>
              <a:r>
                <a:rPr lang="en-US" sz="2800" dirty="0">
                  <a:solidFill>
                    <a:schemeClr val="bg1"/>
                  </a:solidFill>
                </a:rPr>
                <a:t>University of Florida</a:t>
              </a:r>
            </a:p>
          </p:txBody>
        </p:sp>
        <p:pic>
          <p:nvPicPr>
            <p:cNvPr id="2052" name="Picture 4" descr="Lisha Zhou">
              <a:extLst>
                <a:ext uri="{FF2B5EF4-FFF2-40B4-BE49-F238E27FC236}">
                  <a16:creationId xmlns:a16="http://schemas.microsoft.com/office/drawing/2014/main" id="{5C449ED2-5F8B-4B2E-9015-BA3C1501C1C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32402" y="4580267"/>
              <a:ext cx="1317101" cy="1756135"/>
            </a:xfrm>
            <a:prstGeom prst="rect">
              <a:avLst/>
            </a:prstGeom>
            <a:noFill/>
            <a:extLst>
              <a:ext uri="{909E8E84-426E-40DD-AFC4-6F175D3DCCD1}">
                <a14:hiddenFill xmlns:a14="http://schemas.microsoft.com/office/drawing/2010/main">
                  <a:solidFill>
                    <a:srgbClr val="FFFFFF"/>
                  </a:solidFill>
                </a14:hiddenFill>
              </a:ext>
            </a:extLst>
          </p:spPr>
        </p:pic>
      </p:grpSp>
      <p:sp>
        <p:nvSpPr>
          <p:cNvPr id="5" name="Slide Number Placeholder 4">
            <a:extLst>
              <a:ext uri="{FF2B5EF4-FFF2-40B4-BE49-F238E27FC236}">
                <a16:creationId xmlns:a16="http://schemas.microsoft.com/office/drawing/2014/main" id="{2ED51FF9-A10C-C338-93C8-EAB11A332CE3}"/>
              </a:ext>
            </a:extLst>
          </p:cNvPr>
          <p:cNvSpPr>
            <a:spLocks noGrp="1"/>
          </p:cNvSpPr>
          <p:nvPr>
            <p:ph type="sldNum" sz="quarter" idx="12"/>
          </p:nvPr>
        </p:nvSpPr>
        <p:spPr/>
        <p:txBody>
          <a:bodyPr/>
          <a:lstStyle/>
          <a:p>
            <a:fld id="{017C28E0-2F8B-4999-AEA2-B3AA3AE8994F}" type="slidenum">
              <a:rPr lang="en-US" smtClean="0"/>
              <a:t>31</a:t>
            </a:fld>
            <a:endParaRPr lang="en-US"/>
          </a:p>
        </p:txBody>
      </p:sp>
      <p:grpSp>
        <p:nvGrpSpPr>
          <p:cNvPr id="9" name="Group 8">
            <a:extLst>
              <a:ext uri="{FF2B5EF4-FFF2-40B4-BE49-F238E27FC236}">
                <a16:creationId xmlns:a16="http://schemas.microsoft.com/office/drawing/2014/main" id="{73A6A029-EB6B-D2FE-03DE-881EC90B6FA7}"/>
              </a:ext>
            </a:extLst>
          </p:cNvPr>
          <p:cNvGrpSpPr/>
          <p:nvPr/>
        </p:nvGrpSpPr>
        <p:grpSpPr>
          <a:xfrm>
            <a:off x="11317255" y="5989103"/>
            <a:ext cx="841781" cy="748032"/>
            <a:chOff x="11337354" y="6025684"/>
            <a:chExt cx="841781" cy="748032"/>
          </a:xfrm>
        </p:grpSpPr>
        <p:pic>
          <p:nvPicPr>
            <p:cNvPr id="10" name="Picture 9">
              <a:extLst>
                <a:ext uri="{FF2B5EF4-FFF2-40B4-BE49-F238E27FC236}">
                  <a16:creationId xmlns:a16="http://schemas.microsoft.com/office/drawing/2014/main" id="{BFA7D5B6-E473-3DDE-7C3E-9E33151BBE2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1424975" y="6538912"/>
              <a:ext cx="666541" cy="234804"/>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10" descr="Logo COP3530">
              <a:extLst>
                <a:ext uri="{FF2B5EF4-FFF2-40B4-BE49-F238E27FC236}">
                  <a16:creationId xmlns:a16="http://schemas.microsoft.com/office/drawing/2014/main" id="{D149C5DE-3ACA-C30E-26F0-1E41711BD907}"/>
                </a:ext>
              </a:extLst>
            </p:cNvPr>
            <p:cNvPicPr>
              <a:picLocks noChangeAspect="1"/>
            </p:cNvPicPr>
            <p:nvPr/>
          </p:nvPicPr>
          <p:blipFill rotWithShape="1">
            <a:blip r:embed="rId6"/>
            <a:srcRect t="1" b="20587"/>
            <a:stretch/>
          </p:blipFill>
          <p:spPr>
            <a:xfrm>
              <a:off x="11337354" y="6025684"/>
              <a:ext cx="841781" cy="465491"/>
            </a:xfrm>
            <a:prstGeom prst="rect">
              <a:avLst/>
            </a:prstGeom>
          </p:spPr>
        </p:pic>
      </p:grpSp>
    </p:spTree>
    <p:extLst>
      <p:ext uri="{BB962C8B-B14F-4D97-AF65-F5344CB8AC3E}">
        <p14:creationId xmlns:p14="http://schemas.microsoft.com/office/powerpoint/2010/main" val="295865619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98DF2D-4C21-45B7-8CEE-41E2C22A3166}"/>
              </a:ext>
            </a:extLst>
          </p:cNvPr>
          <p:cNvSpPr>
            <a:spLocks noGrp="1"/>
          </p:cNvSpPr>
          <p:nvPr>
            <p:ph type="title"/>
          </p:nvPr>
        </p:nvSpPr>
        <p:spPr>
          <a:xfrm>
            <a:off x="838200" y="0"/>
            <a:ext cx="10515600" cy="1325563"/>
          </a:xfrm>
        </p:spPr>
        <p:txBody>
          <a:bodyPr>
            <a:normAutofit fontScale="90000"/>
          </a:bodyPr>
          <a:lstStyle/>
          <a:p>
            <a:pPr algn="ctr"/>
            <a:br>
              <a:rPr lang="en-US" dirty="0">
                <a:solidFill>
                  <a:schemeClr val="bg1"/>
                </a:solidFill>
                <a:latin typeface="Gotham Bold" pitchFamily="50" charset="0"/>
              </a:rPr>
            </a:br>
            <a:br>
              <a:rPr lang="en-US" dirty="0">
                <a:solidFill>
                  <a:schemeClr val="bg1"/>
                </a:solidFill>
                <a:latin typeface="Gotham Bold" pitchFamily="50" charset="0"/>
              </a:rPr>
            </a:br>
            <a:r>
              <a:rPr lang="en-US" sz="7300" dirty="0">
                <a:solidFill>
                  <a:schemeClr val="bg1"/>
                </a:solidFill>
                <a:latin typeface="Gotham Bold" pitchFamily="50" charset="0"/>
              </a:rPr>
              <a:t>References</a:t>
            </a:r>
            <a:endParaRPr lang="en-US" dirty="0">
              <a:solidFill>
                <a:schemeClr val="bg1"/>
              </a:solidFill>
              <a:latin typeface="Gotham Bold" pitchFamily="50" charset="0"/>
            </a:endParaRPr>
          </a:p>
        </p:txBody>
      </p:sp>
      <p:sp>
        <p:nvSpPr>
          <p:cNvPr id="5" name="TextBox 4">
            <a:extLst>
              <a:ext uri="{FF2B5EF4-FFF2-40B4-BE49-F238E27FC236}">
                <a16:creationId xmlns:a16="http://schemas.microsoft.com/office/drawing/2014/main" id="{BE6FE7F5-88BB-4195-8DCD-BDBD70E1373C}"/>
              </a:ext>
            </a:extLst>
          </p:cNvPr>
          <p:cNvSpPr txBox="1"/>
          <p:nvPr/>
        </p:nvSpPr>
        <p:spPr>
          <a:xfrm>
            <a:off x="1293043" y="2075792"/>
            <a:ext cx="9605913" cy="4939814"/>
          </a:xfrm>
          <a:prstGeom prst="rect">
            <a:avLst/>
          </a:prstGeom>
          <a:noFill/>
        </p:spPr>
        <p:txBody>
          <a:bodyPr wrap="square" rtlCol="0">
            <a:spAutoFit/>
          </a:bodyPr>
          <a:lstStyle/>
          <a:p>
            <a:pPr marL="285750" indent="-285750">
              <a:lnSpc>
                <a:spcPct val="150000"/>
              </a:lnSpc>
              <a:buClr>
                <a:schemeClr val="bg1"/>
              </a:buClr>
              <a:buFont typeface="Wingdings" panose="05000000000000000000" pitchFamily="2" charset="2"/>
              <a:buChar char="§"/>
            </a:pPr>
            <a:r>
              <a:rPr lang="en-US" dirty="0">
                <a:solidFill>
                  <a:schemeClr val="bg1"/>
                </a:solidFill>
                <a:latin typeface="Calibri" panose="020F0502020204030204" pitchFamily="34" charset="0"/>
                <a:cs typeface="Calibri" panose="020F0502020204030204" pitchFamily="34" charset="0"/>
              </a:rPr>
              <a:t>Books/Notes</a:t>
            </a:r>
          </a:p>
          <a:p>
            <a:pPr marL="742950" lvl="1" indent="-285750">
              <a:lnSpc>
                <a:spcPct val="150000"/>
              </a:lnSpc>
              <a:buClr>
                <a:schemeClr val="bg1"/>
              </a:buClr>
              <a:buFont typeface="Wingdings" panose="05000000000000000000" pitchFamily="2" charset="2"/>
              <a:buChar char="§"/>
            </a:pPr>
            <a:r>
              <a:rPr lang="en-US" dirty="0">
                <a:solidFill>
                  <a:srgbClr val="1D9EFF"/>
                </a:solidFill>
                <a:latin typeface="Calibri" panose="020F0502020204030204" pitchFamily="34" charset="0"/>
                <a:cs typeface="Calibri" panose="020F0502020204030204" pitchFamily="34" charset="0"/>
                <a:hlinkClick r:id="rId3">
                  <a:extLst>
                    <a:ext uri="{A12FA001-AC4F-418D-AE19-62706E023703}">
                      <ahyp:hlinkClr xmlns:ahyp="http://schemas.microsoft.com/office/drawing/2018/hyperlinkcolor" val="tx"/>
                    </a:ext>
                  </a:extLst>
                </a:hlinkClick>
              </a:rPr>
              <a:t>Dr. Sartaj </a:t>
            </a:r>
            <a:r>
              <a:rPr lang="en-US" dirty="0" err="1">
                <a:solidFill>
                  <a:srgbClr val="1D9EFF"/>
                </a:solidFill>
                <a:latin typeface="Calibri" panose="020F0502020204030204" pitchFamily="34" charset="0"/>
                <a:cs typeface="Calibri" panose="020F0502020204030204" pitchFamily="34" charset="0"/>
                <a:hlinkClick r:id="rId3">
                  <a:extLst>
                    <a:ext uri="{A12FA001-AC4F-418D-AE19-62706E023703}">
                      <ahyp:hlinkClr xmlns:ahyp="http://schemas.microsoft.com/office/drawing/2018/hyperlinkcolor" val="tx"/>
                    </a:ext>
                  </a:extLst>
                </a:hlinkClick>
              </a:rPr>
              <a:t>Sahni</a:t>
            </a:r>
            <a:endParaRPr lang="en-US" dirty="0">
              <a:solidFill>
                <a:srgbClr val="1D9EFF"/>
              </a:solidFill>
              <a:latin typeface="Calibri" panose="020F0502020204030204" pitchFamily="34" charset="0"/>
              <a:cs typeface="Calibri" panose="020F0502020204030204" pitchFamily="34" charset="0"/>
            </a:endParaRPr>
          </a:p>
          <a:p>
            <a:pPr marL="742950" lvl="1" indent="-285750">
              <a:lnSpc>
                <a:spcPct val="150000"/>
              </a:lnSpc>
              <a:buClr>
                <a:schemeClr val="bg1"/>
              </a:buClr>
              <a:buFont typeface="Wingdings" panose="05000000000000000000" pitchFamily="2" charset="2"/>
              <a:buChar char="§"/>
            </a:pPr>
            <a:r>
              <a:rPr lang="en-US" dirty="0">
                <a:solidFill>
                  <a:srgbClr val="1D9EFF"/>
                </a:solidFill>
                <a:latin typeface="Calibri" panose="020F0502020204030204" pitchFamily="34" charset="0"/>
                <a:cs typeface="Calibri" panose="020F0502020204030204" pitchFamily="34" charset="0"/>
                <a:hlinkClick r:id="rId4">
                  <a:extLst>
                    <a:ext uri="{A12FA001-AC4F-418D-AE19-62706E023703}">
                      <ahyp:hlinkClr xmlns:ahyp="http://schemas.microsoft.com/office/drawing/2018/hyperlinkcolor" val="tx"/>
                    </a:ext>
                  </a:extLst>
                </a:hlinkClick>
              </a:rPr>
              <a:t>Dr. James Aspen</a:t>
            </a:r>
            <a:endParaRPr lang="en-US" dirty="0">
              <a:solidFill>
                <a:srgbClr val="1D9EFF"/>
              </a:solidFill>
              <a:latin typeface="Calibri" panose="020F0502020204030204" pitchFamily="34" charset="0"/>
              <a:cs typeface="Calibri" panose="020F0502020204030204" pitchFamily="34" charset="0"/>
            </a:endParaRPr>
          </a:p>
          <a:p>
            <a:pPr marL="742950" lvl="1" indent="-285750">
              <a:lnSpc>
                <a:spcPct val="150000"/>
              </a:lnSpc>
              <a:buClr>
                <a:schemeClr val="bg1"/>
              </a:buClr>
              <a:buFont typeface="Wingdings" panose="05000000000000000000" pitchFamily="2" charset="2"/>
              <a:buChar char="§"/>
            </a:pPr>
            <a:r>
              <a:rPr lang="en-US" dirty="0">
                <a:solidFill>
                  <a:schemeClr val="bg1"/>
                </a:solidFill>
                <a:latin typeface="Calibri" panose="020F0502020204030204" pitchFamily="34" charset="0"/>
                <a:cs typeface="Calibri" panose="020F0502020204030204" pitchFamily="34" charset="0"/>
              </a:rPr>
              <a:t>Dr. Mark Weiss</a:t>
            </a:r>
          </a:p>
          <a:p>
            <a:pPr marL="742950" lvl="1" indent="-285750">
              <a:lnSpc>
                <a:spcPct val="150000"/>
              </a:lnSpc>
              <a:buClr>
                <a:schemeClr val="bg1"/>
              </a:buClr>
              <a:buFont typeface="Wingdings" panose="05000000000000000000" pitchFamily="2" charset="2"/>
              <a:buChar char="§"/>
            </a:pPr>
            <a:r>
              <a:rPr lang="en-US" dirty="0">
                <a:solidFill>
                  <a:srgbClr val="1D9EFF"/>
                </a:solidFill>
                <a:latin typeface="Calibri" panose="020F0502020204030204" pitchFamily="34" charset="0"/>
                <a:cs typeface="Calibri" panose="020F0502020204030204" pitchFamily="34" charset="0"/>
                <a:hlinkClick r:id="rId5">
                  <a:extLst>
                    <a:ext uri="{A12FA001-AC4F-418D-AE19-62706E023703}">
                      <ahyp:hlinkClr xmlns:ahyp="http://schemas.microsoft.com/office/drawing/2018/hyperlinkcolor" val="tx"/>
                    </a:ext>
                  </a:extLst>
                </a:hlinkClick>
              </a:rPr>
              <a:t>Dr. Clifford Shaffer</a:t>
            </a:r>
            <a:endParaRPr lang="en-US" dirty="0">
              <a:solidFill>
                <a:srgbClr val="1D9EFF"/>
              </a:solidFill>
              <a:latin typeface="Calibri" panose="020F0502020204030204" pitchFamily="34" charset="0"/>
              <a:cs typeface="Calibri" panose="020F0502020204030204" pitchFamily="34" charset="0"/>
            </a:endParaRPr>
          </a:p>
          <a:p>
            <a:pPr marL="742950" lvl="1" indent="-285750">
              <a:lnSpc>
                <a:spcPct val="150000"/>
              </a:lnSpc>
              <a:buClr>
                <a:schemeClr val="bg1"/>
              </a:buClr>
              <a:buFont typeface="Wingdings" panose="05000000000000000000" pitchFamily="2" charset="2"/>
              <a:buChar char="§"/>
            </a:pPr>
            <a:r>
              <a:rPr lang="en-US" dirty="0">
                <a:solidFill>
                  <a:srgbClr val="1D9EFF"/>
                </a:solidFill>
                <a:latin typeface="Calibri" panose="020F0502020204030204" pitchFamily="34" charset="0"/>
                <a:cs typeface="Calibri" panose="020F0502020204030204" pitchFamily="34" charset="0"/>
                <a:hlinkClick r:id="rId6">
                  <a:extLst>
                    <a:ext uri="{A12FA001-AC4F-418D-AE19-62706E023703}">
                      <ahyp:hlinkClr xmlns:ahyp="http://schemas.microsoft.com/office/drawing/2018/hyperlinkcolor" val="tx"/>
                    </a:ext>
                  </a:extLst>
                </a:hlinkClick>
              </a:rPr>
              <a:t>OpenDSA</a:t>
            </a:r>
            <a:endParaRPr lang="en-US" dirty="0">
              <a:solidFill>
                <a:srgbClr val="1D9EFF"/>
              </a:solidFill>
              <a:latin typeface="Calibri" panose="020F0502020204030204" pitchFamily="34" charset="0"/>
              <a:cs typeface="Calibri" panose="020F0502020204030204" pitchFamily="34" charset="0"/>
            </a:endParaRPr>
          </a:p>
          <a:p>
            <a:pPr marL="742950" lvl="1" indent="-285750">
              <a:lnSpc>
                <a:spcPct val="150000"/>
              </a:lnSpc>
              <a:buClr>
                <a:schemeClr val="bg1"/>
              </a:buClr>
              <a:buFont typeface="Wingdings" panose="05000000000000000000" pitchFamily="2" charset="2"/>
              <a:buChar char="§"/>
            </a:pPr>
            <a:r>
              <a:rPr lang="en-US" dirty="0">
                <a:solidFill>
                  <a:srgbClr val="1D9EFF"/>
                </a:solidFill>
                <a:latin typeface="Calibri" panose="020F0502020204030204" pitchFamily="34" charset="0"/>
                <a:cs typeface="Calibri" panose="020F0502020204030204" pitchFamily="34" charset="0"/>
                <a:hlinkClick r:id="rId7">
                  <a:extLst>
                    <a:ext uri="{A12FA001-AC4F-418D-AE19-62706E023703}">
                      <ahyp:hlinkClr xmlns:ahyp="http://schemas.microsoft.com/office/drawing/2018/hyperlinkcolor" val="tx"/>
                    </a:ext>
                  </a:extLst>
                </a:hlinkClick>
              </a:rPr>
              <a:t>Dr. Cathy Hughes</a:t>
            </a:r>
            <a:endParaRPr lang="en-US" dirty="0">
              <a:solidFill>
                <a:srgbClr val="1D9EFF"/>
              </a:solidFill>
              <a:latin typeface="Calibri" panose="020F0502020204030204" pitchFamily="34" charset="0"/>
              <a:cs typeface="Calibri" panose="020F0502020204030204" pitchFamily="34" charset="0"/>
            </a:endParaRPr>
          </a:p>
          <a:p>
            <a:pPr marL="285750" indent="-285750">
              <a:lnSpc>
                <a:spcPct val="150000"/>
              </a:lnSpc>
              <a:buClr>
                <a:schemeClr val="bg1"/>
              </a:buClr>
              <a:buFont typeface="Wingdings" panose="05000000000000000000" pitchFamily="2" charset="2"/>
              <a:buChar char="§"/>
            </a:pPr>
            <a:r>
              <a:rPr lang="en-US" dirty="0">
                <a:solidFill>
                  <a:schemeClr val="bg1"/>
                </a:solidFill>
                <a:latin typeface="Calibri" panose="020F0502020204030204" pitchFamily="34" charset="0"/>
                <a:cs typeface="Calibri" panose="020F0502020204030204" pitchFamily="34" charset="0"/>
              </a:rPr>
              <a:t>Videos Authority</a:t>
            </a:r>
          </a:p>
          <a:p>
            <a:pPr marL="742950" lvl="1" indent="-285750">
              <a:lnSpc>
                <a:spcPct val="150000"/>
              </a:lnSpc>
              <a:buClr>
                <a:schemeClr val="bg1"/>
              </a:buClr>
              <a:buFont typeface="Wingdings" panose="05000000000000000000" pitchFamily="2" charset="2"/>
              <a:buChar char="§"/>
            </a:pPr>
            <a:r>
              <a:rPr lang="en-US" dirty="0">
                <a:solidFill>
                  <a:srgbClr val="1D9EFF"/>
                </a:solidFill>
                <a:latin typeface="Calibri" panose="020F0502020204030204" pitchFamily="34" charset="0"/>
                <a:cs typeface="Calibri" panose="020F0502020204030204" pitchFamily="34" charset="0"/>
                <a:hlinkClick r:id="rId8">
                  <a:extLst>
                    <a:ext uri="{A12FA001-AC4F-418D-AE19-62706E023703}">
                      <ahyp:hlinkClr xmlns:ahyp="http://schemas.microsoft.com/office/drawing/2018/hyperlinkcolor" val="tx"/>
                    </a:ext>
                  </a:extLst>
                </a:hlinkClick>
              </a:rPr>
              <a:t>Dr. Josh Hug </a:t>
            </a:r>
            <a:endParaRPr lang="en-US" dirty="0">
              <a:solidFill>
                <a:srgbClr val="1D9EFF"/>
              </a:solidFill>
              <a:latin typeface="Calibri" panose="020F0502020204030204" pitchFamily="34" charset="0"/>
              <a:cs typeface="Calibri" panose="020F0502020204030204" pitchFamily="34" charset="0"/>
            </a:endParaRPr>
          </a:p>
          <a:p>
            <a:pPr marL="742950" lvl="1" indent="-285750">
              <a:lnSpc>
                <a:spcPct val="150000"/>
              </a:lnSpc>
              <a:buClr>
                <a:schemeClr val="bg1"/>
              </a:buClr>
              <a:buFont typeface="Wingdings" panose="05000000000000000000" pitchFamily="2" charset="2"/>
              <a:buChar char="§"/>
            </a:pPr>
            <a:r>
              <a:rPr lang="en-US" dirty="0">
                <a:solidFill>
                  <a:srgbClr val="1D9EFF"/>
                </a:solidFill>
                <a:latin typeface="Calibri" panose="020F0502020204030204" pitchFamily="34" charset="0"/>
                <a:cs typeface="Calibri" panose="020F0502020204030204" pitchFamily="34" charset="0"/>
                <a:hlinkClick r:id="rId9">
                  <a:extLst>
                    <a:ext uri="{A12FA001-AC4F-418D-AE19-62706E023703}">
                      <ahyp:hlinkClr xmlns:ahyp="http://schemas.microsoft.com/office/drawing/2018/hyperlinkcolor" val="tx"/>
                    </a:ext>
                  </a:extLst>
                </a:hlinkClick>
              </a:rPr>
              <a:t>MIT OCW 6.006</a:t>
            </a:r>
            <a:r>
              <a:rPr lang="en-US" dirty="0">
                <a:solidFill>
                  <a:schemeClr val="bg1"/>
                </a:solidFill>
                <a:latin typeface="Calibri" panose="020F0502020204030204" pitchFamily="34" charset="0"/>
                <a:cs typeface="Calibri" panose="020F0502020204030204" pitchFamily="34" charset="0"/>
              </a:rPr>
              <a:t>: Dr. Erik </a:t>
            </a:r>
            <a:r>
              <a:rPr lang="en-US" dirty="0" err="1">
                <a:solidFill>
                  <a:schemeClr val="bg1"/>
                </a:solidFill>
                <a:latin typeface="Calibri" panose="020F0502020204030204" pitchFamily="34" charset="0"/>
                <a:cs typeface="Calibri" panose="020F0502020204030204" pitchFamily="34" charset="0"/>
              </a:rPr>
              <a:t>Demaine</a:t>
            </a:r>
            <a:r>
              <a:rPr lang="en-US" dirty="0">
                <a:solidFill>
                  <a:schemeClr val="bg1"/>
                </a:solidFill>
                <a:latin typeface="Calibri" panose="020F0502020204030204" pitchFamily="34" charset="0"/>
                <a:cs typeface="Calibri" panose="020F0502020204030204" pitchFamily="34" charset="0"/>
              </a:rPr>
              <a:t> and Dr. Srini Devadas</a:t>
            </a:r>
          </a:p>
          <a:p>
            <a:pPr marL="742950" lvl="1" indent="-285750">
              <a:lnSpc>
                <a:spcPct val="150000"/>
              </a:lnSpc>
              <a:buClr>
                <a:schemeClr val="bg1"/>
              </a:buClr>
              <a:buFont typeface="Wingdings" panose="05000000000000000000" pitchFamily="2" charset="2"/>
              <a:buChar char="§"/>
            </a:pPr>
            <a:r>
              <a:rPr lang="en-US" dirty="0">
                <a:solidFill>
                  <a:srgbClr val="1D9EFF"/>
                </a:solidFill>
                <a:latin typeface="Calibri" panose="020F0502020204030204" pitchFamily="34" charset="0"/>
                <a:cs typeface="Calibri" panose="020F0502020204030204" pitchFamily="34" charset="0"/>
                <a:hlinkClick r:id="rId10">
                  <a:extLst>
                    <a:ext uri="{A12FA001-AC4F-418D-AE19-62706E023703}">
                      <ahyp:hlinkClr xmlns:ahyp="http://schemas.microsoft.com/office/drawing/2018/hyperlinkcolor" val="tx"/>
                    </a:ext>
                  </a:extLst>
                </a:hlinkClick>
              </a:rPr>
              <a:t>Dr. Robert Sedgewick</a:t>
            </a:r>
            <a:endParaRPr lang="en-US" dirty="0">
              <a:solidFill>
                <a:srgbClr val="1D9EFF"/>
              </a:solidFill>
              <a:latin typeface="Calibri" panose="020F0502020204030204" pitchFamily="34" charset="0"/>
              <a:cs typeface="Calibri" panose="020F0502020204030204" pitchFamily="34" charset="0"/>
            </a:endParaRPr>
          </a:p>
          <a:p>
            <a:pPr marL="285750" indent="-285750">
              <a:buClr>
                <a:schemeClr val="bg1"/>
              </a:buClr>
              <a:buFont typeface="Wingdings" panose="05000000000000000000" pitchFamily="2" charset="2"/>
              <a:buChar char="§"/>
            </a:pPr>
            <a:endParaRPr lang="en-US" dirty="0">
              <a:solidFill>
                <a:schemeClr val="bg1"/>
              </a:solidFill>
              <a:latin typeface="Calibri" panose="020F0502020204030204" pitchFamily="34" charset="0"/>
              <a:cs typeface="Calibri" panose="020F0502020204030204" pitchFamily="34" charset="0"/>
            </a:endParaRPr>
          </a:p>
        </p:txBody>
      </p:sp>
      <p:sp>
        <p:nvSpPr>
          <p:cNvPr id="7" name="Rectangle 6">
            <a:extLst>
              <a:ext uri="{FF2B5EF4-FFF2-40B4-BE49-F238E27FC236}">
                <a16:creationId xmlns:a16="http://schemas.microsoft.com/office/drawing/2014/main" id="{0889CC17-1303-4CF7-96C9-B1E4149E819B}"/>
              </a:ext>
            </a:extLst>
          </p:cNvPr>
          <p:cNvSpPr/>
          <p:nvPr/>
        </p:nvSpPr>
        <p:spPr>
          <a:xfrm>
            <a:off x="7617448" y="2075792"/>
            <a:ext cx="6096000" cy="3554819"/>
          </a:xfrm>
          <a:prstGeom prst="rect">
            <a:avLst/>
          </a:prstGeom>
        </p:spPr>
        <p:txBody>
          <a:bodyPr>
            <a:spAutoFit/>
          </a:bodyPr>
          <a:lstStyle/>
          <a:p>
            <a:pPr marL="285750" indent="-285750">
              <a:lnSpc>
                <a:spcPct val="150000"/>
              </a:lnSpc>
              <a:buClr>
                <a:schemeClr val="bg1"/>
              </a:buClr>
              <a:buFont typeface="Wingdings" panose="05000000000000000000" pitchFamily="2" charset="2"/>
              <a:buChar char="§"/>
            </a:pPr>
            <a:r>
              <a:rPr lang="en-US" dirty="0">
                <a:solidFill>
                  <a:schemeClr val="bg1"/>
                </a:solidFill>
              </a:rPr>
              <a:t>Videos </a:t>
            </a:r>
            <a:r>
              <a:rPr lang="en-US" dirty="0" err="1">
                <a:solidFill>
                  <a:schemeClr val="bg1"/>
                </a:solidFill>
              </a:rPr>
              <a:t>Youtube</a:t>
            </a:r>
            <a:endParaRPr lang="en-US" dirty="0">
              <a:solidFill>
                <a:schemeClr val="bg1"/>
              </a:solidFill>
            </a:endParaRPr>
          </a:p>
          <a:p>
            <a:pPr marL="742950" lvl="1" indent="-285750">
              <a:lnSpc>
                <a:spcPct val="150000"/>
              </a:lnSpc>
              <a:buClr>
                <a:schemeClr val="bg1"/>
              </a:buClr>
              <a:buFont typeface="Wingdings" panose="05000000000000000000" pitchFamily="2" charset="2"/>
              <a:buChar char="§"/>
            </a:pPr>
            <a:r>
              <a:rPr lang="en-US" dirty="0" err="1">
                <a:solidFill>
                  <a:srgbClr val="1D9EFF"/>
                </a:solidFill>
                <a:hlinkClick r:id="rId11">
                  <a:extLst>
                    <a:ext uri="{A12FA001-AC4F-418D-AE19-62706E023703}">
                      <ahyp:hlinkClr xmlns:ahyp="http://schemas.microsoft.com/office/drawing/2018/hyperlinkcolor" val="tx"/>
                    </a:ext>
                  </a:extLst>
                </a:hlinkClick>
              </a:rPr>
              <a:t>HackerRank</a:t>
            </a:r>
            <a:r>
              <a:rPr lang="en-US" dirty="0">
                <a:solidFill>
                  <a:srgbClr val="1D9EFF"/>
                </a:solidFill>
                <a:hlinkClick r:id="rId11">
                  <a:extLst>
                    <a:ext uri="{A12FA001-AC4F-418D-AE19-62706E023703}">
                      <ahyp:hlinkClr xmlns:ahyp="http://schemas.microsoft.com/office/drawing/2018/hyperlinkcolor" val="tx"/>
                    </a:ext>
                  </a:extLst>
                </a:hlinkClick>
              </a:rPr>
              <a:t>: Data Structures</a:t>
            </a:r>
            <a:endParaRPr lang="en-US" dirty="0">
              <a:solidFill>
                <a:srgbClr val="1D9EFF"/>
              </a:solidFill>
            </a:endParaRPr>
          </a:p>
          <a:p>
            <a:pPr marL="742950" lvl="1" indent="-285750">
              <a:lnSpc>
                <a:spcPct val="150000"/>
              </a:lnSpc>
              <a:buClr>
                <a:schemeClr val="bg1"/>
              </a:buClr>
              <a:buFont typeface="Wingdings" panose="05000000000000000000" pitchFamily="2" charset="2"/>
              <a:buChar char="§"/>
            </a:pPr>
            <a:r>
              <a:rPr lang="en-US" dirty="0" err="1">
                <a:solidFill>
                  <a:srgbClr val="1D9EFF"/>
                </a:solidFill>
                <a:hlinkClick r:id="rId12">
                  <a:extLst>
                    <a:ext uri="{A12FA001-AC4F-418D-AE19-62706E023703}">
                      <ahyp:hlinkClr xmlns:ahyp="http://schemas.microsoft.com/office/drawing/2018/hyperlinkcolor" val="tx"/>
                    </a:ext>
                  </a:extLst>
                </a:hlinkClick>
              </a:rPr>
              <a:t>HackerRank</a:t>
            </a:r>
            <a:r>
              <a:rPr lang="en-US" dirty="0">
                <a:solidFill>
                  <a:srgbClr val="1D9EFF"/>
                </a:solidFill>
                <a:hlinkClick r:id="rId12">
                  <a:extLst>
                    <a:ext uri="{A12FA001-AC4F-418D-AE19-62706E023703}">
                      <ahyp:hlinkClr xmlns:ahyp="http://schemas.microsoft.com/office/drawing/2018/hyperlinkcolor" val="tx"/>
                    </a:ext>
                  </a:extLst>
                </a:hlinkClick>
              </a:rPr>
              <a:t>: Algorithms</a:t>
            </a:r>
            <a:endParaRPr lang="en-US" dirty="0">
              <a:solidFill>
                <a:srgbClr val="1D9EFF"/>
              </a:solidFill>
            </a:endParaRPr>
          </a:p>
          <a:p>
            <a:pPr marL="742950" lvl="1" indent="-285750">
              <a:lnSpc>
                <a:spcPct val="150000"/>
              </a:lnSpc>
              <a:buClr>
                <a:schemeClr val="bg1"/>
              </a:buClr>
              <a:buFont typeface="Wingdings" panose="05000000000000000000" pitchFamily="2" charset="2"/>
              <a:buChar char="§"/>
            </a:pPr>
            <a:r>
              <a:rPr lang="en-US" dirty="0">
                <a:solidFill>
                  <a:srgbClr val="1D9EFF"/>
                </a:solidFill>
                <a:hlinkClick r:id="rId13">
                  <a:extLst>
                    <a:ext uri="{A12FA001-AC4F-418D-AE19-62706E023703}">
                      <ahyp:hlinkClr xmlns:ahyp="http://schemas.microsoft.com/office/drawing/2018/hyperlinkcolor" val="tx"/>
                    </a:ext>
                  </a:extLst>
                </a:hlinkClick>
              </a:rPr>
              <a:t>Back To Back SWE</a:t>
            </a:r>
            <a:endParaRPr lang="en-US" dirty="0">
              <a:solidFill>
                <a:srgbClr val="1D9EFF"/>
              </a:solidFill>
            </a:endParaRPr>
          </a:p>
          <a:p>
            <a:pPr marL="742950" lvl="1" indent="-285750">
              <a:lnSpc>
                <a:spcPct val="150000"/>
              </a:lnSpc>
              <a:buClr>
                <a:schemeClr val="bg1"/>
              </a:buClr>
              <a:buFont typeface="Wingdings" panose="05000000000000000000" pitchFamily="2" charset="2"/>
              <a:buChar char="§"/>
            </a:pPr>
            <a:r>
              <a:rPr lang="en-US" dirty="0" err="1">
                <a:solidFill>
                  <a:srgbClr val="1D9EFF"/>
                </a:solidFill>
                <a:hlinkClick r:id="rId14">
                  <a:extLst>
                    <a:ext uri="{A12FA001-AC4F-418D-AE19-62706E023703}">
                      <ahyp:hlinkClr xmlns:ahyp="http://schemas.microsoft.com/office/drawing/2018/hyperlinkcolor" val="tx"/>
                    </a:ext>
                  </a:extLst>
                </a:hlinkClick>
              </a:rPr>
              <a:t>MyCodeSchool</a:t>
            </a:r>
            <a:endParaRPr lang="en-US" dirty="0">
              <a:solidFill>
                <a:srgbClr val="1D9EFF"/>
              </a:solidFill>
            </a:endParaRPr>
          </a:p>
          <a:p>
            <a:pPr marL="742950" lvl="1" indent="-285750">
              <a:lnSpc>
                <a:spcPct val="150000"/>
              </a:lnSpc>
              <a:buClr>
                <a:schemeClr val="bg1"/>
              </a:buClr>
              <a:buFont typeface="Wingdings" panose="05000000000000000000" pitchFamily="2" charset="2"/>
              <a:buChar char="§"/>
            </a:pPr>
            <a:r>
              <a:rPr lang="en-US" dirty="0">
                <a:solidFill>
                  <a:srgbClr val="1D9EFF"/>
                </a:solidFill>
                <a:hlinkClick r:id="rId15">
                  <a:extLst>
                    <a:ext uri="{A12FA001-AC4F-418D-AE19-62706E023703}">
                      <ahyp:hlinkClr xmlns:ahyp="http://schemas.microsoft.com/office/drawing/2018/hyperlinkcolor" val="tx"/>
                    </a:ext>
                  </a:extLst>
                </a:hlinkClick>
              </a:rPr>
              <a:t>Abdul Bari</a:t>
            </a:r>
            <a:endParaRPr lang="en-US" dirty="0">
              <a:solidFill>
                <a:srgbClr val="1D9EFF"/>
              </a:solidFill>
            </a:endParaRPr>
          </a:p>
          <a:p>
            <a:pPr marL="285750" indent="-285750">
              <a:lnSpc>
                <a:spcPct val="150000"/>
              </a:lnSpc>
              <a:buClr>
                <a:schemeClr val="bg1"/>
              </a:buClr>
              <a:buFont typeface="Wingdings" panose="05000000000000000000" pitchFamily="2" charset="2"/>
              <a:buChar char="§"/>
            </a:pPr>
            <a:r>
              <a:rPr lang="en-US" dirty="0" err="1">
                <a:solidFill>
                  <a:schemeClr val="bg1"/>
                </a:solidFill>
              </a:rPr>
              <a:t>GeeksforGeeks</a:t>
            </a:r>
            <a:endParaRPr lang="en-US" dirty="0">
              <a:solidFill>
                <a:schemeClr val="bg1"/>
              </a:solidFill>
            </a:endParaRPr>
          </a:p>
          <a:p>
            <a:pPr marL="742950" lvl="1" indent="-285750">
              <a:buClr>
                <a:schemeClr val="bg1"/>
              </a:buClr>
              <a:buFont typeface="Wingdings" panose="05000000000000000000" pitchFamily="2" charset="2"/>
              <a:buChar char="§"/>
            </a:pPr>
            <a:endParaRPr lang="en-US" dirty="0">
              <a:solidFill>
                <a:schemeClr val="bg1"/>
              </a:solidFill>
            </a:endParaRPr>
          </a:p>
          <a:p>
            <a:pPr marL="285750" indent="-285750">
              <a:buClr>
                <a:schemeClr val="bg1"/>
              </a:buClr>
              <a:buFont typeface="Wingdings" panose="05000000000000000000" pitchFamily="2" charset="2"/>
              <a:buChar char="§"/>
            </a:pPr>
            <a:endParaRPr lang="en-US" dirty="0">
              <a:solidFill>
                <a:schemeClr val="bg1"/>
              </a:solidFill>
            </a:endParaRPr>
          </a:p>
        </p:txBody>
      </p:sp>
      <p:sp>
        <p:nvSpPr>
          <p:cNvPr id="3" name="Slide Number Placeholder 2">
            <a:extLst>
              <a:ext uri="{FF2B5EF4-FFF2-40B4-BE49-F238E27FC236}">
                <a16:creationId xmlns:a16="http://schemas.microsoft.com/office/drawing/2014/main" id="{A63DE9C1-57B3-27FD-7E9E-42F38470D081}"/>
              </a:ext>
            </a:extLst>
          </p:cNvPr>
          <p:cNvSpPr>
            <a:spLocks noGrp="1"/>
          </p:cNvSpPr>
          <p:nvPr>
            <p:ph type="sldNum" sz="quarter" idx="12"/>
          </p:nvPr>
        </p:nvSpPr>
        <p:spPr/>
        <p:txBody>
          <a:bodyPr/>
          <a:lstStyle/>
          <a:p>
            <a:fld id="{017C28E0-2F8B-4999-AEA2-B3AA3AE8994F}" type="slidenum">
              <a:rPr lang="en-US" smtClean="0"/>
              <a:t>32</a:t>
            </a:fld>
            <a:endParaRPr lang="en-US"/>
          </a:p>
        </p:txBody>
      </p:sp>
      <p:grpSp>
        <p:nvGrpSpPr>
          <p:cNvPr id="6" name="Group 5">
            <a:extLst>
              <a:ext uri="{FF2B5EF4-FFF2-40B4-BE49-F238E27FC236}">
                <a16:creationId xmlns:a16="http://schemas.microsoft.com/office/drawing/2014/main" id="{00499755-3281-1F43-67BE-21AEA2B88CEA}"/>
              </a:ext>
            </a:extLst>
          </p:cNvPr>
          <p:cNvGrpSpPr/>
          <p:nvPr/>
        </p:nvGrpSpPr>
        <p:grpSpPr>
          <a:xfrm>
            <a:off x="11317255" y="5989103"/>
            <a:ext cx="841781" cy="748032"/>
            <a:chOff x="11337354" y="6025684"/>
            <a:chExt cx="841781" cy="748032"/>
          </a:xfrm>
        </p:grpSpPr>
        <p:pic>
          <p:nvPicPr>
            <p:cNvPr id="8" name="Picture 7">
              <a:extLst>
                <a:ext uri="{FF2B5EF4-FFF2-40B4-BE49-F238E27FC236}">
                  <a16:creationId xmlns:a16="http://schemas.microsoft.com/office/drawing/2014/main" id="{9DB493DA-5B9F-0051-FA63-14CEB0E9C35C}"/>
                </a:ext>
              </a:extLst>
            </p:cNvPr>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11424975" y="6538912"/>
              <a:ext cx="666541" cy="234804"/>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8" descr="Logo COP3530">
              <a:extLst>
                <a:ext uri="{FF2B5EF4-FFF2-40B4-BE49-F238E27FC236}">
                  <a16:creationId xmlns:a16="http://schemas.microsoft.com/office/drawing/2014/main" id="{A323C247-72DF-7DAC-37C3-C75F76986157}"/>
                </a:ext>
              </a:extLst>
            </p:cNvPr>
            <p:cNvPicPr>
              <a:picLocks noChangeAspect="1"/>
            </p:cNvPicPr>
            <p:nvPr/>
          </p:nvPicPr>
          <p:blipFill rotWithShape="1">
            <a:blip r:embed="rId17"/>
            <a:srcRect t="1" b="20587"/>
            <a:stretch/>
          </p:blipFill>
          <p:spPr>
            <a:xfrm>
              <a:off x="11337354" y="6025684"/>
              <a:ext cx="841781" cy="465491"/>
            </a:xfrm>
            <a:prstGeom prst="rect">
              <a:avLst/>
            </a:prstGeom>
          </p:spPr>
        </p:pic>
      </p:grpSp>
    </p:spTree>
    <p:extLst>
      <p:ext uri="{BB962C8B-B14F-4D97-AF65-F5344CB8AC3E}">
        <p14:creationId xmlns:p14="http://schemas.microsoft.com/office/powerpoint/2010/main" val="356201863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98DF2D-4C21-45B7-8CEE-41E2C22A3166}"/>
              </a:ext>
            </a:extLst>
          </p:cNvPr>
          <p:cNvSpPr>
            <a:spLocks noGrp="1"/>
          </p:cNvSpPr>
          <p:nvPr>
            <p:ph type="title"/>
          </p:nvPr>
        </p:nvSpPr>
        <p:spPr>
          <a:xfrm>
            <a:off x="838200" y="2249383"/>
            <a:ext cx="10515600" cy="1325563"/>
          </a:xfrm>
        </p:spPr>
        <p:txBody>
          <a:bodyPr>
            <a:normAutofit fontScale="90000"/>
          </a:bodyPr>
          <a:lstStyle/>
          <a:p>
            <a:pPr algn="ctr"/>
            <a:br>
              <a:rPr lang="en-US" dirty="0">
                <a:solidFill>
                  <a:schemeClr val="bg1"/>
                </a:solidFill>
                <a:latin typeface="Gotham Bold" pitchFamily="50" charset="0"/>
              </a:rPr>
            </a:br>
            <a:br>
              <a:rPr lang="en-US" dirty="0">
                <a:solidFill>
                  <a:schemeClr val="bg1"/>
                </a:solidFill>
                <a:latin typeface="Gotham Bold" pitchFamily="50" charset="0"/>
              </a:rPr>
            </a:br>
            <a:br>
              <a:rPr lang="en-US" dirty="0">
                <a:solidFill>
                  <a:schemeClr val="bg1"/>
                </a:solidFill>
                <a:latin typeface="Gotham Bold" pitchFamily="50" charset="0"/>
              </a:rPr>
            </a:br>
            <a:r>
              <a:rPr lang="en-US" sz="7300" dirty="0">
                <a:solidFill>
                  <a:schemeClr val="bg1"/>
                </a:solidFill>
                <a:latin typeface="Gotham Bold" pitchFamily="50" charset="0"/>
              </a:rPr>
              <a:t>Walkthrough</a:t>
            </a:r>
            <a:br>
              <a:rPr lang="en-US" dirty="0">
                <a:solidFill>
                  <a:schemeClr val="bg1"/>
                </a:solidFill>
                <a:latin typeface="Gotham Bold" pitchFamily="50" charset="0"/>
              </a:rPr>
            </a:br>
            <a:br>
              <a:rPr lang="en-US" dirty="0">
                <a:solidFill>
                  <a:schemeClr val="bg1"/>
                </a:solidFill>
                <a:latin typeface="Gotham Bold" pitchFamily="50" charset="0"/>
              </a:rPr>
            </a:br>
            <a:br>
              <a:rPr lang="en-US" dirty="0">
                <a:solidFill>
                  <a:schemeClr val="bg1"/>
                </a:solidFill>
                <a:latin typeface="Gotham Bold" pitchFamily="50" charset="0"/>
              </a:rPr>
            </a:br>
            <a:endParaRPr lang="en-US" dirty="0">
              <a:solidFill>
                <a:schemeClr val="bg1"/>
              </a:solidFill>
              <a:latin typeface="Gotham Bold" pitchFamily="50" charset="0"/>
            </a:endParaRPr>
          </a:p>
        </p:txBody>
      </p:sp>
      <p:sp>
        <p:nvSpPr>
          <p:cNvPr id="9" name="Title 1">
            <a:extLst>
              <a:ext uri="{FF2B5EF4-FFF2-40B4-BE49-F238E27FC236}">
                <a16:creationId xmlns:a16="http://schemas.microsoft.com/office/drawing/2014/main" id="{753E7F3E-4912-4FEA-B34E-7E95D57C3114}"/>
              </a:ext>
            </a:extLst>
          </p:cNvPr>
          <p:cNvSpPr txBox="1">
            <a:spLocks/>
          </p:cNvSpPr>
          <p:nvPr/>
        </p:nvSpPr>
        <p:spPr>
          <a:xfrm>
            <a:off x="1175426" y="3221815"/>
            <a:ext cx="1237034" cy="1325563"/>
          </a:xfrm>
          <a:prstGeom prst="rect">
            <a:avLst/>
          </a:prstGeom>
        </p:spPr>
        <p:txBody>
          <a:bodyPr vert="horz" lIns="91440" tIns="45720" rIns="91440" bIns="45720" rtlCol="0" anchor="ctr">
            <a:normAutofit fontScale="900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br>
              <a:rPr lang="en-US" sz="1800" dirty="0">
                <a:solidFill>
                  <a:schemeClr val="bg1"/>
                </a:solidFill>
                <a:latin typeface="Gotham Bold" pitchFamily="50" charset="0"/>
              </a:rPr>
            </a:br>
            <a:br>
              <a:rPr lang="en-US" sz="1800" dirty="0">
                <a:solidFill>
                  <a:schemeClr val="bg1"/>
                </a:solidFill>
                <a:latin typeface="Gotham Bold" pitchFamily="50" charset="0"/>
              </a:rPr>
            </a:br>
            <a:br>
              <a:rPr lang="en-US" sz="1800" dirty="0">
                <a:solidFill>
                  <a:schemeClr val="bg1"/>
                </a:solidFill>
                <a:latin typeface="Gotham Bold" pitchFamily="50" charset="0"/>
              </a:rPr>
            </a:br>
            <a:br>
              <a:rPr lang="en-US" sz="1800" dirty="0">
                <a:solidFill>
                  <a:schemeClr val="bg1"/>
                </a:solidFill>
                <a:latin typeface="Gotham Bold" pitchFamily="50" charset="0"/>
              </a:rPr>
            </a:br>
            <a:br>
              <a:rPr lang="en-US" sz="1800" dirty="0">
                <a:solidFill>
                  <a:schemeClr val="bg1"/>
                </a:solidFill>
                <a:latin typeface="Gotham Bold" pitchFamily="50" charset="0"/>
              </a:rPr>
            </a:br>
            <a:endParaRPr lang="en-US" sz="1800" dirty="0">
              <a:solidFill>
                <a:schemeClr val="bg1"/>
              </a:solidFill>
              <a:latin typeface="Gotham Bold" pitchFamily="50" charset="0"/>
            </a:endParaRPr>
          </a:p>
        </p:txBody>
      </p:sp>
      <p:sp>
        <p:nvSpPr>
          <p:cNvPr id="3" name="Slide Number Placeholder 2">
            <a:extLst>
              <a:ext uri="{FF2B5EF4-FFF2-40B4-BE49-F238E27FC236}">
                <a16:creationId xmlns:a16="http://schemas.microsoft.com/office/drawing/2014/main" id="{C3004859-76F2-C588-9BF3-1AD17C9C29BD}"/>
              </a:ext>
            </a:extLst>
          </p:cNvPr>
          <p:cNvSpPr>
            <a:spLocks noGrp="1"/>
          </p:cNvSpPr>
          <p:nvPr>
            <p:ph type="sldNum" sz="quarter" idx="12"/>
          </p:nvPr>
        </p:nvSpPr>
        <p:spPr/>
        <p:txBody>
          <a:bodyPr/>
          <a:lstStyle/>
          <a:p>
            <a:fld id="{017C28E0-2F8B-4999-AEA2-B3AA3AE8994F}" type="slidenum">
              <a:rPr lang="en-US" smtClean="0"/>
              <a:t>33</a:t>
            </a:fld>
            <a:endParaRPr lang="en-US"/>
          </a:p>
        </p:txBody>
      </p:sp>
      <p:grpSp>
        <p:nvGrpSpPr>
          <p:cNvPr id="5" name="Group 4">
            <a:extLst>
              <a:ext uri="{FF2B5EF4-FFF2-40B4-BE49-F238E27FC236}">
                <a16:creationId xmlns:a16="http://schemas.microsoft.com/office/drawing/2014/main" id="{50F4DB08-7580-2CC5-FFAE-08729815218D}"/>
              </a:ext>
            </a:extLst>
          </p:cNvPr>
          <p:cNvGrpSpPr/>
          <p:nvPr/>
        </p:nvGrpSpPr>
        <p:grpSpPr>
          <a:xfrm>
            <a:off x="11317255" y="5989103"/>
            <a:ext cx="841781" cy="748032"/>
            <a:chOff x="11337354" y="6025684"/>
            <a:chExt cx="841781" cy="748032"/>
          </a:xfrm>
        </p:grpSpPr>
        <p:pic>
          <p:nvPicPr>
            <p:cNvPr id="6" name="Picture 5">
              <a:extLst>
                <a:ext uri="{FF2B5EF4-FFF2-40B4-BE49-F238E27FC236}">
                  <a16:creationId xmlns:a16="http://schemas.microsoft.com/office/drawing/2014/main" id="{D0D5587E-B3E0-C28C-3060-4B80AEC1F53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424975" y="6538912"/>
              <a:ext cx="666541" cy="234804"/>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descr="Logo COP3530">
              <a:extLst>
                <a:ext uri="{FF2B5EF4-FFF2-40B4-BE49-F238E27FC236}">
                  <a16:creationId xmlns:a16="http://schemas.microsoft.com/office/drawing/2014/main" id="{24E8E38E-F9CC-80B7-A72C-E9BC35C13DD5}"/>
                </a:ext>
              </a:extLst>
            </p:cNvPr>
            <p:cNvPicPr>
              <a:picLocks noChangeAspect="1"/>
            </p:cNvPicPr>
            <p:nvPr/>
          </p:nvPicPr>
          <p:blipFill rotWithShape="1">
            <a:blip r:embed="rId4"/>
            <a:srcRect t="1" b="20587"/>
            <a:stretch/>
          </p:blipFill>
          <p:spPr>
            <a:xfrm>
              <a:off x="11337354" y="6025684"/>
              <a:ext cx="841781" cy="465491"/>
            </a:xfrm>
            <a:prstGeom prst="rect">
              <a:avLst/>
            </a:prstGeom>
          </p:spPr>
        </p:pic>
      </p:grpSp>
    </p:spTree>
    <p:extLst>
      <p:ext uri="{BB962C8B-B14F-4D97-AF65-F5344CB8AC3E}">
        <p14:creationId xmlns:p14="http://schemas.microsoft.com/office/powerpoint/2010/main" val="383741881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87BD2CDF-8D58-4693-9B66-627F172EF52B}"/>
              </a:ext>
            </a:extLst>
          </p:cNvPr>
          <p:cNvSpPr txBox="1"/>
          <p:nvPr/>
        </p:nvSpPr>
        <p:spPr>
          <a:xfrm>
            <a:off x="1749288" y="1764954"/>
            <a:ext cx="5782728" cy="3707233"/>
          </a:xfrm>
          <a:prstGeom prst="rect">
            <a:avLst/>
          </a:prstGeom>
          <a:noFill/>
        </p:spPr>
        <p:txBody>
          <a:bodyPr wrap="square" rtlCol="0">
            <a:spAutoFit/>
          </a:bodyPr>
          <a:lstStyle/>
          <a:p>
            <a:pPr marL="685800" indent="-685800">
              <a:lnSpc>
                <a:spcPct val="150000"/>
              </a:lnSpc>
              <a:buFont typeface="Wingdings" panose="05000000000000000000" pitchFamily="2" charset="2"/>
              <a:buChar char="§"/>
            </a:pPr>
            <a:r>
              <a:rPr lang="en-US" sz="3200" dirty="0">
                <a:solidFill>
                  <a:srgbClr val="1D9EFF"/>
                </a:solidFill>
              </a:rPr>
              <a:t>Canvas</a:t>
            </a:r>
          </a:p>
          <a:p>
            <a:pPr marL="685800" indent="-685800">
              <a:lnSpc>
                <a:spcPct val="150000"/>
              </a:lnSpc>
              <a:buFont typeface="Wingdings" panose="05000000000000000000" pitchFamily="2" charset="2"/>
              <a:buChar char="§"/>
            </a:pPr>
            <a:r>
              <a:rPr lang="en-US" sz="3200" dirty="0">
                <a:solidFill>
                  <a:srgbClr val="1D9EFF"/>
                </a:solidFill>
              </a:rPr>
              <a:t>OpenDSA</a:t>
            </a:r>
          </a:p>
          <a:p>
            <a:pPr marL="685800" indent="-685800">
              <a:lnSpc>
                <a:spcPct val="150000"/>
              </a:lnSpc>
              <a:buFont typeface="Wingdings" panose="05000000000000000000" pitchFamily="2" charset="2"/>
              <a:buChar char="§"/>
            </a:pPr>
            <a:r>
              <a:rPr lang="en-US" sz="3200" dirty="0">
                <a:solidFill>
                  <a:srgbClr val="1D9EFF"/>
                </a:solidFill>
              </a:rPr>
              <a:t>Slack</a:t>
            </a:r>
          </a:p>
          <a:p>
            <a:pPr marL="685800" indent="-685800">
              <a:lnSpc>
                <a:spcPct val="150000"/>
              </a:lnSpc>
              <a:buFont typeface="Wingdings" panose="05000000000000000000" pitchFamily="2" charset="2"/>
              <a:buChar char="§"/>
            </a:pPr>
            <a:r>
              <a:rPr lang="en-US" sz="3200" dirty="0" err="1">
                <a:solidFill>
                  <a:srgbClr val="1D9EFF"/>
                </a:solidFill>
              </a:rPr>
              <a:t>Edugator</a:t>
            </a:r>
            <a:endParaRPr lang="en-US" sz="3200" dirty="0">
              <a:solidFill>
                <a:srgbClr val="1D9EFF"/>
              </a:solidFill>
            </a:endParaRPr>
          </a:p>
          <a:p>
            <a:pPr marL="685800" indent="-685800">
              <a:lnSpc>
                <a:spcPct val="150000"/>
              </a:lnSpc>
              <a:buFont typeface="Wingdings" panose="05000000000000000000" pitchFamily="2" charset="2"/>
              <a:buChar char="§"/>
            </a:pPr>
            <a:r>
              <a:rPr lang="en-US" sz="3200" dirty="0" err="1">
                <a:solidFill>
                  <a:srgbClr val="1D9EFF"/>
                </a:solidFill>
              </a:rPr>
              <a:t>Gradescope</a:t>
            </a:r>
            <a:endParaRPr lang="en-US" sz="4400" dirty="0">
              <a:solidFill>
                <a:srgbClr val="1D9EFF"/>
              </a:solidFill>
            </a:endParaRPr>
          </a:p>
        </p:txBody>
      </p:sp>
      <p:sp>
        <p:nvSpPr>
          <p:cNvPr id="8" name="Title 1">
            <a:extLst>
              <a:ext uri="{FF2B5EF4-FFF2-40B4-BE49-F238E27FC236}">
                <a16:creationId xmlns:a16="http://schemas.microsoft.com/office/drawing/2014/main" id="{8C940D43-803C-4F4B-88B9-75C12ADDAFDC}"/>
              </a:ext>
            </a:extLst>
          </p:cNvPr>
          <p:cNvSpPr>
            <a:spLocks noGrp="1"/>
          </p:cNvSpPr>
          <p:nvPr>
            <p:ph type="title"/>
          </p:nvPr>
        </p:nvSpPr>
        <p:spPr>
          <a:xfrm>
            <a:off x="838200" y="365125"/>
            <a:ext cx="10515600" cy="1325563"/>
          </a:xfrm>
        </p:spPr>
        <p:txBody>
          <a:bodyPr>
            <a:normAutofit fontScale="90000"/>
          </a:bodyPr>
          <a:lstStyle/>
          <a:p>
            <a:br>
              <a:rPr lang="en-US" dirty="0">
                <a:solidFill>
                  <a:schemeClr val="bg1"/>
                </a:solidFill>
                <a:latin typeface="Gotham Bold" pitchFamily="50" charset="0"/>
              </a:rPr>
            </a:br>
            <a:br>
              <a:rPr lang="en-US" dirty="0">
                <a:solidFill>
                  <a:schemeClr val="bg1"/>
                </a:solidFill>
                <a:latin typeface="Gotham Bold" pitchFamily="50" charset="0"/>
              </a:rPr>
            </a:br>
            <a:br>
              <a:rPr lang="en-US" dirty="0">
                <a:solidFill>
                  <a:schemeClr val="bg1"/>
                </a:solidFill>
                <a:latin typeface="Gotham Bold" pitchFamily="50" charset="0"/>
              </a:rPr>
            </a:br>
            <a:r>
              <a:rPr lang="en-US" dirty="0">
                <a:solidFill>
                  <a:schemeClr val="bg1"/>
                </a:solidFill>
                <a:latin typeface="Gotham Bold" pitchFamily="50" charset="0"/>
              </a:rPr>
              <a:t>Walkthrough</a:t>
            </a:r>
            <a:br>
              <a:rPr lang="en-US" dirty="0">
                <a:solidFill>
                  <a:schemeClr val="bg1"/>
                </a:solidFill>
                <a:latin typeface="Gotham Bold" pitchFamily="50" charset="0"/>
              </a:rPr>
            </a:br>
            <a:br>
              <a:rPr lang="en-US" dirty="0">
                <a:solidFill>
                  <a:schemeClr val="bg1"/>
                </a:solidFill>
                <a:latin typeface="Gotham Bold" pitchFamily="50" charset="0"/>
              </a:rPr>
            </a:br>
            <a:br>
              <a:rPr lang="en-US" dirty="0">
                <a:solidFill>
                  <a:schemeClr val="bg1"/>
                </a:solidFill>
                <a:latin typeface="Gotham Bold" pitchFamily="50" charset="0"/>
              </a:rPr>
            </a:br>
            <a:endParaRPr lang="en-US" dirty="0">
              <a:solidFill>
                <a:schemeClr val="bg1"/>
              </a:solidFill>
              <a:latin typeface="Gotham Bold" pitchFamily="50" charset="0"/>
            </a:endParaRPr>
          </a:p>
        </p:txBody>
      </p:sp>
      <p:sp>
        <p:nvSpPr>
          <p:cNvPr id="2" name="Slide Number Placeholder 1">
            <a:extLst>
              <a:ext uri="{FF2B5EF4-FFF2-40B4-BE49-F238E27FC236}">
                <a16:creationId xmlns:a16="http://schemas.microsoft.com/office/drawing/2014/main" id="{7CECF4B5-1582-7EDD-D3AE-DF02FE63B1FF}"/>
              </a:ext>
            </a:extLst>
          </p:cNvPr>
          <p:cNvSpPr>
            <a:spLocks noGrp="1"/>
          </p:cNvSpPr>
          <p:nvPr>
            <p:ph type="sldNum" sz="quarter" idx="12"/>
          </p:nvPr>
        </p:nvSpPr>
        <p:spPr/>
        <p:txBody>
          <a:bodyPr/>
          <a:lstStyle/>
          <a:p>
            <a:fld id="{017C28E0-2F8B-4999-AEA2-B3AA3AE8994F}" type="slidenum">
              <a:rPr lang="en-US" smtClean="0"/>
              <a:t>34</a:t>
            </a:fld>
            <a:endParaRPr lang="en-US"/>
          </a:p>
        </p:txBody>
      </p:sp>
      <p:grpSp>
        <p:nvGrpSpPr>
          <p:cNvPr id="5" name="Group 4">
            <a:extLst>
              <a:ext uri="{FF2B5EF4-FFF2-40B4-BE49-F238E27FC236}">
                <a16:creationId xmlns:a16="http://schemas.microsoft.com/office/drawing/2014/main" id="{839FA2F9-606F-1CAF-4295-DC8A719C1C6F}"/>
              </a:ext>
            </a:extLst>
          </p:cNvPr>
          <p:cNvGrpSpPr/>
          <p:nvPr/>
        </p:nvGrpSpPr>
        <p:grpSpPr>
          <a:xfrm>
            <a:off x="11317255" y="5989103"/>
            <a:ext cx="841781" cy="748032"/>
            <a:chOff x="11337354" y="6025684"/>
            <a:chExt cx="841781" cy="748032"/>
          </a:xfrm>
        </p:grpSpPr>
        <p:pic>
          <p:nvPicPr>
            <p:cNvPr id="6" name="Picture 5">
              <a:extLst>
                <a:ext uri="{FF2B5EF4-FFF2-40B4-BE49-F238E27FC236}">
                  <a16:creationId xmlns:a16="http://schemas.microsoft.com/office/drawing/2014/main" id="{E5F229F0-D41C-46B3-6953-18E7818354D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424975" y="6538912"/>
              <a:ext cx="666541" cy="234804"/>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8" descr="Logo COP3530">
              <a:extLst>
                <a:ext uri="{FF2B5EF4-FFF2-40B4-BE49-F238E27FC236}">
                  <a16:creationId xmlns:a16="http://schemas.microsoft.com/office/drawing/2014/main" id="{AC74A663-0732-CA2A-AA99-591231E4B7BA}"/>
                </a:ext>
              </a:extLst>
            </p:cNvPr>
            <p:cNvPicPr>
              <a:picLocks noChangeAspect="1"/>
            </p:cNvPicPr>
            <p:nvPr/>
          </p:nvPicPr>
          <p:blipFill rotWithShape="1">
            <a:blip r:embed="rId4"/>
            <a:srcRect t="1" b="20587"/>
            <a:stretch/>
          </p:blipFill>
          <p:spPr>
            <a:xfrm>
              <a:off x="11337354" y="6025684"/>
              <a:ext cx="841781" cy="465491"/>
            </a:xfrm>
            <a:prstGeom prst="rect">
              <a:avLst/>
            </a:prstGeom>
          </p:spPr>
        </p:pic>
      </p:grpSp>
    </p:spTree>
    <p:extLst>
      <p:ext uri="{BB962C8B-B14F-4D97-AF65-F5344CB8AC3E}">
        <p14:creationId xmlns:p14="http://schemas.microsoft.com/office/powerpoint/2010/main" val="399165801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98DF2D-4C21-45B7-8CEE-41E2C22A3166}"/>
              </a:ext>
            </a:extLst>
          </p:cNvPr>
          <p:cNvSpPr>
            <a:spLocks noGrp="1"/>
          </p:cNvSpPr>
          <p:nvPr>
            <p:ph type="title"/>
          </p:nvPr>
        </p:nvSpPr>
        <p:spPr>
          <a:xfrm>
            <a:off x="838200" y="2249383"/>
            <a:ext cx="10515600" cy="1325563"/>
          </a:xfrm>
        </p:spPr>
        <p:txBody>
          <a:bodyPr>
            <a:normAutofit fontScale="90000"/>
          </a:bodyPr>
          <a:lstStyle/>
          <a:p>
            <a:pPr algn="ctr"/>
            <a:br>
              <a:rPr lang="en-US" dirty="0">
                <a:solidFill>
                  <a:schemeClr val="bg1"/>
                </a:solidFill>
                <a:latin typeface="Gotham Bold" pitchFamily="50" charset="0"/>
              </a:rPr>
            </a:br>
            <a:br>
              <a:rPr lang="en-US" dirty="0">
                <a:solidFill>
                  <a:schemeClr val="bg1"/>
                </a:solidFill>
                <a:latin typeface="Gotham Bold" pitchFamily="50" charset="0"/>
              </a:rPr>
            </a:br>
            <a:br>
              <a:rPr lang="en-US" dirty="0">
                <a:solidFill>
                  <a:schemeClr val="bg1"/>
                </a:solidFill>
                <a:latin typeface="Gotham Bold" pitchFamily="50" charset="0"/>
              </a:rPr>
            </a:br>
            <a:r>
              <a:rPr lang="en-US" sz="7300" dirty="0">
                <a:solidFill>
                  <a:schemeClr val="bg1"/>
                </a:solidFill>
                <a:latin typeface="Gotham Bold" pitchFamily="50" charset="0"/>
              </a:rPr>
              <a:t>Questions</a:t>
            </a:r>
            <a:br>
              <a:rPr lang="en-US" dirty="0">
                <a:solidFill>
                  <a:schemeClr val="bg1"/>
                </a:solidFill>
                <a:latin typeface="Gotham Bold" pitchFamily="50" charset="0"/>
              </a:rPr>
            </a:br>
            <a:br>
              <a:rPr lang="en-US" dirty="0">
                <a:solidFill>
                  <a:schemeClr val="bg1"/>
                </a:solidFill>
                <a:latin typeface="Gotham Bold" pitchFamily="50" charset="0"/>
              </a:rPr>
            </a:br>
            <a:br>
              <a:rPr lang="en-US" dirty="0">
                <a:solidFill>
                  <a:schemeClr val="bg1"/>
                </a:solidFill>
                <a:latin typeface="Gotham Bold" pitchFamily="50" charset="0"/>
              </a:rPr>
            </a:br>
            <a:endParaRPr lang="en-US" dirty="0">
              <a:solidFill>
                <a:schemeClr val="bg1"/>
              </a:solidFill>
              <a:latin typeface="Gotham Bold" pitchFamily="50" charset="0"/>
            </a:endParaRPr>
          </a:p>
        </p:txBody>
      </p:sp>
      <p:sp>
        <p:nvSpPr>
          <p:cNvPr id="9" name="Title 1">
            <a:extLst>
              <a:ext uri="{FF2B5EF4-FFF2-40B4-BE49-F238E27FC236}">
                <a16:creationId xmlns:a16="http://schemas.microsoft.com/office/drawing/2014/main" id="{753E7F3E-4912-4FEA-B34E-7E95D57C3114}"/>
              </a:ext>
            </a:extLst>
          </p:cNvPr>
          <p:cNvSpPr txBox="1">
            <a:spLocks/>
          </p:cNvSpPr>
          <p:nvPr/>
        </p:nvSpPr>
        <p:spPr>
          <a:xfrm>
            <a:off x="1175426" y="3221815"/>
            <a:ext cx="1237034" cy="1325563"/>
          </a:xfrm>
          <a:prstGeom prst="rect">
            <a:avLst/>
          </a:prstGeom>
        </p:spPr>
        <p:txBody>
          <a:bodyPr vert="horz" lIns="91440" tIns="45720" rIns="91440" bIns="45720" rtlCol="0" anchor="ctr">
            <a:normAutofit fontScale="900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br>
              <a:rPr lang="en-US" sz="1800" dirty="0">
                <a:solidFill>
                  <a:schemeClr val="bg1"/>
                </a:solidFill>
                <a:latin typeface="Gotham Bold" pitchFamily="50" charset="0"/>
              </a:rPr>
            </a:br>
            <a:br>
              <a:rPr lang="en-US" sz="1800" dirty="0">
                <a:solidFill>
                  <a:schemeClr val="bg1"/>
                </a:solidFill>
                <a:latin typeface="Gotham Bold" pitchFamily="50" charset="0"/>
              </a:rPr>
            </a:br>
            <a:br>
              <a:rPr lang="en-US" sz="1800" dirty="0">
                <a:solidFill>
                  <a:schemeClr val="bg1"/>
                </a:solidFill>
                <a:latin typeface="Gotham Bold" pitchFamily="50" charset="0"/>
              </a:rPr>
            </a:br>
            <a:br>
              <a:rPr lang="en-US" sz="1800" dirty="0">
                <a:solidFill>
                  <a:schemeClr val="bg1"/>
                </a:solidFill>
                <a:latin typeface="Gotham Bold" pitchFamily="50" charset="0"/>
              </a:rPr>
            </a:br>
            <a:br>
              <a:rPr lang="en-US" sz="1800" dirty="0">
                <a:solidFill>
                  <a:schemeClr val="bg1"/>
                </a:solidFill>
                <a:latin typeface="Gotham Bold" pitchFamily="50" charset="0"/>
              </a:rPr>
            </a:br>
            <a:endParaRPr lang="en-US" sz="1800" dirty="0">
              <a:solidFill>
                <a:schemeClr val="bg1"/>
              </a:solidFill>
              <a:latin typeface="Gotham Bold" pitchFamily="50" charset="0"/>
            </a:endParaRPr>
          </a:p>
        </p:txBody>
      </p:sp>
      <p:sp>
        <p:nvSpPr>
          <p:cNvPr id="3" name="Slide Number Placeholder 2">
            <a:extLst>
              <a:ext uri="{FF2B5EF4-FFF2-40B4-BE49-F238E27FC236}">
                <a16:creationId xmlns:a16="http://schemas.microsoft.com/office/drawing/2014/main" id="{1685831A-2503-F24A-7A48-28E3F5EB42A1}"/>
              </a:ext>
            </a:extLst>
          </p:cNvPr>
          <p:cNvSpPr>
            <a:spLocks noGrp="1"/>
          </p:cNvSpPr>
          <p:nvPr>
            <p:ph type="sldNum" sz="quarter" idx="12"/>
          </p:nvPr>
        </p:nvSpPr>
        <p:spPr/>
        <p:txBody>
          <a:bodyPr/>
          <a:lstStyle/>
          <a:p>
            <a:fld id="{017C28E0-2F8B-4999-AEA2-B3AA3AE8994F}" type="slidenum">
              <a:rPr lang="en-US" smtClean="0"/>
              <a:t>35</a:t>
            </a:fld>
            <a:endParaRPr lang="en-US"/>
          </a:p>
        </p:txBody>
      </p:sp>
      <p:grpSp>
        <p:nvGrpSpPr>
          <p:cNvPr id="5" name="Group 4">
            <a:extLst>
              <a:ext uri="{FF2B5EF4-FFF2-40B4-BE49-F238E27FC236}">
                <a16:creationId xmlns:a16="http://schemas.microsoft.com/office/drawing/2014/main" id="{6BC68BA8-9198-5AEB-8F03-6DA5A202DBD0}"/>
              </a:ext>
            </a:extLst>
          </p:cNvPr>
          <p:cNvGrpSpPr/>
          <p:nvPr/>
        </p:nvGrpSpPr>
        <p:grpSpPr>
          <a:xfrm>
            <a:off x="11317255" y="5989103"/>
            <a:ext cx="841781" cy="748032"/>
            <a:chOff x="11337354" y="6025684"/>
            <a:chExt cx="841781" cy="748032"/>
          </a:xfrm>
        </p:grpSpPr>
        <p:pic>
          <p:nvPicPr>
            <p:cNvPr id="6" name="Picture 5">
              <a:extLst>
                <a:ext uri="{FF2B5EF4-FFF2-40B4-BE49-F238E27FC236}">
                  <a16:creationId xmlns:a16="http://schemas.microsoft.com/office/drawing/2014/main" id="{E49D909E-7967-D592-85AD-AFFBD59757D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424975" y="6538912"/>
              <a:ext cx="666541" cy="234804"/>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descr="Logo COP3530">
              <a:extLst>
                <a:ext uri="{FF2B5EF4-FFF2-40B4-BE49-F238E27FC236}">
                  <a16:creationId xmlns:a16="http://schemas.microsoft.com/office/drawing/2014/main" id="{2EEA346E-C9ED-31F1-4085-D31AC720D19B}"/>
                </a:ext>
              </a:extLst>
            </p:cNvPr>
            <p:cNvPicPr>
              <a:picLocks noChangeAspect="1"/>
            </p:cNvPicPr>
            <p:nvPr/>
          </p:nvPicPr>
          <p:blipFill rotWithShape="1">
            <a:blip r:embed="rId4"/>
            <a:srcRect t="1" b="20587"/>
            <a:stretch/>
          </p:blipFill>
          <p:spPr>
            <a:xfrm>
              <a:off x="11337354" y="6025684"/>
              <a:ext cx="841781" cy="465491"/>
            </a:xfrm>
            <a:prstGeom prst="rect">
              <a:avLst/>
            </a:prstGeom>
          </p:spPr>
        </p:pic>
      </p:grpSp>
    </p:spTree>
    <p:extLst>
      <p:ext uri="{BB962C8B-B14F-4D97-AF65-F5344CB8AC3E}">
        <p14:creationId xmlns:p14="http://schemas.microsoft.com/office/powerpoint/2010/main" val="3286044703"/>
      </p:ext>
    </p:extLst>
  </p:cSld>
  <p:clrMapOvr>
    <a:masterClrMapping/>
  </p:clrMapOvr>
</p:sld>
</file>

<file path=ppt/theme/theme1.xml><?xml version="1.0" encoding="utf-8"?>
<a:theme xmlns:a="http://schemas.openxmlformats.org/drawingml/2006/main" name="1_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4762</TotalTime>
  <Words>2399</Words>
  <Application>Microsoft Office PowerPoint</Application>
  <PresentationFormat>Widescreen</PresentationFormat>
  <Paragraphs>469</Paragraphs>
  <Slides>35</Slides>
  <Notes>35</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35</vt:i4>
      </vt:variant>
    </vt:vector>
  </HeadingPairs>
  <TitlesOfParts>
    <vt:vector size="45" baseType="lpstr">
      <vt:lpstr>Arial</vt:lpstr>
      <vt:lpstr>Calibri</vt:lpstr>
      <vt:lpstr>Calibri Light</vt:lpstr>
      <vt:lpstr>Consolas</vt:lpstr>
      <vt:lpstr>Courier New</vt:lpstr>
      <vt:lpstr>Gotham Bold</vt:lpstr>
      <vt:lpstr>Lato Extended</vt:lpstr>
      <vt:lpstr>Times New Roman</vt:lpstr>
      <vt:lpstr>Wingdings</vt:lpstr>
      <vt:lpstr>1_Office Theme</vt:lpstr>
      <vt:lpstr>PowerPoint Presentation</vt:lpstr>
      <vt:lpstr>   About Me: Amanpreet Kapoor          </vt:lpstr>
      <vt:lpstr>   Course Staff   </vt:lpstr>
      <vt:lpstr>   Learners: Let’s Get to Know You   </vt:lpstr>
      <vt:lpstr>   Course Objectives   </vt:lpstr>
      <vt:lpstr>   What is this Course About?   </vt:lpstr>
      <vt:lpstr>   What is this Course About?   </vt:lpstr>
      <vt:lpstr>  Categories of Data Structures  </vt:lpstr>
      <vt:lpstr>  Categories of Algorithms  </vt:lpstr>
      <vt:lpstr>   Logistics &amp; Policies   </vt:lpstr>
      <vt:lpstr>   Format   </vt:lpstr>
      <vt:lpstr>   Communication   </vt:lpstr>
      <vt:lpstr>   Communication   </vt:lpstr>
      <vt:lpstr>   Communication   </vt:lpstr>
      <vt:lpstr>   Debugging   </vt:lpstr>
      <vt:lpstr>   Grading   </vt:lpstr>
      <vt:lpstr>   Timeline   </vt:lpstr>
      <vt:lpstr> Programming Language </vt:lpstr>
      <vt:lpstr>   Tools   </vt:lpstr>
      <vt:lpstr>   Tools   </vt:lpstr>
      <vt:lpstr>   Tools   </vt:lpstr>
      <vt:lpstr>   Textbook (Optional)   </vt:lpstr>
      <vt:lpstr>   Feedback   </vt:lpstr>
      <vt:lpstr>   Expectations   </vt:lpstr>
      <vt:lpstr>Expectations</vt:lpstr>
      <vt:lpstr>Expectations</vt:lpstr>
      <vt:lpstr>   Academic Dishonesty   </vt:lpstr>
      <vt:lpstr>   Academic Dishonesty   </vt:lpstr>
      <vt:lpstr>   Academic Dishonesty and GenAI policy   </vt:lpstr>
      <vt:lpstr>   Request for Extensions   </vt:lpstr>
      <vt:lpstr>  Acknowledgements</vt:lpstr>
      <vt:lpstr>  References</vt:lpstr>
      <vt:lpstr>   Walkthrough   </vt:lpstr>
      <vt:lpstr>   Walkthrough   </vt:lpstr>
      <vt:lpstr>   Questions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Amanpreet Kapoor Amanpreet Kapoor</dc:title>
  <dc:creator>amanpreet kapoor</dc:creator>
  <cp:lastModifiedBy>Kapoor,Amanpreet</cp:lastModifiedBy>
  <cp:revision>375</cp:revision>
  <dcterms:created xsi:type="dcterms:W3CDTF">2020-04-14T17:15:24Z</dcterms:created>
  <dcterms:modified xsi:type="dcterms:W3CDTF">2026-08-20T15:10:28Z</dcterms:modified>
</cp:coreProperties>
</file>