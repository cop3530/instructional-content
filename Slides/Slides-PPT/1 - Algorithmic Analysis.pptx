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6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9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  <p:sldMasterId id="2147483708" r:id="rId2"/>
  </p:sldMasterIdLst>
  <p:notesMasterIdLst>
    <p:notesMasterId r:id="rId115"/>
  </p:notesMasterIdLst>
  <p:sldIdLst>
    <p:sldId id="442" r:id="rId3"/>
    <p:sldId id="425" r:id="rId4"/>
    <p:sldId id="443" r:id="rId5"/>
    <p:sldId id="444" r:id="rId6"/>
    <p:sldId id="447" r:id="rId7"/>
    <p:sldId id="378" r:id="rId8"/>
    <p:sldId id="484" r:id="rId9"/>
    <p:sldId id="452" r:id="rId10"/>
    <p:sldId id="454" r:id="rId11"/>
    <p:sldId id="455" r:id="rId12"/>
    <p:sldId id="456" r:id="rId13"/>
    <p:sldId id="457" r:id="rId14"/>
    <p:sldId id="458" r:id="rId15"/>
    <p:sldId id="459" r:id="rId16"/>
    <p:sldId id="460" r:id="rId17"/>
    <p:sldId id="464" r:id="rId18"/>
    <p:sldId id="485" r:id="rId19"/>
    <p:sldId id="349" r:id="rId20"/>
    <p:sldId id="465" r:id="rId21"/>
    <p:sldId id="466" r:id="rId22"/>
    <p:sldId id="467" r:id="rId23"/>
    <p:sldId id="468" r:id="rId24"/>
    <p:sldId id="486" r:id="rId25"/>
    <p:sldId id="469" r:id="rId26"/>
    <p:sldId id="350" r:id="rId27"/>
    <p:sldId id="470" r:id="rId28"/>
    <p:sldId id="472" r:id="rId29"/>
    <p:sldId id="473" r:id="rId30"/>
    <p:sldId id="475" r:id="rId31"/>
    <p:sldId id="351" r:id="rId32"/>
    <p:sldId id="476" r:id="rId33"/>
    <p:sldId id="404" r:id="rId34"/>
    <p:sldId id="477" r:id="rId35"/>
    <p:sldId id="478" r:id="rId36"/>
    <p:sldId id="480" r:id="rId37"/>
    <p:sldId id="426" r:id="rId38"/>
    <p:sldId id="427" r:id="rId39"/>
    <p:sldId id="481" r:id="rId40"/>
    <p:sldId id="397" r:id="rId41"/>
    <p:sldId id="336" r:id="rId42"/>
    <p:sldId id="428" r:id="rId43"/>
    <p:sldId id="393" r:id="rId44"/>
    <p:sldId id="432" r:id="rId45"/>
    <p:sldId id="371" r:id="rId46"/>
    <p:sldId id="352" r:id="rId47"/>
    <p:sldId id="433" r:id="rId48"/>
    <p:sldId id="381" r:id="rId49"/>
    <p:sldId id="368" r:id="rId50"/>
    <p:sldId id="269" r:id="rId51"/>
    <p:sldId id="369" r:id="rId52"/>
    <p:sldId id="370" r:id="rId53"/>
    <p:sldId id="374" r:id="rId54"/>
    <p:sldId id="382" r:id="rId55"/>
    <p:sldId id="356" r:id="rId56"/>
    <p:sldId id="357" r:id="rId57"/>
    <p:sldId id="508" r:id="rId58"/>
    <p:sldId id="509" r:id="rId59"/>
    <p:sldId id="434" r:id="rId60"/>
    <p:sldId id="504" r:id="rId61"/>
    <p:sldId id="505" r:id="rId62"/>
    <p:sldId id="506" r:id="rId63"/>
    <p:sldId id="383" r:id="rId64"/>
    <p:sldId id="372" r:id="rId65"/>
    <p:sldId id="273" r:id="rId66"/>
    <p:sldId id="435" r:id="rId67"/>
    <p:sldId id="499" r:id="rId68"/>
    <p:sldId id="500" r:id="rId69"/>
    <p:sldId id="436" r:id="rId70"/>
    <p:sldId id="437" r:id="rId71"/>
    <p:sldId id="501" r:id="rId72"/>
    <p:sldId id="438" r:id="rId73"/>
    <p:sldId id="502" r:id="rId74"/>
    <p:sldId id="487" r:id="rId75"/>
    <p:sldId id="503" r:id="rId76"/>
    <p:sldId id="488" r:id="rId77"/>
    <p:sldId id="507" r:id="rId78"/>
    <p:sldId id="423" r:id="rId79"/>
    <p:sldId id="497" r:id="rId80"/>
    <p:sldId id="510" r:id="rId81"/>
    <p:sldId id="420" r:id="rId82"/>
    <p:sldId id="421" r:id="rId83"/>
    <p:sldId id="422" r:id="rId84"/>
    <p:sldId id="439" r:id="rId85"/>
    <p:sldId id="440" r:id="rId86"/>
    <p:sldId id="441" r:id="rId87"/>
    <p:sldId id="496" r:id="rId88"/>
    <p:sldId id="389" r:id="rId89"/>
    <p:sldId id="489" r:id="rId90"/>
    <p:sldId id="490" r:id="rId91"/>
    <p:sldId id="491" r:id="rId92"/>
    <p:sldId id="492" r:id="rId93"/>
    <p:sldId id="493" r:id="rId94"/>
    <p:sldId id="494" r:id="rId95"/>
    <p:sldId id="495" r:id="rId96"/>
    <p:sldId id="416" r:id="rId97"/>
    <p:sldId id="417" r:id="rId98"/>
    <p:sldId id="402" r:id="rId99"/>
    <p:sldId id="403" r:id="rId100"/>
    <p:sldId id="406" r:id="rId101"/>
    <p:sldId id="407" r:id="rId102"/>
    <p:sldId id="405" r:id="rId103"/>
    <p:sldId id="409" r:id="rId104"/>
    <p:sldId id="408" r:id="rId105"/>
    <p:sldId id="410" r:id="rId106"/>
    <p:sldId id="411" r:id="rId107"/>
    <p:sldId id="412" r:id="rId108"/>
    <p:sldId id="413" r:id="rId109"/>
    <p:sldId id="414" r:id="rId110"/>
    <p:sldId id="415" r:id="rId111"/>
    <p:sldId id="418" r:id="rId112"/>
    <p:sldId id="390" r:id="rId113"/>
    <p:sldId id="394" r:id="rId11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A63"/>
    <a:srgbClr val="FFF2CC"/>
    <a:srgbClr val="EB6E19"/>
    <a:srgbClr val="0081E2"/>
    <a:srgbClr val="E60000"/>
    <a:srgbClr val="F7FA82"/>
    <a:srgbClr val="00B050"/>
    <a:srgbClr val="FF939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B455C9-D2F7-4863-8A12-898612734935}" v="139" dt="2026-10-01T16:42:33.9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 autoAdjust="0"/>
    <p:restoredTop sz="76493" autoAdjust="0"/>
  </p:normalViewPr>
  <p:slideViewPr>
    <p:cSldViewPr snapToGrid="0">
      <p:cViewPr varScale="1">
        <p:scale>
          <a:sx n="84" d="100"/>
          <a:sy n="84" d="100"/>
        </p:scale>
        <p:origin x="9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viewProps" Target="viewProps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theme" Target="theme/theme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tableStyles" Target="tableStyles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microsoft.com/office/2016/11/relationships/changesInfo" Target="changesInfos/changesInfo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microsoft.com/office/2015/10/relationships/revisionInfo" Target="revisionInfo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poor,Amanpreet" userId="5465ae5f-3ea6-4989-a24a-46ffecd15609" providerId="ADAL" clId="{E7E610D5-8D10-40F3-A5B7-2B0026961471}"/>
    <pc:docChg chg="modSld">
      <pc:chgData name="Kapoor,Amanpreet" userId="5465ae5f-3ea6-4989-a24a-46ffecd15609" providerId="ADAL" clId="{E7E610D5-8D10-40F3-A5B7-2B0026961471}" dt="2026-10-01T16:42:36.036" v="191" actId="962"/>
      <pc:docMkLst>
        <pc:docMk/>
      </pc:docMkLst>
      <pc:sldChg chg="modSp">
        <pc:chgData name="Kapoor,Amanpreet" userId="5465ae5f-3ea6-4989-a24a-46ffecd15609" providerId="ADAL" clId="{E7E610D5-8D10-40F3-A5B7-2B0026961471}" dt="2026-10-01T16:42:07.629" v="99" actId="962"/>
        <pc:sldMkLst>
          <pc:docMk/>
          <pc:sldMk cId="1513658750" sldId="269"/>
        </pc:sldMkLst>
        <pc:grpChg chg="mod">
          <ac:chgData name="Kapoor,Amanpreet" userId="5465ae5f-3ea6-4989-a24a-46ffecd15609" providerId="ADAL" clId="{E7E610D5-8D10-40F3-A5B7-2B0026961471}" dt="2026-10-01T16:42:07.629" v="99" actId="962"/>
          <ac:grpSpMkLst>
            <pc:docMk/>
            <pc:sldMk cId="1513658750" sldId="269"/>
            <ac:grpSpMk id="5" creationId="{2590B27D-6DA5-49A9-AA78-4A34AB777DED}"/>
          </ac:grpSpMkLst>
        </pc:grpChg>
      </pc:sldChg>
      <pc:sldChg chg="modSp mod">
        <pc:chgData name="Kapoor,Amanpreet" userId="5465ae5f-3ea6-4989-a24a-46ffecd15609" providerId="ADAL" clId="{E7E610D5-8D10-40F3-A5B7-2B0026961471}" dt="2026-10-01T16:42:18.349" v="142" actId="962"/>
        <pc:sldMkLst>
          <pc:docMk/>
          <pc:sldMk cId="2309798239" sldId="273"/>
        </pc:sldMkLst>
        <pc:spChg chg="mod">
          <ac:chgData name="Kapoor,Amanpreet" userId="5465ae5f-3ea6-4989-a24a-46ffecd15609" providerId="ADAL" clId="{E7E610D5-8D10-40F3-A5B7-2B0026961471}" dt="2026-10-01T16:42:18.047" v="141" actId="962"/>
          <ac:spMkLst>
            <pc:docMk/>
            <pc:sldMk cId="2309798239" sldId="273"/>
            <ac:spMk id="9" creationId="{753E7F3E-4912-4FEA-B34E-7E95D57C3114}"/>
          </ac:spMkLst>
        </pc:spChg>
        <pc:grpChg chg="mod">
          <ac:chgData name="Kapoor,Amanpreet" userId="5465ae5f-3ea6-4989-a24a-46ffecd15609" providerId="ADAL" clId="{E7E610D5-8D10-40F3-A5B7-2B0026961471}" dt="2026-10-01T16:42:18.349" v="142" actId="962"/>
          <ac:grpSpMkLst>
            <pc:docMk/>
            <pc:sldMk cId="2309798239" sldId="273"/>
            <ac:grpSpMk id="5" creationId="{912A10AD-A3A1-4042-B691-3A6588222C34}"/>
          </ac:grpSpMkLst>
        </pc:grpChg>
      </pc:sldChg>
      <pc:sldChg chg="modSp mod">
        <pc:chgData name="Kapoor,Amanpreet" userId="5465ae5f-3ea6-4989-a24a-46ffecd15609" providerId="ADAL" clId="{E7E610D5-8D10-40F3-A5B7-2B0026961471}" dt="2026-10-01T16:41:59.086" v="63" actId="962"/>
        <pc:sldMkLst>
          <pc:docMk/>
          <pc:sldMk cId="923047525" sldId="336"/>
        </pc:sldMkLst>
        <pc:spChg chg="mod">
          <ac:chgData name="Kapoor,Amanpreet" userId="5465ae5f-3ea6-4989-a24a-46ffecd15609" providerId="ADAL" clId="{E7E610D5-8D10-40F3-A5B7-2B0026961471}" dt="2026-10-01T16:41:57.960" v="58" actId="962"/>
          <ac:spMkLst>
            <pc:docMk/>
            <pc:sldMk cId="923047525" sldId="336"/>
            <ac:spMk id="9" creationId="{753E7F3E-4912-4FEA-B34E-7E95D57C3114}"/>
          </ac:spMkLst>
        </pc:spChg>
        <pc:grpChg chg="mod">
          <ac:chgData name="Kapoor,Amanpreet" userId="5465ae5f-3ea6-4989-a24a-46ffecd15609" providerId="ADAL" clId="{E7E610D5-8D10-40F3-A5B7-2B0026961471}" dt="2026-10-01T16:41:59.086" v="63" actId="962"/>
          <ac:grpSpMkLst>
            <pc:docMk/>
            <pc:sldMk cId="923047525" sldId="336"/>
            <ac:grpSpMk id="8" creationId="{352E8F52-730E-45A6-8771-495A55FA4679}"/>
          </ac:grpSpMkLst>
        </pc:grpChg>
      </pc:sldChg>
      <pc:sldChg chg="modSp mod">
        <pc:chgData name="Kapoor,Amanpreet" userId="5465ae5f-3ea6-4989-a24a-46ffecd15609" providerId="ADAL" clId="{E7E610D5-8D10-40F3-A5B7-2B0026961471}" dt="2026-10-01T16:41:32.182" v="24" actId="962"/>
        <pc:sldMkLst>
          <pc:docMk/>
          <pc:sldMk cId="3400688278" sldId="349"/>
        </pc:sldMkLst>
        <pc:grpChg chg="mod">
          <ac:chgData name="Kapoor,Amanpreet" userId="5465ae5f-3ea6-4989-a24a-46ffecd15609" providerId="ADAL" clId="{E7E610D5-8D10-40F3-A5B7-2B0026961471}" dt="2026-10-01T16:41:32.182" v="24" actId="962"/>
          <ac:grpSpMkLst>
            <pc:docMk/>
            <pc:sldMk cId="3400688278" sldId="349"/>
            <ac:grpSpMk id="5" creationId="{01CC2D0B-0EB7-4E3F-ACD5-E45255A94F35}"/>
          </ac:grpSpMkLst>
        </pc:grpChg>
        <pc:picChg chg="mod">
          <ac:chgData name="Kapoor,Amanpreet" userId="5465ae5f-3ea6-4989-a24a-46ffecd15609" providerId="ADAL" clId="{E7E610D5-8D10-40F3-A5B7-2B0026961471}" dt="2026-10-01T16:41:29.590" v="23" actId="962"/>
          <ac:picMkLst>
            <pc:docMk/>
            <pc:sldMk cId="3400688278" sldId="349"/>
            <ac:picMk id="4" creationId="{B4B57751-8351-4661-9ADA-0945918A2747}"/>
          </ac:picMkLst>
        </pc:picChg>
      </pc:sldChg>
      <pc:sldChg chg="modSp">
        <pc:chgData name="Kapoor,Amanpreet" userId="5465ae5f-3ea6-4989-a24a-46ffecd15609" providerId="ADAL" clId="{E7E610D5-8D10-40F3-A5B7-2B0026961471}" dt="2026-10-01T16:41:45.003" v="35" actId="962"/>
        <pc:sldMkLst>
          <pc:docMk/>
          <pc:sldMk cId="2942548461" sldId="350"/>
        </pc:sldMkLst>
        <pc:grpChg chg="mod">
          <ac:chgData name="Kapoor,Amanpreet" userId="5465ae5f-3ea6-4989-a24a-46ffecd15609" providerId="ADAL" clId="{E7E610D5-8D10-40F3-A5B7-2B0026961471}" dt="2026-10-01T16:41:45.003" v="35" actId="962"/>
          <ac:grpSpMkLst>
            <pc:docMk/>
            <pc:sldMk cId="2942548461" sldId="350"/>
            <ac:grpSpMk id="5" creationId="{D78E7949-A166-4D72-BA12-943ABF421A65}"/>
          </ac:grpSpMkLst>
        </pc:grpChg>
      </pc:sldChg>
      <pc:sldChg chg="modSp">
        <pc:chgData name="Kapoor,Amanpreet" userId="5465ae5f-3ea6-4989-a24a-46ffecd15609" providerId="ADAL" clId="{E7E610D5-8D10-40F3-A5B7-2B0026961471}" dt="2026-10-01T16:41:53.340" v="40" actId="962"/>
        <pc:sldMkLst>
          <pc:docMk/>
          <pc:sldMk cId="3308670359" sldId="351"/>
        </pc:sldMkLst>
        <pc:grpChg chg="mod">
          <ac:chgData name="Kapoor,Amanpreet" userId="5465ae5f-3ea6-4989-a24a-46ffecd15609" providerId="ADAL" clId="{E7E610D5-8D10-40F3-A5B7-2B0026961471}" dt="2026-10-01T16:41:53.340" v="40" actId="962"/>
          <ac:grpSpMkLst>
            <pc:docMk/>
            <pc:sldMk cId="3308670359" sldId="351"/>
            <ac:grpSpMk id="5" creationId="{42466B0F-FA3F-49A6-AFFC-A5A417FD18E3}"/>
          </ac:grpSpMkLst>
        </pc:grpChg>
      </pc:sldChg>
      <pc:sldChg chg="modSp">
        <pc:chgData name="Kapoor,Amanpreet" userId="5465ae5f-3ea6-4989-a24a-46ffecd15609" providerId="ADAL" clId="{E7E610D5-8D10-40F3-A5B7-2B0026961471}" dt="2026-10-01T16:42:10.526" v="112" actId="962"/>
        <pc:sldMkLst>
          <pc:docMk/>
          <pc:sldMk cId="456291643" sldId="356"/>
        </pc:sldMkLst>
        <pc:grpChg chg="mod">
          <ac:chgData name="Kapoor,Amanpreet" userId="5465ae5f-3ea6-4989-a24a-46ffecd15609" providerId="ADAL" clId="{E7E610D5-8D10-40F3-A5B7-2B0026961471}" dt="2026-10-01T16:42:10.526" v="112" actId="962"/>
          <ac:grpSpMkLst>
            <pc:docMk/>
            <pc:sldMk cId="456291643" sldId="356"/>
            <ac:grpSpMk id="14" creationId="{870B9971-1C38-4958-8249-10D2CCEA1B37}"/>
          </ac:grpSpMkLst>
        </pc:grpChg>
      </pc:sldChg>
      <pc:sldChg chg="modSp">
        <pc:chgData name="Kapoor,Amanpreet" userId="5465ae5f-3ea6-4989-a24a-46ffecd15609" providerId="ADAL" clId="{E7E610D5-8D10-40F3-A5B7-2B0026961471}" dt="2026-10-01T16:42:11.445" v="116" actId="962"/>
        <pc:sldMkLst>
          <pc:docMk/>
          <pc:sldMk cId="3784850735" sldId="357"/>
        </pc:sldMkLst>
        <pc:grpChg chg="mod">
          <ac:chgData name="Kapoor,Amanpreet" userId="5465ae5f-3ea6-4989-a24a-46ffecd15609" providerId="ADAL" clId="{E7E610D5-8D10-40F3-A5B7-2B0026961471}" dt="2026-10-01T16:42:11.445" v="116" actId="962"/>
          <ac:grpSpMkLst>
            <pc:docMk/>
            <pc:sldMk cId="3784850735" sldId="357"/>
            <ac:grpSpMk id="16" creationId="{51B16D13-4A31-4B2B-9270-3B9BBB1CC581}"/>
          </ac:grpSpMkLst>
        </pc:grpChg>
      </pc:sldChg>
      <pc:sldChg chg="modSp mod">
        <pc:chgData name="Kapoor,Amanpreet" userId="5465ae5f-3ea6-4989-a24a-46ffecd15609" providerId="ADAL" clId="{E7E610D5-8D10-40F3-A5B7-2B0026961471}" dt="2026-10-01T16:42:07.359" v="98" actId="962"/>
        <pc:sldMkLst>
          <pc:docMk/>
          <pc:sldMk cId="1725971597" sldId="368"/>
        </pc:sldMkLst>
        <pc:grpChg chg="mod">
          <ac:chgData name="Kapoor,Amanpreet" userId="5465ae5f-3ea6-4989-a24a-46ffecd15609" providerId="ADAL" clId="{E7E610D5-8D10-40F3-A5B7-2B0026961471}" dt="2026-10-01T16:42:07.137" v="97" actId="962"/>
          <ac:grpSpMkLst>
            <pc:docMk/>
            <pc:sldMk cId="1725971597" sldId="368"/>
            <ac:grpSpMk id="10" creationId="{0C4E3102-C6BC-4715-BE64-7ACBD5AF00EC}"/>
          </ac:grpSpMkLst>
        </pc:grpChg>
        <pc:cxnChg chg="mod">
          <ac:chgData name="Kapoor,Amanpreet" userId="5465ae5f-3ea6-4989-a24a-46ffecd15609" providerId="ADAL" clId="{E7E610D5-8D10-40F3-A5B7-2B0026961471}" dt="2026-10-01T16:42:05.060" v="88" actId="962"/>
          <ac:cxnSpMkLst>
            <pc:docMk/>
            <pc:sldMk cId="1725971597" sldId="368"/>
            <ac:cxnSpMk id="9" creationId="{21BAA24E-E7BA-40B5-B03E-EB87687D30BC}"/>
          </ac:cxnSpMkLst>
        </pc:cxnChg>
        <pc:cxnChg chg="mod">
          <ac:chgData name="Kapoor,Amanpreet" userId="5465ae5f-3ea6-4989-a24a-46ffecd15609" providerId="ADAL" clId="{E7E610D5-8D10-40F3-A5B7-2B0026961471}" dt="2026-10-01T16:42:07.359" v="98" actId="962"/>
          <ac:cxnSpMkLst>
            <pc:docMk/>
            <pc:sldMk cId="1725971597" sldId="368"/>
            <ac:cxnSpMk id="11" creationId="{3E1BC404-9774-425B-8ED7-BF1F30EDA0B7}"/>
          </ac:cxnSpMkLst>
        </pc:cxnChg>
      </pc:sldChg>
      <pc:sldChg chg="modSp">
        <pc:chgData name="Kapoor,Amanpreet" userId="5465ae5f-3ea6-4989-a24a-46ffecd15609" providerId="ADAL" clId="{E7E610D5-8D10-40F3-A5B7-2B0026961471}" dt="2026-10-01T16:42:07.835" v="100" actId="962"/>
        <pc:sldMkLst>
          <pc:docMk/>
          <pc:sldMk cId="2834256231" sldId="369"/>
        </pc:sldMkLst>
        <pc:grpChg chg="mod">
          <ac:chgData name="Kapoor,Amanpreet" userId="5465ae5f-3ea6-4989-a24a-46ffecd15609" providerId="ADAL" clId="{E7E610D5-8D10-40F3-A5B7-2B0026961471}" dt="2026-10-01T16:42:07.835" v="100" actId="962"/>
          <ac:grpSpMkLst>
            <pc:docMk/>
            <pc:sldMk cId="2834256231" sldId="369"/>
            <ac:grpSpMk id="5" creationId="{2F3EC8F7-4C1B-4FC8-B5C8-9F72C4DBC28D}"/>
          </ac:grpSpMkLst>
        </pc:grpChg>
      </pc:sldChg>
      <pc:sldChg chg="modSp">
        <pc:chgData name="Kapoor,Amanpreet" userId="5465ae5f-3ea6-4989-a24a-46ffecd15609" providerId="ADAL" clId="{E7E610D5-8D10-40F3-A5B7-2B0026961471}" dt="2026-10-01T16:42:09.432" v="107" actId="962"/>
        <pc:sldMkLst>
          <pc:docMk/>
          <pc:sldMk cId="558651554" sldId="370"/>
        </pc:sldMkLst>
        <pc:grpChg chg="mod">
          <ac:chgData name="Kapoor,Amanpreet" userId="5465ae5f-3ea6-4989-a24a-46ffecd15609" providerId="ADAL" clId="{E7E610D5-8D10-40F3-A5B7-2B0026961471}" dt="2026-10-01T16:42:09.432" v="107" actId="962"/>
          <ac:grpSpMkLst>
            <pc:docMk/>
            <pc:sldMk cId="558651554" sldId="370"/>
            <ac:grpSpMk id="7" creationId="{CD5021FF-77DD-4740-AFD6-580AB3292955}"/>
          </ac:grpSpMkLst>
        </pc:grpChg>
      </pc:sldChg>
      <pc:sldChg chg="modSp mod">
        <pc:chgData name="Kapoor,Amanpreet" userId="5465ae5f-3ea6-4989-a24a-46ffecd15609" providerId="ADAL" clId="{E7E610D5-8D10-40F3-A5B7-2B0026961471}" dt="2026-10-01T16:42:04.331" v="85" actId="962"/>
        <pc:sldMkLst>
          <pc:docMk/>
          <pc:sldMk cId="2317079431" sldId="371"/>
        </pc:sldMkLst>
        <pc:spChg chg="mod">
          <ac:chgData name="Kapoor,Amanpreet" userId="5465ae5f-3ea6-4989-a24a-46ffecd15609" providerId="ADAL" clId="{E7E610D5-8D10-40F3-A5B7-2B0026961471}" dt="2026-10-01T16:42:03.412" v="81" actId="962"/>
          <ac:spMkLst>
            <pc:docMk/>
            <pc:sldMk cId="2317079431" sldId="371"/>
            <ac:spMk id="9" creationId="{753E7F3E-4912-4FEA-B34E-7E95D57C3114}"/>
          </ac:spMkLst>
        </pc:spChg>
        <pc:spChg chg="mod">
          <ac:chgData name="Kapoor,Amanpreet" userId="5465ae5f-3ea6-4989-a24a-46ffecd15609" providerId="ADAL" clId="{E7E610D5-8D10-40F3-A5B7-2B0026961471}" dt="2026-10-01T16:42:04.331" v="85" actId="962"/>
          <ac:spMkLst>
            <pc:docMk/>
            <pc:sldMk cId="2317079431" sldId="371"/>
            <ac:spMk id="25" creationId="{0364AE06-60FA-4328-9EE9-15EE61D8E9C3}"/>
          </ac:spMkLst>
        </pc:spChg>
        <pc:grpChg chg="mod">
          <ac:chgData name="Kapoor,Amanpreet" userId="5465ae5f-3ea6-4989-a24a-46ffecd15609" providerId="ADAL" clId="{E7E610D5-8D10-40F3-A5B7-2B0026961471}" dt="2026-10-01T16:42:04.076" v="84" actId="962"/>
          <ac:grpSpMkLst>
            <pc:docMk/>
            <pc:sldMk cId="2317079431" sldId="371"/>
            <ac:grpSpMk id="14" creationId="{04F53AB6-70BE-417E-91D7-4D9E85C5858D}"/>
          </ac:grpSpMkLst>
        </pc:grpChg>
      </pc:sldChg>
      <pc:sldChg chg="modSp">
        <pc:chgData name="Kapoor,Amanpreet" userId="5465ae5f-3ea6-4989-a24a-46ffecd15609" providerId="ADAL" clId="{E7E610D5-8D10-40F3-A5B7-2B0026961471}" dt="2026-10-01T16:42:17.775" v="140" actId="962"/>
        <pc:sldMkLst>
          <pc:docMk/>
          <pc:sldMk cId="996532888" sldId="372"/>
        </pc:sldMkLst>
        <pc:grpChg chg="mod">
          <ac:chgData name="Kapoor,Amanpreet" userId="5465ae5f-3ea6-4989-a24a-46ffecd15609" providerId="ADAL" clId="{E7E610D5-8D10-40F3-A5B7-2B0026961471}" dt="2026-10-01T16:42:17.775" v="140" actId="962"/>
          <ac:grpSpMkLst>
            <pc:docMk/>
            <pc:sldMk cId="996532888" sldId="372"/>
            <ac:grpSpMk id="6" creationId="{A52F32D4-77CB-4291-A714-9BE1E273A98D}"/>
          </ac:grpSpMkLst>
        </pc:grpChg>
      </pc:sldChg>
      <pc:sldChg chg="modSp">
        <pc:chgData name="Kapoor,Amanpreet" userId="5465ae5f-3ea6-4989-a24a-46ffecd15609" providerId="ADAL" clId="{E7E610D5-8D10-40F3-A5B7-2B0026961471}" dt="2026-10-01T16:42:10.307" v="111" actId="962"/>
        <pc:sldMkLst>
          <pc:docMk/>
          <pc:sldMk cId="3694131301" sldId="374"/>
        </pc:sldMkLst>
        <pc:grpChg chg="mod">
          <ac:chgData name="Kapoor,Amanpreet" userId="5465ae5f-3ea6-4989-a24a-46ffecd15609" providerId="ADAL" clId="{E7E610D5-8D10-40F3-A5B7-2B0026961471}" dt="2026-10-01T16:42:10.307" v="111" actId="962"/>
          <ac:grpSpMkLst>
            <pc:docMk/>
            <pc:sldMk cId="3694131301" sldId="374"/>
            <ac:grpSpMk id="6" creationId="{8FB85143-602B-4B2D-83B2-BFA29BCB07BE}"/>
          </ac:grpSpMkLst>
        </pc:grpChg>
      </pc:sldChg>
      <pc:sldChg chg="modSp">
        <pc:chgData name="Kapoor,Amanpreet" userId="5465ae5f-3ea6-4989-a24a-46ffecd15609" providerId="ADAL" clId="{E7E610D5-8D10-40F3-A5B7-2B0026961471}" dt="2026-10-01T16:40:47.438" v="7" actId="962"/>
        <pc:sldMkLst>
          <pc:docMk/>
          <pc:sldMk cId="4093405767" sldId="378"/>
        </pc:sldMkLst>
        <pc:grpChg chg="mod">
          <ac:chgData name="Kapoor,Amanpreet" userId="5465ae5f-3ea6-4989-a24a-46ffecd15609" providerId="ADAL" clId="{E7E610D5-8D10-40F3-A5B7-2B0026961471}" dt="2026-10-01T16:40:47.438" v="7" actId="962"/>
          <ac:grpSpMkLst>
            <pc:docMk/>
            <pc:sldMk cId="4093405767" sldId="378"/>
            <ac:grpSpMk id="5" creationId="{D4646F38-F03B-4E65-BA96-354BF5F550B6}"/>
          </ac:grpSpMkLst>
        </pc:grpChg>
      </pc:sldChg>
      <pc:sldChg chg="modSp">
        <pc:chgData name="Kapoor,Amanpreet" userId="5465ae5f-3ea6-4989-a24a-46ffecd15609" providerId="ADAL" clId="{E7E610D5-8D10-40F3-A5B7-2B0026961471}" dt="2026-10-01T16:42:04.822" v="87" actId="962"/>
        <pc:sldMkLst>
          <pc:docMk/>
          <pc:sldMk cId="1878370755" sldId="381"/>
        </pc:sldMkLst>
        <pc:grpChg chg="mod">
          <ac:chgData name="Kapoor,Amanpreet" userId="5465ae5f-3ea6-4989-a24a-46ffecd15609" providerId="ADAL" clId="{E7E610D5-8D10-40F3-A5B7-2B0026961471}" dt="2026-10-01T16:42:04.822" v="87" actId="962"/>
          <ac:grpSpMkLst>
            <pc:docMk/>
            <pc:sldMk cId="1878370755" sldId="381"/>
            <ac:grpSpMk id="5" creationId="{57E4C37C-A041-44F6-995C-EA3B56A838EF}"/>
          </ac:grpSpMkLst>
        </pc:grpChg>
      </pc:sldChg>
      <pc:sldChg chg="modSp">
        <pc:chgData name="Kapoor,Amanpreet" userId="5465ae5f-3ea6-4989-a24a-46ffecd15609" providerId="ADAL" clId="{E7E610D5-8D10-40F3-A5B7-2B0026961471}" dt="2026-10-01T16:42:10.082" v="110" actId="962"/>
        <pc:sldMkLst>
          <pc:docMk/>
          <pc:sldMk cId="3770481362" sldId="382"/>
        </pc:sldMkLst>
        <pc:grpChg chg="mod">
          <ac:chgData name="Kapoor,Amanpreet" userId="5465ae5f-3ea6-4989-a24a-46ffecd15609" providerId="ADAL" clId="{E7E610D5-8D10-40F3-A5B7-2B0026961471}" dt="2026-10-01T16:42:10.082" v="110" actId="962"/>
          <ac:grpSpMkLst>
            <pc:docMk/>
            <pc:sldMk cId="3770481362" sldId="382"/>
            <ac:grpSpMk id="14" creationId="{7558F3A0-60AF-4F20-87BD-6DE6F3E1AF5E}"/>
          </ac:grpSpMkLst>
        </pc:grpChg>
      </pc:sldChg>
      <pc:sldChg chg="modSp mod">
        <pc:chgData name="Kapoor,Amanpreet" userId="5465ae5f-3ea6-4989-a24a-46ffecd15609" providerId="ADAL" clId="{E7E610D5-8D10-40F3-A5B7-2B0026961471}" dt="2026-10-01T16:42:17.521" v="139" actId="962"/>
        <pc:sldMkLst>
          <pc:docMk/>
          <pc:sldMk cId="1183239521" sldId="383"/>
        </pc:sldMkLst>
        <pc:spChg chg="mod">
          <ac:chgData name="Kapoor,Amanpreet" userId="5465ae5f-3ea6-4989-a24a-46ffecd15609" providerId="ADAL" clId="{E7E610D5-8D10-40F3-A5B7-2B0026961471}" dt="2026-10-01T16:42:17.299" v="138" actId="962"/>
          <ac:spMkLst>
            <pc:docMk/>
            <pc:sldMk cId="1183239521" sldId="383"/>
            <ac:spMk id="9" creationId="{753E7F3E-4912-4FEA-B34E-7E95D57C3114}"/>
          </ac:spMkLst>
        </pc:spChg>
        <pc:grpChg chg="mod">
          <ac:chgData name="Kapoor,Amanpreet" userId="5465ae5f-3ea6-4989-a24a-46ffecd15609" providerId="ADAL" clId="{E7E610D5-8D10-40F3-A5B7-2B0026961471}" dt="2026-10-01T16:42:17.521" v="139" actId="962"/>
          <ac:grpSpMkLst>
            <pc:docMk/>
            <pc:sldMk cId="1183239521" sldId="383"/>
            <ac:grpSpMk id="12" creationId="{F71F3FF6-7B28-46FD-95C7-1EB826215A4B}"/>
          </ac:grpSpMkLst>
        </pc:grpChg>
      </pc:sldChg>
      <pc:sldChg chg="modSp">
        <pc:chgData name="Kapoor,Amanpreet" userId="5465ae5f-3ea6-4989-a24a-46ffecd15609" providerId="ADAL" clId="{E7E610D5-8D10-40F3-A5B7-2B0026961471}" dt="2026-10-01T16:42:33.120" v="183" actId="962"/>
        <pc:sldMkLst>
          <pc:docMk/>
          <pc:sldMk cId="3551210254" sldId="389"/>
        </pc:sldMkLst>
        <pc:grpChg chg="mod">
          <ac:chgData name="Kapoor,Amanpreet" userId="5465ae5f-3ea6-4989-a24a-46ffecd15609" providerId="ADAL" clId="{E7E610D5-8D10-40F3-A5B7-2B0026961471}" dt="2026-10-01T16:42:33.120" v="183" actId="962"/>
          <ac:grpSpMkLst>
            <pc:docMk/>
            <pc:sldMk cId="3551210254" sldId="389"/>
            <ac:grpSpMk id="6" creationId="{A8FB98A9-1CBD-444D-BA65-8E7996FD034D}"/>
          </ac:grpSpMkLst>
        </pc:grpChg>
      </pc:sldChg>
      <pc:sldChg chg="modSp mod">
        <pc:chgData name="Kapoor,Amanpreet" userId="5465ae5f-3ea6-4989-a24a-46ffecd15609" providerId="ADAL" clId="{E7E610D5-8D10-40F3-A5B7-2B0026961471}" dt="2026-10-01T16:42:00.544" v="69" actId="962"/>
        <pc:sldMkLst>
          <pc:docMk/>
          <pc:sldMk cId="2149593799" sldId="393"/>
        </pc:sldMkLst>
        <pc:spChg chg="mod">
          <ac:chgData name="Kapoor,Amanpreet" userId="5465ae5f-3ea6-4989-a24a-46ffecd15609" providerId="ADAL" clId="{E7E610D5-8D10-40F3-A5B7-2B0026961471}" dt="2026-10-01T16:42:00.274" v="68" actId="962"/>
          <ac:spMkLst>
            <pc:docMk/>
            <pc:sldMk cId="2149593799" sldId="393"/>
            <ac:spMk id="9" creationId="{753E7F3E-4912-4FEA-B34E-7E95D57C3114}"/>
          </ac:spMkLst>
        </pc:spChg>
        <pc:grpChg chg="mod">
          <ac:chgData name="Kapoor,Amanpreet" userId="5465ae5f-3ea6-4989-a24a-46ffecd15609" providerId="ADAL" clId="{E7E610D5-8D10-40F3-A5B7-2B0026961471}" dt="2026-10-01T16:42:00.544" v="69" actId="962"/>
          <ac:grpSpMkLst>
            <pc:docMk/>
            <pc:sldMk cId="2149593799" sldId="393"/>
            <ac:grpSpMk id="8" creationId="{D48AAE04-D3F7-4D47-AE36-0527260581A9}"/>
          </ac:grpSpMkLst>
        </pc:grpChg>
      </pc:sldChg>
      <pc:sldChg chg="modSp">
        <pc:chgData name="Kapoor,Amanpreet" userId="5465ae5f-3ea6-4989-a24a-46ffecd15609" providerId="ADAL" clId="{E7E610D5-8D10-40F3-A5B7-2B0026961471}" dt="2026-10-01T16:41:57.508" v="56" actId="962"/>
        <pc:sldMkLst>
          <pc:docMk/>
          <pc:sldMk cId="1329528163" sldId="397"/>
        </pc:sldMkLst>
        <pc:grpChg chg="mod">
          <ac:chgData name="Kapoor,Amanpreet" userId="5465ae5f-3ea6-4989-a24a-46ffecd15609" providerId="ADAL" clId="{E7E610D5-8D10-40F3-A5B7-2B0026961471}" dt="2026-10-01T16:41:57.508" v="56" actId="962"/>
          <ac:grpSpMkLst>
            <pc:docMk/>
            <pc:sldMk cId="1329528163" sldId="397"/>
            <ac:grpSpMk id="5" creationId="{5891DCF3-74A7-41E2-A2EA-DB9ACCB2E46A}"/>
          </ac:grpSpMkLst>
        </pc:grpChg>
      </pc:sldChg>
      <pc:sldChg chg="modSp">
        <pc:chgData name="Kapoor,Amanpreet" userId="5465ae5f-3ea6-4989-a24a-46ffecd15609" providerId="ADAL" clId="{E7E610D5-8D10-40F3-A5B7-2B0026961471}" dt="2026-10-01T16:41:54.282" v="42" actId="962"/>
        <pc:sldMkLst>
          <pc:docMk/>
          <pc:sldMk cId="2791576166" sldId="404"/>
        </pc:sldMkLst>
        <pc:grpChg chg="mod">
          <ac:chgData name="Kapoor,Amanpreet" userId="5465ae5f-3ea6-4989-a24a-46ffecd15609" providerId="ADAL" clId="{E7E610D5-8D10-40F3-A5B7-2B0026961471}" dt="2026-10-01T16:41:54.282" v="42" actId="962"/>
          <ac:grpSpMkLst>
            <pc:docMk/>
            <pc:sldMk cId="2791576166" sldId="404"/>
            <ac:grpSpMk id="8" creationId="{B70E6CDB-AAFD-4AAE-8223-199F0180D1B5}"/>
          </ac:grpSpMkLst>
        </pc:grpChg>
      </pc:sldChg>
      <pc:sldChg chg="modSp mod">
        <pc:chgData name="Kapoor,Amanpreet" userId="5465ae5f-3ea6-4989-a24a-46ffecd15609" providerId="ADAL" clId="{E7E610D5-8D10-40F3-A5B7-2B0026961471}" dt="2026-10-01T16:42:27.698" v="174" actId="962"/>
        <pc:sldMkLst>
          <pc:docMk/>
          <pc:sldMk cId="2329504971" sldId="420"/>
        </pc:sldMkLst>
        <pc:grpChg chg="mod">
          <ac:chgData name="Kapoor,Amanpreet" userId="5465ae5f-3ea6-4989-a24a-46ffecd15609" providerId="ADAL" clId="{E7E610D5-8D10-40F3-A5B7-2B0026961471}" dt="2026-10-01T16:42:27.698" v="174" actId="962"/>
          <ac:grpSpMkLst>
            <pc:docMk/>
            <pc:sldMk cId="2329504971" sldId="420"/>
            <ac:grpSpMk id="6" creationId="{E9343709-4FEB-4B2A-B1F2-566364F2C6BC}"/>
          </ac:grpSpMkLst>
        </pc:grpChg>
        <pc:picChg chg="mod">
          <ac:chgData name="Kapoor,Amanpreet" userId="5465ae5f-3ea6-4989-a24a-46ffecd15609" providerId="ADAL" clId="{E7E610D5-8D10-40F3-A5B7-2B0026961471}" dt="2026-10-01T16:42:27.413" v="173" actId="962"/>
          <ac:picMkLst>
            <pc:docMk/>
            <pc:sldMk cId="2329504971" sldId="420"/>
            <ac:picMk id="4" creationId="{167082CC-8D15-4CC0-8A92-E845C20BB4A5}"/>
          </ac:picMkLst>
        </pc:picChg>
      </pc:sldChg>
      <pc:sldChg chg="modSp mod">
        <pc:chgData name="Kapoor,Amanpreet" userId="5465ae5f-3ea6-4989-a24a-46ffecd15609" providerId="ADAL" clId="{E7E610D5-8D10-40F3-A5B7-2B0026961471}" dt="2026-10-01T16:42:28.269" v="176" actId="962"/>
        <pc:sldMkLst>
          <pc:docMk/>
          <pc:sldMk cId="1929611274" sldId="421"/>
        </pc:sldMkLst>
        <pc:grpChg chg="mod">
          <ac:chgData name="Kapoor,Amanpreet" userId="5465ae5f-3ea6-4989-a24a-46ffecd15609" providerId="ADAL" clId="{E7E610D5-8D10-40F3-A5B7-2B0026961471}" dt="2026-10-01T16:42:28.269" v="176" actId="962"/>
          <ac:grpSpMkLst>
            <pc:docMk/>
            <pc:sldMk cId="1929611274" sldId="421"/>
            <ac:grpSpMk id="6" creationId="{807B35F6-FD9D-46C7-8878-FD0BACF618DE}"/>
          </ac:grpSpMkLst>
        </pc:grpChg>
        <pc:picChg chg="mod">
          <ac:chgData name="Kapoor,Amanpreet" userId="5465ae5f-3ea6-4989-a24a-46ffecd15609" providerId="ADAL" clId="{E7E610D5-8D10-40F3-A5B7-2B0026961471}" dt="2026-10-01T16:42:27.984" v="175" actId="962"/>
          <ac:picMkLst>
            <pc:docMk/>
            <pc:sldMk cId="1929611274" sldId="421"/>
            <ac:picMk id="5" creationId="{1471A79C-F891-47F4-BC93-53C2545E5413}"/>
          </ac:picMkLst>
        </pc:picChg>
      </pc:sldChg>
      <pc:sldChg chg="modSp mod">
        <pc:chgData name="Kapoor,Amanpreet" userId="5465ae5f-3ea6-4989-a24a-46ffecd15609" providerId="ADAL" clId="{E7E610D5-8D10-40F3-A5B7-2B0026961471}" dt="2026-10-01T16:42:29.408" v="178" actId="962"/>
        <pc:sldMkLst>
          <pc:docMk/>
          <pc:sldMk cId="962381659" sldId="422"/>
        </pc:sldMkLst>
        <pc:grpChg chg="mod">
          <ac:chgData name="Kapoor,Amanpreet" userId="5465ae5f-3ea6-4989-a24a-46ffecd15609" providerId="ADAL" clId="{E7E610D5-8D10-40F3-A5B7-2B0026961471}" dt="2026-10-01T16:42:29.408" v="178" actId="962"/>
          <ac:grpSpMkLst>
            <pc:docMk/>
            <pc:sldMk cId="962381659" sldId="422"/>
            <ac:grpSpMk id="6" creationId="{18F0E30F-A5F2-44F1-B3AA-F6FB8A5BC8C7}"/>
          </ac:grpSpMkLst>
        </pc:grpChg>
        <pc:picChg chg="mod">
          <ac:chgData name="Kapoor,Amanpreet" userId="5465ae5f-3ea6-4989-a24a-46ffecd15609" providerId="ADAL" clId="{E7E610D5-8D10-40F3-A5B7-2B0026961471}" dt="2026-10-01T16:42:28.877" v="177" actId="962"/>
          <ac:picMkLst>
            <pc:docMk/>
            <pc:sldMk cId="962381659" sldId="422"/>
            <ac:picMk id="5" creationId="{1471A79C-F891-47F4-BC93-53C2545E5413}"/>
          </ac:picMkLst>
        </pc:picChg>
      </pc:sldChg>
      <pc:sldChg chg="modSp">
        <pc:chgData name="Kapoor,Amanpreet" userId="5465ae5f-3ea6-4989-a24a-46ffecd15609" providerId="ADAL" clId="{E7E610D5-8D10-40F3-A5B7-2B0026961471}" dt="2026-10-01T16:42:25.164" v="167" actId="962"/>
        <pc:sldMkLst>
          <pc:docMk/>
          <pc:sldMk cId="1539838160" sldId="423"/>
        </pc:sldMkLst>
        <pc:grpChg chg="mod">
          <ac:chgData name="Kapoor,Amanpreet" userId="5465ae5f-3ea6-4989-a24a-46ffecd15609" providerId="ADAL" clId="{E7E610D5-8D10-40F3-A5B7-2B0026961471}" dt="2026-10-01T16:42:24.894" v="166" actId="962"/>
          <ac:grpSpMkLst>
            <pc:docMk/>
            <pc:sldMk cId="1539838160" sldId="423"/>
            <ac:grpSpMk id="7" creationId="{1EAC87E0-3593-4F0C-B143-B3EB57019B19}"/>
          </ac:grpSpMkLst>
        </pc:grpChg>
        <pc:picChg chg="mod">
          <ac:chgData name="Kapoor,Amanpreet" userId="5465ae5f-3ea6-4989-a24a-46ffecd15609" providerId="ADAL" clId="{E7E610D5-8D10-40F3-A5B7-2B0026961471}" dt="2026-10-01T16:42:25.164" v="167" actId="962"/>
          <ac:picMkLst>
            <pc:docMk/>
            <pc:sldMk cId="1539838160" sldId="423"/>
            <ac:picMk id="1026" creationId="{2D42497F-FED6-8C50-F18D-E838FEB01D63}"/>
          </ac:picMkLst>
        </pc:picChg>
      </pc:sldChg>
      <pc:sldChg chg="modSp">
        <pc:chgData name="Kapoor,Amanpreet" userId="5465ae5f-3ea6-4989-a24a-46ffecd15609" providerId="ADAL" clId="{E7E610D5-8D10-40F3-A5B7-2B0026961471}" dt="2026-10-01T16:40:37.489" v="0" actId="962"/>
        <pc:sldMkLst>
          <pc:docMk/>
          <pc:sldMk cId="885924595" sldId="425"/>
        </pc:sldMkLst>
        <pc:grpChg chg="mod">
          <ac:chgData name="Kapoor,Amanpreet" userId="5465ae5f-3ea6-4989-a24a-46ffecd15609" providerId="ADAL" clId="{E7E610D5-8D10-40F3-A5B7-2B0026961471}" dt="2026-10-01T16:40:37.489" v="0" actId="962"/>
          <ac:grpSpMkLst>
            <pc:docMk/>
            <pc:sldMk cId="885924595" sldId="425"/>
            <ac:grpSpMk id="8" creationId="{7D054E9E-138F-4286-A697-1471EA63C453}"/>
          </ac:grpSpMkLst>
        </pc:grpChg>
      </pc:sldChg>
      <pc:sldChg chg="modSp">
        <pc:chgData name="Kapoor,Amanpreet" userId="5465ae5f-3ea6-4989-a24a-46ffecd15609" providerId="ADAL" clId="{E7E610D5-8D10-40F3-A5B7-2B0026961471}" dt="2026-10-01T16:41:55.675" v="48" actId="962"/>
        <pc:sldMkLst>
          <pc:docMk/>
          <pc:sldMk cId="1785378519" sldId="426"/>
        </pc:sldMkLst>
        <pc:grpChg chg="mod">
          <ac:chgData name="Kapoor,Amanpreet" userId="5465ae5f-3ea6-4989-a24a-46ffecd15609" providerId="ADAL" clId="{E7E610D5-8D10-40F3-A5B7-2B0026961471}" dt="2026-10-01T16:41:55.675" v="48" actId="962"/>
          <ac:grpSpMkLst>
            <pc:docMk/>
            <pc:sldMk cId="1785378519" sldId="426"/>
            <ac:grpSpMk id="10" creationId="{981EBFA7-7FBA-4B11-A695-6C4DB83393BE}"/>
          </ac:grpSpMkLst>
        </pc:grpChg>
      </pc:sldChg>
      <pc:sldChg chg="modSp">
        <pc:chgData name="Kapoor,Amanpreet" userId="5465ae5f-3ea6-4989-a24a-46ffecd15609" providerId="ADAL" clId="{E7E610D5-8D10-40F3-A5B7-2B0026961471}" dt="2026-10-01T16:41:55.960" v="49" actId="962"/>
        <pc:sldMkLst>
          <pc:docMk/>
          <pc:sldMk cId="3187145984" sldId="427"/>
        </pc:sldMkLst>
        <pc:grpChg chg="mod">
          <ac:chgData name="Kapoor,Amanpreet" userId="5465ae5f-3ea6-4989-a24a-46ffecd15609" providerId="ADAL" clId="{E7E610D5-8D10-40F3-A5B7-2B0026961471}" dt="2026-10-01T16:41:55.960" v="49" actId="962"/>
          <ac:grpSpMkLst>
            <pc:docMk/>
            <pc:sldMk cId="3187145984" sldId="427"/>
            <ac:grpSpMk id="12" creationId="{9143049E-42BF-4866-A4E2-D6CE80A3080E}"/>
          </ac:grpSpMkLst>
        </pc:grpChg>
      </pc:sldChg>
      <pc:sldChg chg="modSp mod">
        <pc:chgData name="Kapoor,Amanpreet" userId="5465ae5f-3ea6-4989-a24a-46ffecd15609" providerId="ADAL" clId="{E7E610D5-8D10-40F3-A5B7-2B0026961471}" dt="2026-10-01T16:41:59.997" v="67" actId="962"/>
        <pc:sldMkLst>
          <pc:docMk/>
          <pc:sldMk cId="933427560" sldId="428"/>
        </pc:sldMkLst>
        <pc:spChg chg="mod">
          <ac:chgData name="Kapoor,Amanpreet" userId="5465ae5f-3ea6-4989-a24a-46ffecd15609" providerId="ADAL" clId="{E7E610D5-8D10-40F3-A5B7-2B0026961471}" dt="2026-10-01T16:41:59.997" v="67" actId="962"/>
          <ac:spMkLst>
            <pc:docMk/>
            <pc:sldMk cId="933427560" sldId="428"/>
            <ac:spMk id="9" creationId="{753E7F3E-4912-4FEA-B34E-7E95D57C3114}"/>
          </ac:spMkLst>
        </pc:spChg>
        <pc:grpChg chg="mod">
          <ac:chgData name="Kapoor,Amanpreet" userId="5465ae5f-3ea6-4989-a24a-46ffecd15609" providerId="ADAL" clId="{E7E610D5-8D10-40F3-A5B7-2B0026961471}" dt="2026-10-01T16:41:59.751" v="66" actId="962"/>
          <ac:grpSpMkLst>
            <pc:docMk/>
            <pc:sldMk cId="933427560" sldId="428"/>
            <ac:grpSpMk id="8" creationId="{53FFF340-E6A6-446F-BF84-9333D2D7B231}"/>
          </ac:grpSpMkLst>
        </pc:grpChg>
      </pc:sldChg>
      <pc:sldChg chg="modSp mod">
        <pc:chgData name="Kapoor,Amanpreet" userId="5465ae5f-3ea6-4989-a24a-46ffecd15609" providerId="ADAL" clId="{E7E610D5-8D10-40F3-A5B7-2B0026961471}" dt="2026-10-01T16:42:03.157" v="80" actId="962"/>
        <pc:sldMkLst>
          <pc:docMk/>
          <pc:sldMk cId="1629571231" sldId="432"/>
        </pc:sldMkLst>
        <pc:spChg chg="mod">
          <ac:chgData name="Kapoor,Amanpreet" userId="5465ae5f-3ea6-4989-a24a-46ffecd15609" providerId="ADAL" clId="{E7E610D5-8D10-40F3-A5B7-2B0026961471}" dt="2026-10-01T16:42:01.301" v="72" actId="962"/>
          <ac:spMkLst>
            <pc:docMk/>
            <pc:sldMk cId="1629571231" sldId="432"/>
            <ac:spMk id="9" creationId="{753E7F3E-4912-4FEA-B34E-7E95D57C3114}"/>
          </ac:spMkLst>
        </pc:spChg>
        <pc:grpChg chg="mod">
          <ac:chgData name="Kapoor,Amanpreet" userId="5465ae5f-3ea6-4989-a24a-46ffecd15609" providerId="ADAL" clId="{E7E610D5-8D10-40F3-A5B7-2B0026961471}" dt="2026-10-01T16:42:03.157" v="80" actId="962"/>
          <ac:grpSpMkLst>
            <pc:docMk/>
            <pc:sldMk cId="1629571231" sldId="432"/>
            <ac:grpSpMk id="12" creationId="{7EACF8BE-EC2D-472C-BD6E-95340B33B26C}"/>
          </ac:grpSpMkLst>
        </pc:grpChg>
        <pc:cxnChg chg="mod">
          <ac:chgData name="Kapoor,Amanpreet" userId="5465ae5f-3ea6-4989-a24a-46ffecd15609" providerId="ADAL" clId="{E7E610D5-8D10-40F3-A5B7-2B0026961471}" dt="2026-10-01T16:42:02.007" v="75" actId="962"/>
          <ac:cxnSpMkLst>
            <pc:docMk/>
            <pc:sldMk cId="1629571231" sldId="432"/>
            <ac:cxnSpMk id="5" creationId="{2428E233-62F6-4E4A-9F22-152EF694AF51}"/>
          </ac:cxnSpMkLst>
        </pc:cxnChg>
      </pc:sldChg>
      <pc:sldChg chg="modSp">
        <pc:chgData name="Kapoor,Amanpreet" userId="5465ae5f-3ea6-4989-a24a-46ffecd15609" providerId="ADAL" clId="{E7E610D5-8D10-40F3-A5B7-2B0026961471}" dt="2026-10-01T16:42:04.568" v="86" actId="962"/>
        <pc:sldMkLst>
          <pc:docMk/>
          <pc:sldMk cId="819353551" sldId="433"/>
        </pc:sldMkLst>
        <pc:grpChg chg="mod">
          <ac:chgData name="Kapoor,Amanpreet" userId="5465ae5f-3ea6-4989-a24a-46ffecd15609" providerId="ADAL" clId="{E7E610D5-8D10-40F3-A5B7-2B0026961471}" dt="2026-10-01T16:42:04.568" v="86" actId="962"/>
          <ac:grpSpMkLst>
            <pc:docMk/>
            <pc:sldMk cId="819353551" sldId="433"/>
            <ac:grpSpMk id="8" creationId="{DD46239E-827E-46F5-8E33-0EFCA90064C5}"/>
          </ac:grpSpMkLst>
        </pc:grpChg>
      </pc:sldChg>
      <pc:sldChg chg="modSp">
        <pc:chgData name="Kapoor,Amanpreet" userId="5465ae5f-3ea6-4989-a24a-46ffecd15609" providerId="ADAL" clId="{E7E610D5-8D10-40F3-A5B7-2B0026961471}" dt="2026-10-01T16:42:15.313" v="132" actId="962"/>
        <pc:sldMkLst>
          <pc:docMk/>
          <pc:sldMk cId="3500180007" sldId="434"/>
        </pc:sldMkLst>
        <pc:grpChg chg="mod">
          <ac:chgData name="Kapoor,Amanpreet" userId="5465ae5f-3ea6-4989-a24a-46ffecd15609" providerId="ADAL" clId="{E7E610D5-8D10-40F3-A5B7-2B0026961471}" dt="2026-10-01T16:42:15.313" v="132" actId="962"/>
          <ac:grpSpMkLst>
            <pc:docMk/>
            <pc:sldMk cId="3500180007" sldId="434"/>
            <ac:grpSpMk id="16" creationId="{7DB6F76D-2CA9-4D69-9CE4-C002B38E742E}"/>
          </ac:grpSpMkLst>
        </pc:grpChg>
      </pc:sldChg>
      <pc:sldChg chg="modSp">
        <pc:chgData name="Kapoor,Amanpreet" userId="5465ae5f-3ea6-4989-a24a-46ffecd15609" providerId="ADAL" clId="{E7E610D5-8D10-40F3-A5B7-2B0026961471}" dt="2026-10-01T16:42:18.632" v="143" actId="962"/>
        <pc:sldMkLst>
          <pc:docMk/>
          <pc:sldMk cId="3897673732" sldId="435"/>
        </pc:sldMkLst>
        <pc:grpChg chg="mod">
          <ac:chgData name="Kapoor,Amanpreet" userId="5465ae5f-3ea6-4989-a24a-46ffecd15609" providerId="ADAL" clId="{E7E610D5-8D10-40F3-A5B7-2B0026961471}" dt="2026-10-01T16:42:18.632" v="143" actId="962"/>
          <ac:grpSpMkLst>
            <pc:docMk/>
            <pc:sldMk cId="3897673732" sldId="435"/>
            <ac:grpSpMk id="10" creationId="{CB202824-BFF0-4128-ACA2-BA1388241257}"/>
          </ac:grpSpMkLst>
        </pc:grpChg>
      </pc:sldChg>
      <pc:sldChg chg="modSp mod">
        <pc:chgData name="Kapoor,Amanpreet" userId="5465ae5f-3ea6-4989-a24a-46ffecd15609" providerId="ADAL" clId="{E7E610D5-8D10-40F3-A5B7-2B0026961471}" dt="2026-10-01T16:42:20.476" v="148" actId="962"/>
        <pc:sldMkLst>
          <pc:docMk/>
          <pc:sldMk cId="1518313900" sldId="436"/>
        </pc:sldMkLst>
        <pc:grpChg chg="mod">
          <ac:chgData name="Kapoor,Amanpreet" userId="5465ae5f-3ea6-4989-a24a-46ffecd15609" providerId="ADAL" clId="{E7E610D5-8D10-40F3-A5B7-2B0026961471}" dt="2026-10-01T16:42:19.725" v="147" actId="962"/>
          <ac:grpSpMkLst>
            <pc:docMk/>
            <pc:sldMk cId="1518313900" sldId="436"/>
            <ac:grpSpMk id="10" creationId="{A1DA30DF-F597-4DE3-B2C4-58CCE0BBC88D}"/>
          </ac:grpSpMkLst>
        </pc:grpChg>
        <pc:grpChg chg="mod">
          <ac:chgData name="Kapoor,Amanpreet" userId="5465ae5f-3ea6-4989-a24a-46ffecd15609" providerId="ADAL" clId="{E7E610D5-8D10-40F3-A5B7-2B0026961471}" dt="2026-10-01T16:42:20.476" v="148" actId="962"/>
          <ac:grpSpMkLst>
            <pc:docMk/>
            <pc:sldMk cId="1518313900" sldId="436"/>
            <ac:grpSpMk id="14" creationId="{58FCD4A7-AFEC-F311-F8AF-D36D2F1FA382}"/>
          </ac:grpSpMkLst>
        </pc:grpChg>
      </pc:sldChg>
      <pc:sldChg chg="modSp">
        <pc:chgData name="Kapoor,Amanpreet" userId="5465ae5f-3ea6-4989-a24a-46ffecd15609" providerId="ADAL" clId="{E7E610D5-8D10-40F3-A5B7-2B0026961471}" dt="2026-10-01T16:42:21.530" v="152" actId="962"/>
        <pc:sldMkLst>
          <pc:docMk/>
          <pc:sldMk cId="2026556303" sldId="437"/>
        </pc:sldMkLst>
        <pc:grpChg chg="mod">
          <ac:chgData name="Kapoor,Amanpreet" userId="5465ae5f-3ea6-4989-a24a-46ffecd15609" providerId="ADAL" clId="{E7E610D5-8D10-40F3-A5B7-2B0026961471}" dt="2026-10-01T16:42:21.530" v="152" actId="962"/>
          <ac:grpSpMkLst>
            <pc:docMk/>
            <pc:sldMk cId="2026556303" sldId="437"/>
            <ac:grpSpMk id="10" creationId="{7BC8E4D5-62FC-48AC-A73E-952E96B7F83A}"/>
          </ac:grpSpMkLst>
        </pc:grpChg>
      </pc:sldChg>
      <pc:sldChg chg="modSp">
        <pc:chgData name="Kapoor,Amanpreet" userId="5465ae5f-3ea6-4989-a24a-46ffecd15609" providerId="ADAL" clId="{E7E610D5-8D10-40F3-A5B7-2B0026961471}" dt="2026-10-01T16:42:22.030" v="154" actId="962"/>
        <pc:sldMkLst>
          <pc:docMk/>
          <pc:sldMk cId="460458242" sldId="438"/>
        </pc:sldMkLst>
        <pc:grpChg chg="mod">
          <ac:chgData name="Kapoor,Amanpreet" userId="5465ae5f-3ea6-4989-a24a-46ffecd15609" providerId="ADAL" clId="{E7E610D5-8D10-40F3-A5B7-2B0026961471}" dt="2026-10-01T16:42:22.030" v="154" actId="962"/>
          <ac:grpSpMkLst>
            <pc:docMk/>
            <pc:sldMk cId="460458242" sldId="438"/>
            <ac:grpSpMk id="11" creationId="{3DC271BD-B5BB-43FB-BD50-79EA94D75662}"/>
          </ac:grpSpMkLst>
        </pc:grpChg>
      </pc:sldChg>
      <pc:sldChg chg="modSp">
        <pc:chgData name="Kapoor,Amanpreet" userId="5465ae5f-3ea6-4989-a24a-46ffecd15609" providerId="ADAL" clId="{E7E610D5-8D10-40F3-A5B7-2B0026961471}" dt="2026-10-01T16:42:30.316" v="179" actId="962"/>
        <pc:sldMkLst>
          <pc:docMk/>
          <pc:sldMk cId="400175091" sldId="439"/>
        </pc:sldMkLst>
        <pc:grpChg chg="mod">
          <ac:chgData name="Kapoor,Amanpreet" userId="5465ae5f-3ea6-4989-a24a-46ffecd15609" providerId="ADAL" clId="{E7E610D5-8D10-40F3-A5B7-2B0026961471}" dt="2026-10-01T16:42:30.316" v="179" actId="962"/>
          <ac:grpSpMkLst>
            <pc:docMk/>
            <pc:sldMk cId="400175091" sldId="439"/>
            <ac:grpSpMk id="5" creationId="{047CF0CE-BA1C-4DC2-A4D3-5A45D14ABDF7}"/>
          </ac:grpSpMkLst>
        </pc:grpChg>
      </pc:sldChg>
      <pc:sldChg chg="modSp">
        <pc:chgData name="Kapoor,Amanpreet" userId="5465ae5f-3ea6-4989-a24a-46ffecd15609" providerId="ADAL" clId="{E7E610D5-8D10-40F3-A5B7-2B0026961471}" dt="2026-10-01T16:42:31.313" v="180" actId="962"/>
        <pc:sldMkLst>
          <pc:docMk/>
          <pc:sldMk cId="2964235514" sldId="440"/>
        </pc:sldMkLst>
        <pc:grpChg chg="mod">
          <ac:chgData name="Kapoor,Amanpreet" userId="5465ae5f-3ea6-4989-a24a-46ffecd15609" providerId="ADAL" clId="{E7E610D5-8D10-40F3-A5B7-2B0026961471}" dt="2026-10-01T16:42:31.313" v="180" actId="962"/>
          <ac:grpSpMkLst>
            <pc:docMk/>
            <pc:sldMk cId="2964235514" sldId="440"/>
            <ac:grpSpMk id="6" creationId="{C371735B-E878-4108-BD43-4E2084C55FA0}"/>
          </ac:grpSpMkLst>
        </pc:grpChg>
      </pc:sldChg>
      <pc:sldChg chg="modSp">
        <pc:chgData name="Kapoor,Amanpreet" userId="5465ae5f-3ea6-4989-a24a-46ffecd15609" providerId="ADAL" clId="{E7E610D5-8D10-40F3-A5B7-2B0026961471}" dt="2026-10-01T16:42:31.851" v="181" actId="962"/>
        <pc:sldMkLst>
          <pc:docMk/>
          <pc:sldMk cId="2071317137" sldId="441"/>
        </pc:sldMkLst>
        <pc:grpChg chg="mod">
          <ac:chgData name="Kapoor,Amanpreet" userId="5465ae5f-3ea6-4989-a24a-46ffecd15609" providerId="ADAL" clId="{E7E610D5-8D10-40F3-A5B7-2B0026961471}" dt="2026-10-01T16:42:31.851" v="181" actId="962"/>
          <ac:grpSpMkLst>
            <pc:docMk/>
            <pc:sldMk cId="2071317137" sldId="441"/>
            <ac:grpSpMk id="5" creationId="{84223295-681E-4E43-955C-DADA4D7BB0B7}"/>
          </ac:grpSpMkLst>
        </pc:grpChg>
      </pc:sldChg>
      <pc:sldChg chg="modSp mod">
        <pc:chgData name="Kapoor,Amanpreet" userId="5465ae5f-3ea6-4989-a24a-46ffecd15609" providerId="ADAL" clId="{E7E610D5-8D10-40F3-A5B7-2B0026961471}" dt="2026-10-01T16:40:42.168" v="2" actId="962"/>
        <pc:sldMkLst>
          <pc:docMk/>
          <pc:sldMk cId="2555451581" sldId="443"/>
        </pc:sldMkLst>
        <pc:spChg chg="mod">
          <ac:chgData name="Kapoor,Amanpreet" userId="5465ae5f-3ea6-4989-a24a-46ffecd15609" providerId="ADAL" clId="{E7E610D5-8D10-40F3-A5B7-2B0026961471}" dt="2026-10-01T16:40:40.839" v="1" actId="962"/>
          <ac:spMkLst>
            <pc:docMk/>
            <pc:sldMk cId="2555451581" sldId="443"/>
            <ac:spMk id="3" creationId="{76A18433-099D-4764-B5D5-0F8EB74DA174}"/>
          </ac:spMkLst>
        </pc:spChg>
        <pc:grpChg chg="mod">
          <ac:chgData name="Kapoor,Amanpreet" userId="5465ae5f-3ea6-4989-a24a-46ffecd15609" providerId="ADAL" clId="{E7E610D5-8D10-40F3-A5B7-2B0026961471}" dt="2026-10-01T16:40:42.168" v="2" actId="962"/>
          <ac:grpSpMkLst>
            <pc:docMk/>
            <pc:sldMk cId="2555451581" sldId="443"/>
            <ac:grpSpMk id="5" creationId="{E9779A96-953F-4B62-91CF-08A37A25063F}"/>
          </ac:grpSpMkLst>
        </pc:grpChg>
      </pc:sldChg>
      <pc:sldChg chg="modSp">
        <pc:chgData name="Kapoor,Amanpreet" userId="5465ae5f-3ea6-4989-a24a-46ffecd15609" providerId="ADAL" clId="{E7E610D5-8D10-40F3-A5B7-2B0026961471}" dt="2026-10-01T16:40:43.559" v="3" actId="962"/>
        <pc:sldMkLst>
          <pc:docMk/>
          <pc:sldMk cId="1560540841" sldId="444"/>
        </pc:sldMkLst>
        <pc:grpChg chg="mod">
          <ac:chgData name="Kapoor,Amanpreet" userId="5465ae5f-3ea6-4989-a24a-46ffecd15609" providerId="ADAL" clId="{E7E610D5-8D10-40F3-A5B7-2B0026961471}" dt="2026-10-01T16:40:43.559" v="3" actId="962"/>
          <ac:grpSpMkLst>
            <pc:docMk/>
            <pc:sldMk cId="1560540841" sldId="444"/>
            <ac:grpSpMk id="5" creationId="{273B4D07-2A1E-402C-BF3A-15837C2706A1}"/>
          </ac:grpSpMkLst>
        </pc:grpChg>
      </pc:sldChg>
      <pc:sldChg chg="modSp mod">
        <pc:chgData name="Kapoor,Amanpreet" userId="5465ae5f-3ea6-4989-a24a-46ffecd15609" providerId="ADAL" clId="{E7E610D5-8D10-40F3-A5B7-2B0026961471}" dt="2026-10-01T16:40:46.101" v="6" actId="962"/>
        <pc:sldMkLst>
          <pc:docMk/>
          <pc:sldMk cId="415750654" sldId="447"/>
        </pc:sldMkLst>
        <pc:grpChg chg="mod">
          <ac:chgData name="Kapoor,Amanpreet" userId="5465ae5f-3ea6-4989-a24a-46ffecd15609" providerId="ADAL" clId="{E7E610D5-8D10-40F3-A5B7-2B0026961471}" dt="2026-10-01T16:40:45.207" v="5" actId="962"/>
          <ac:grpSpMkLst>
            <pc:docMk/>
            <pc:sldMk cId="415750654" sldId="447"/>
            <ac:grpSpMk id="4" creationId="{25CC6470-2B57-41C2-A00A-32307D0091BE}"/>
          </ac:grpSpMkLst>
        </pc:grpChg>
        <pc:grpChg chg="mod">
          <ac:chgData name="Kapoor,Amanpreet" userId="5465ae5f-3ea6-4989-a24a-46ffecd15609" providerId="ADAL" clId="{E7E610D5-8D10-40F3-A5B7-2B0026961471}" dt="2026-10-01T16:40:46.101" v="6" actId="962"/>
          <ac:grpSpMkLst>
            <pc:docMk/>
            <pc:sldMk cId="415750654" sldId="447"/>
            <ac:grpSpMk id="14" creationId="{25B92201-1302-48CB-AC02-E79AFAF5D507}"/>
          </ac:grpSpMkLst>
        </pc:grpChg>
        <pc:grpChg chg="mod">
          <ac:chgData name="Kapoor,Amanpreet" userId="5465ae5f-3ea6-4989-a24a-46ffecd15609" providerId="ADAL" clId="{E7E610D5-8D10-40F3-A5B7-2B0026961471}" dt="2026-10-01T16:40:44.455" v="4" actId="962"/>
          <ac:grpSpMkLst>
            <pc:docMk/>
            <pc:sldMk cId="415750654" sldId="447"/>
            <ac:grpSpMk id="24" creationId="{0E547B52-13F9-4D09-ABB7-C0215AD69258}"/>
          </ac:grpSpMkLst>
        </pc:grpChg>
      </pc:sldChg>
      <pc:sldChg chg="modSp">
        <pc:chgData name="Kapoor,Amanpreet" userId="5465ae5f-3ea6-4989-a24a-46ffecd15609" providerId="ADAL" clId="{E7E610D5-8D10-40F3-A5B7-2B0026961471}" dt="2026-10-01T16:40:49.041" v="9" actId="962"/>
        <pc:sldMkLst>
          <pc:docMk/>
          <pc:sldMk cId="1035528353" sldId="452"/>
        </pc:sldMkLst>
        <pc:grpChg chg="mod">
          <ac:chgData name="Kapoor,Amanpreet" userId="5465ae5f-3ea6-4989-a24a-46ffecd15609" providerId="ADAL" clId="{E7E610D5-8D10-40F3-A5B7-2B0026961471}" dt="2026-10-01T16:40:49.041" v="9" actId="962"/>
          <ac:grpSpMkLst>
            <pc:docMk/>
            <pc:sldMk cId="1035528353" sldId="452"/>
            <ac:grpSpMk id="4" creationId="{F769DE32-1B24-43FD-809E-2C39213FA74F}"/>
          </ac:grpSpMkLst>
        </pc:grpChg>
      </pc:sldChg>
      <pc:sldChg chg="modSp">
        <pc:chgData name="Kapoor,Amanpreet" userId="5465ae5f-3ea6-4989-a24a-46ffecd15609" providerId="ADAL" clId="{E7E610D5-8D10-40F3-A5B7-2B0026961471}" dt="2026-10-01T16:40:49.822" v="10" actId="962"/>
        <pc:sldMkLst>
          <pc:docMk/>
          <pc:sldMk cId="281128190" sldId="454"/>
        </pc:sldMkLst>
        <pc:grpChg chg="mod">
          <ac:chgData name="Kapoor,Amanpreet" userId="5465ae5f-3ea6-4989-a24a-46ffecd15609" providerId="ADAL" clId="{E7E610D5-8D10-40F3-A5B7-2B0026961471}" dt="2026-10-01T16:40:49.822" v="10" actId="962"/>
          <ac:grpSpMkLst>
            <pc:docMk/>
            <pc:sldMk cId="281128190" sldId="454"/>
            <ac:grpSpMk id="7" creationId="{94D2393C-C9CB-4F5B-B2C4-92193A3491D2}"/>
          </ac:grpSpMkLst>
        </pc:grpChg>
      </pc:sldChg>
      <pc:sldChg chg="modSp">
        <pc:chgData name="Kapoor,Amanpreet" userId="5465ae5f-3ea6-4989-a24a-46ffecd15609" providerId="ADAL" clId="{E7E610D5-8D10-40F3-A5B7-2B0026961471}" dt="2026-10-01T16:40:52.234" v="13" actId="962"/>
        <pc:sldMkLst>
          <pc:docMk/>
          <pc:sldMk cId="1494599580" sldId="455"/>
        </pc:sldMkLst>
        <pc:grpChg chg="mod">
          <ac:chgData name="Kapoor,Amanpreet" userId="5465ae5f-3ea6-4989-a24a-46ffecd15609" providerId="ADAL" clId="{E7E610D5-8D10-40F3-A5B7-2B0026961471}" dt="2026-10-01T16:40:52.234" v="13" actId="962"/>
          <ac:grpSpMkLst>
            <pc:docMk/>
            <pc:sldMk cId="1494599580" sldId="455"/>
            <ac:grpSpMk id="7" creationId="{EBCC37B2-564E-4339-B6D5-15912FB5B253}"/>
          </ac:grpSpMkLst>
        </pc:grpChg>
      </pc:sldChg>
      <pc:sldChg chg="modSp">
        <pc:chgData name="Kapoor,Amanpreet" userId="5465ae5f-3ea6-4989-a24a-46ffecd15609" providerId="ADAL" clId="{E7E610D5-8D10-40F3-A5B7-2B0026961471}" dt="2026-10-01T16:40:53.012" v="14" actId="962"/>
        <pc:sldMkLst>
          <pc:docMk/>
          <pc:sldMk cId="2560681691" sldId="456"/>
        </pc:sldMkLst>
        <pc:grpChg chg="mod">
          <ac:chgData name="Kapoor,Amanpreet" userId="5465ae5f-3ea6-4989-a24a-46ffecd15609" providerId="ADAL" clId="{E7E610D5-8D10-40F3-A5B7-2B0026961471}" dt="2026-10-01T16:40:53.012" v="14" actId="962"/>
          <ac:grpSpMkLst>
            <pc:docMk/>
            <pc:sldMk cId="2560681691" sldId="456"/>
            <ac:grpSpMk id="7" creationId="{75AD7A58-97CC-4CFD-9531-182CFC508E74}"/>
          </ac:grpSpMkLst>
        </pc:grpChg>
      </pc:sldChg>
      <pc:sldChg chg="modSp">
        <pc:chgData name="Kapoor,Amanpreet" userId="5465ae5f-3ea6-4989-a24a-46ffecd15609" providerId="ADAL" clId="{E7E610D5-8D10-40F3-A5B7-2B0026961471}" dt="2026-10-01T16:40:53.880" v="15" actId="962"/>
        <pc:sldMkLst>
          <pc:docMk/>
          <pc:sldMk cId="3083271573" sldId="457"/>
        </pc:sldMkLst>
        <pc:grpChg chg="mod">
          <ac:chgData name="Kapoor,Amanpreet" userId="5465ae5f-3ea6-4989-a24a-46ffecd15609" providerId="ADAL" clId="{E7E610D5-8D10-40F3-A5B7-2B0026961471}" dt="2026-10-01T16:40:53.880" v="15" actId="962"/>
          <ac:grpSpMkLst>
            <pc:docMk/>
            <pc:sldMk cId="3083271573" sldId="457"/>
            <ac:grpSpMk id="8" creationId="{386BAA0A-84DC-479A-9629-F5495B3CD5AE}"/>
          </ac:grpSpMkLst>
        </pc:grpChg>
      </pc:sldChg>
      <pc:sldChg chg="modSp">
        <pc:chgData name="Kapoor,Amanpreet" userId="5465ae5f-3ea6-4989-a24a-46ffecd15609" providerId="ADAL" clId="{E7E610D5-8D10-40F3-A5B7-2B0026961471}" dt="2026-10-01T16:40:54.714" v="16" actId="962"/>
        <pc:sldMkLst>
          <pc:docMk/>
          <pc:sldMk cId="1358968063" sldId="458"/>
        </pc:sldMkLst>
        <pc:grpChg chg="mod">
          <ac:chgData name="Kapoor,Amanpreet" userId="5465ae5f-3ea6-4989-a24a-46ffecd15609" providerId="ADAL" clId="{E7E610D5-8D10-40F3-A5B7-2B0026961471}" dt="2026-10-01T16:40:54.714" v="16" actId="962"/>
          <ac:grpSpMkLst>
            <pc:docMk/>
            <pc:sldMk cId="1358968063" sldId="458"/>
            <ac:grpSpMk id="4" creationId="{84B656C7-5AEC-4AEF-B846-C3615222CA70}"/>
          </ac:grpSpMkLst>
        </pc:grpChg>
      </pc:sldChg>
      <pc:sldChg chg="modSp">
        <pc:chgData name="Kapoor,Amanpreet" userId="5465ae5f-3ea6-4989-a24a-46ffecd15609" providerId="ADAL" clId="{E7E610D5-8D10-40F3-A5B7-2B0026961471}" dt="2026-10-01T16:40:55.798" v="17" actId="962"/>
        <pc:sldMkLst>
          <pc:docMk/>
          <pc:sldMk cId="3073094881" sldId="459"/>
        </pc:sldMkLst>
        <pc:grpChg chg="mod">
          <ac:chgData name="Kapoor,Amanpreet" userId="5465ae5f-3ea6-4989-a24a-46ffecd15609" providerId="ADAL" clId="{E7E610D5-8D10-40F3-A5B7-2B0026961471}" dt="2026-10-01T16:40:55.798" v="17" actId="962"/>
          <ac:grpSpMkLst>
            <pc:docMk/>
            <pc:sldMk cId="3073094881" sldId="459"/>
            <ac:grpSpMk id="7" creationId="{2926F4DB-3B5F-47DA-B9CA-5342EEAC556C}"/>
          </ac:grpSpMkLst>
        </pc:grpChg>
      </pc:sldChg>
      <pc:sldChg chg="modSp">
        <pc:chgData name="Kapoor,Amanpreet" userId="5465ae5f-3ea6-4989-a24a-46ffecd15609" providerId="ADAL" clId="{E7E610D5-8D10-40F3-A5B7-2B0026961471}" dt="2026-10-01T16:40:56.510" v="18" actId="962"/>
        <pc:sldMkLst>
          <pc:docMk/>
          <pc:sldMk cId="3987449512" sldId="460"/>
        </pc:sldMkLst>
        <pc:grpChg chg="mod">
          <ac:chgData name="Kapoor,Amanpreet" userId="5465ae5f-3ea6-4989-a24a-46ffecd15609" providerId="ADAL" clId="{E7E610D5-8D10-40F3-A5B7-2B0026961471}" dt="2026-10-01T16:40:56.510" v="18" actId="962"/>
          <ac:grpSpMkLst>
            <pc:docMk/>
            <pc:sldMk cId="3987449512" sldId="460"/>
            <ac:grpSpMk id="7" creationId="{79582B90-A6DF-49F4-9212-B7C73434174F}"/>
          </ac:grpSpMkLst>
        </pc:grpChg>
      </pc:sldChg>
      <pc:sldChg chg="modSp">
        <pc:chgData name="Kapoor,Amanpreet" userId="5465ae5f-3ea6-4989-a24a-46ffecd15609" providerId="ADAL" clId="{E7E610D5-8D10-40F3-A5B7-2B0026961471}" dt="2026-10-01T16:40:57.350" v="19" actId="962"/>
        <pc:sldMkLst>
          <pc:docMk/>
          <pc:sldMk cId="1754685911" sldId="464"/>
        </pc:sldMkLst>
        <pc:grpChg chg="mod">
          <ac:chgData name="Kapoor,Amanpreet" userId="5465ae5f-3ea6-4989-a24a-46ffecd15609" providerId="ADAL" clId="{E7E610D5-8D10-40F3-A5B7-2B0026961471}" dt="2026-10-01T16:40:57.350" v="19" actId="962"/>
          <ac:grpSpMkLst>
            <pc:docMk/>
            <pc:sldMk cId="1754685911" sldId="464"/>
            <ac:grpSpMk id="4" creationId="{178E039F-00B4-4A7D-B90C-0FB9AAD5E40B}"/>
          </ac:grpSpMkLst>
        </pc:grpChg>
      </pc:sldChg>
      <pc:sldChg chg="modSp mod">
        <pc:chgData name="Kapoor,Amanpreet" userId="5465ae5f-3ea6-4989-a24a-46ffecd15609" providerId="ADAL" clId="{E7E610D5-8D10-40F3-A5B7-2B0026961471}" dt="2026-10-01T16:41:33.544" v="26" actId="962"/>
        <pc:sldMkLst>
          <pc:docMk/>
          <pc:sldMk cId="1005943703" sldId="465"/>
        </pc:sldMkLst>
        <pc:grpChg chg="mod">
          <ac:chgData name="Kapoor,Amanpreet" userId="5465ae5f-3ea6-4989-a24a-46ffecd15609" providerId="ADAL" clId="{E7E610D5-8D10-40F3-A5B7-2B0026961471}" dt="2026-10-01T16:41:33.544" v="26" actId="962"/>
          <ac:grpSpMkLst>
            <pc:docMk/>
            <pc:sldMk cId="1005943703" sldId="465"/>
            <ac:grpSpMk id="6" creationId="{E8737B87-78AE-4D56-801F-E297E7EC4E8C}"/>
          </ac:grpSpMkLst>
        </pc:grpChg>
        <pc:picChg chg="mod">
          <ac:chgData name="Kapoor,Amanpreet" userId="5465ae5f-3ea6-4989-a24a-46ffecd15609" providerId="ADAL" clId="{E7E610D5-8D10-40F3-A5B7-2B0026961471}" dt="2026-10-01T16:41:32.673" v="25" actId="962"/>
          <ac:picMkLst>
            <pc:docMk/>
            <pc:sldMk cId="1005943703" sldId="465"/>
            <ac:picMk id="4" creationId="{B4B57751-8351-4661-9ADA-0945918A2747}"/>
          </ac:picMkLst>
        </pc:picChg>
      </pc:sldChg>
      <pc:sldChg chg="modSp mod">
        <pc:chgData name="Kapoor,Amanpreet" userId="5465ae5f-3ea6-4989-a24a-46ffecd15609" providerId="ADAL" clId="{E7E610D5-8D10-40F3-A5B7-2B0026961471}" dt="2026-10-01T16:41:36.894" v="28" actId="962"/>
        <pc:sldMkLst>
          <pc:docMk/>
          <pc:sldMk cId="219677084" sldId="466"/>
        </pc:sldMkLst>
        <pc:grpChg chg="mod">
          <ac:chgData name="Kapoor,Amanpreet" userId="5465ae5f-3ea6-4989-a24a-46ffecd15609" providerId="ADAL" clId="{E7E610D5-8D10-40F3-A5B7-2B0026961471}" dt="2026-10-01T16:41:36.894" v="28" actId="962"/>
          <ac:grpSpMkLst>
            <pc:docMk/>
            <pc:sldMk cId="219677084" sldId="466"/>
            <ac:grpSpMk id="6" creationId="{4AB0DB66-26E3-4561-ABF6-C6C5D7036D78}"/>
          </ac:grpSpMkLst>
        </pc:grpChg>
        <pc:picChg chg="mod">
          <ac:chgData name="Kapoor,Amanpreet" userId="5465ae5f-3ea6-4989-a24a-46ffecd15609" providerId="ADAL" clId="{E7E610D5-8D10-40F3-A5B7-2B0026961471}" dt="2026-10-01T16:41:36.197" v="27" actId="962"/>
          <ac:picMkLst>
            <pc:docMk/>
            <pc:sldMk cId="219677084" sldId="466"/>
            <ac:picMk id="4" creationId="{B4B57751-8351-4661-9ADA-0945918A2747}"/>
          </ac:picMkLst>
        </pc:picChg>
      </pc:sldChg>
      <pc:sldChg chg="modSp mod">
        <pc:chgData name="Kapoor,Amanpreet" userId="5465ae5f-3ea6-4989-a24a-46ffecd15609" providerId="ADAL" clId="{E7E610D5-8D10-40F3-A5B7-2B0026961471}" dt="2026-10-01T16:41:38.577" v="30" actId="962"/>
        <pc:sldMkLst>
          <pc:docMk/>
          <pc:sldMk cId="2677672708" sldId="467"/>
        </pc:sldMkLst>
        <pc:grpChg chg="mod">
          <ac:chgData name="Kapoor,Amanpreet" userId="5465ae5f-3ea6-4989-a24a-46ffecd15609" providerId="ADAL" clId="{E7E610D5-8D10-40F3-A5B7-2B0026961471}" dt="2026-10-01T16:41:38.577" v="30" actId="962"/>
          <ac:grpSpMkLst>
            <pc:docMk/>
            <pc:sldMk cId="2677672708" sldId="467"/>
            <ac:grpSpMk id="6" creationId="{C337E7C9-1499-4F6C-920B-D7C2AA989E44}"/>
          </ac:grpSpMkLst>
        </pc:grpChg>
        <pc:picChg chg="mod">
          <ac:chgData name="Kapoor,Amanpreet" userId="5465ae5f-3ea6-4989-a24a-46ffecd15609" providerId="ADAL" clId="{E7E610D5-8D10-40F3-A5B7-2B0026961471}" dt="2026-10-01T16:41:37.990" v="29" actId="962"/>
          <ac:picMkLst>
            <pc:docMk/>
            <pc:sldMk cId="2677672708" sldId="467"/>
            <ac:picMk id="4" creationId="{B4B57751-8351-4661-9ADA-0945918A2747}"/>
          </ac:picMkLst>
        </pc:picChg>
      </pc:sldChg>
      <pc:sldChg chg="modSp mod">
        <pc:chgData name="Kapoor,Amanpreet" userId="5465ae5f-3ea6-4989-a24a-46ffecd15609" providerId="ADAL" clId="{E7E610D5-8D10-40F3-A5B7-2B0026961471}" dt="2026-10-01T16:41:40.619" v="32" actId="962"/>
        <pc:sldMkLst>
          <pc:docMk/>
          <pc:sldMk cId="3853390428" sldId="468"/>
        </pc:sldMkLst>
        <pc:grpChg chg="mod">
          <ac:chgData name="Kapoor,Amanpreet" userId="5465ae5f-3ea6-4989-a24a-46ffecd15609" providerId="ADAL" clId="{E7E610D5-8D10-40F3-A5B7-2B0026961471}" dt="2026-10-01T16:41:40.619" v="32" actId="962"/>
          <ac:grpSpMkLst>
            <pc:docMk/>
            <pc:sldMk cId="3853390428" sldId="468"/>
            <ac:grpSpMk id="6" creationId="{D24C16D7-0C2B-4053-B855-5B511B5C7106}"/>
          </ac:grpSpMkLst>
        </pc:grpChg>
        <pc:picChg chg="mod">
          <ac:chgData name="Kapoor,Amanpreet" userId="5465ae5f-3ea6-4989-a24a-46ffecd15609" providerId="ADAL" clId="{E7E610D5-8D10-40F3-A5B7-2B0026961471}" dt="2026-10-01T16:41:39.275" v="31" actId="962"/>
          <ac:picMkLst>
            <pc:docMk/>
            <pc:sldMk cId="3853390428" sldId="468"/>
            <ac:picMk id="4" creationId="{B4B57751-8351-4661-9ADA-0945918A2747}"/>
          </ac:picMkLst>
        </pc:picChg>
      </pc:sldChg>
      <pc:sldChg chg="modSp">
        <pc:chgData name="Kapoor,Amanpreet" userId="5465ae5f-3ea6-4989-a24a-46ffecd15609" providerId="ADAL" clId="{E7E610D5-8D10-40F3-A5B7-2B0026961471}" dt="2026-10-01T16:41:44.318" v="34" actId="962"/>
        <pc:sldMkLst>
          <pc:docMk/>
          <pc:sldMk cId="3942220203" sldId="469"/>
        </pc:sldMkLst>
        <pc:grpChg chg="mod">
          <ac:chgData name="Kapoor,Amanpreet" userId="5465ae5f-3ea6-4989-a24a-46ffecd15609" providerId="ADAL" clId="{E7E610D5-8D10-40F3-A5B7-2B0026961471}" dt="2026-10-01T16:41:44.318" v="34" actId="962"/>
          <ac:grpSpMkLst>
            <pc:docMk/>
            <pc:sldMk cId="3942220203" sldId="469"/>
            <ac:grpSpMk id="5" creationId="{EC45B2A8-6EAF-4923-BA8D-0DFCD238A205}"/>
          </ac:grpSpMkLst>
        </pc:grpChg>
      </pc:sldChg>
      <pc:sldChg chg="modSp">
        <pc:chgData name="Kapoor,Amanpreet" userId="5465ae5f-3ea6-4989-a24a-46ffecd15609" providerId="ADAL" clId="{E7E610D5-8D10-40F3-A5B7-2B0026961471}" dt="2026-10-01T16:41:45.542" v="36" actId="962"/>
        <pc:sldMkLst>
          <pc:docMk/>
          <pc:sldMk cId="2600675898" sldId="470"/>
        </pc:sldMkLst>
        <pc:grpChg chg="mod">
          <ac:chgData name="Kapoor,Amanpreet" userId="5465ae5f-3ea6-4989-a24a-46ffecd15609" providerId="ADAL" clId="{E7E610D5-8D10-40F3-A5B7-2B0026961471}" dt="2026-10-01T16:41:45.542" v="36" actId="962"/>
          <ac:grpSpMkLst>
            <pc:docMk/>
            <pc:sldMk cId="2600675898" sldId="470"/>
            <ac:grpSpMk id="10" creationId="{0EE570AA-541D-425E-BE2D-ECD989099C45}"/>
          </ac:grpSpMkLst>
        </pc:grpChg>
      </pc:sldChg>
      <pc:sldChg chg="modSp">
        <pc:chgData name="Kapoor,Amanpreet" userId="5465ae5f-3ea6-4989-a24a-46ffecd15609" providerId="ADAL" clId="{E7E610D5-8D10-40F3-A5B7-2B0026961471}" dt="2026-10-01T16:41:51.828" v="37" actId="962"/>
        <pc:sldMkLst>
          <pc:docMk/>
          <pc:sldMk cId="3685984496" sldId="472"/>
        </pc:sldMkLst>
        <pc:grpChg chg="mod">
          <ac:chgData name="Kapoor,Amanpreet" userId="5465ae5f-3ea6-4989-a24a-46ffecd15609" providerId="ADAL" clId="{E7E610D5-8D10-40F3-A5B7-2B0026961471}" dt="2026-10-01T16:41:51.828" v="37" actId="962"/>
          <ac:grpSpMkLst>
            <pc:docMk/>
            <pc:sldMk cId="3685984496" sldId="472"/>
            <ac:grpSpMk id="15" creationId="{53EA7BCF-BE14-40A2-B4CC-BE446216A5BA}"/>
          </ac:grpSpMkLst>
        </pc:grpChg>
      </pc:sldChg>
      <pc:sldChg chg="modSp">
        <pc:chgData name="Kapoor,Amanpreet" userId="5465ae5f-3ea6-4989-a24a-46ffecd15609" providerId="ADAL" clId="{E7E610D5-8D10-40F3-A5B7-2B0026961471}" dt="2026-10-01T16:41:52.302" v="38" actId="962"/>
        <pc:sldMkLst>
          <pc:docMk/>
          <pc:sldMk cId="2004810971" sldId="473"/>
        </pc:sldMkLst>
        <pc:grpChg chg="mod">
          <ac:chgData name="Kapoor,Amanpreet" userId="5465ae5f-3ea6-4989-a24a-46ffecd15609" providerId="ADAL" clId="{E7E610D5-8D10-40F3-A5B7-2B0026961471}" dt="2026-10-01T16:41:52.302" v="38" actId="962"/>
          <ac:grpSpMkLst>
            <pc:docMk/>
            <pc:sldMk cId="2004810971" sldId="473"/>
            <ac:grpSpMk id="5" creationId="{93B09253-FCC4-44D3-809F-CFE2096FDE99}"/>
          </ac:grpSpMkLst>
        </pc:grpChg>
      </pc:sldChg>
      <pc:sldChg chg="modSp">
        <pc:chgData name="Kapoor,Amanpreet" userId="5465ae5f-3ea6-4989-a24a-46ffecd15609" providerId="ADAL" clId="{E7E610D5-8D10-40F3-A5B7-2B0026961471}" dt="2026-10-01T16:41:52.858" v="39" actId="962"/>
        <pc:sldMkLst>
          <pc:docMk/>
          <pc:sldMk cId="1079240332" sldId="475"/>
        </pc:sldMkLst>
        <pc:grpChg chg="mod">
          <ac:chgData name="Kapoor,Amanpreet" userId="5465ae5f-3ea6-4989-a24a-46ffecd15609" providerId="ADAL" clId="{E7E610D5-8D10-40F3-A5B7-2B0026961471}" dt="2026-10-01T16:41:52.858" v="39" actId="962"/>
          <ac:grpSpMkLst>
            <pc:docMk/>
            <pc:sldMk cId="1079240332" sldId="475"/>
            <ac:grpSpMk id="5" creationId="{A46C6C99-ABC0-4295-848E-AE8D8B3595AD}"/>
          </ac:grpSpMkLst>
        </pc:grpChg>
      </pc:sldChg>
      <pc:sldChg chg="modSp">
        <pc:chgData name="Kapoor,Amanpreet" userId="5465ae5f-3ea6-4989-a24a-46ffecd15609" providerId="ADAL" clId="{E7E610D5-8D10-40F3-A5B7-2B0026961471}" dt="2026-10-01T16:41:53.901" v="41" actId="962"/>
        <pc:sldMkLst>
          <pc:docMk/>
          <pc:sldMk cId="922054352" sldId="476"/>
        </pc:sldMkLst>
        <pc:grpChg chg="mod">
          <ac:chgData name="Kapoor,Amanpreet" userId="5465ae5f-3ea6-4989-a24a-46ffecd15609" providerId="ADAL" clId="{E7E610D5-8D10-40F3-A5B7-2B0026961471}" dt="2026-10-01T16:41:53.901" v="41" actId="962"/>
          <ac:grpSpMkLst>
            <pc:docMk/>
            <pc:sldMk cId="922054352" sldId="476"/>
            <ac:grpSpMk id="6" creationId="{23D26DA6-D1C6-4C35-A342-231EECEAD3DF}"/>
          </ac:grpSpMkLst>
        </pc:grpChg>
      </pc:sldChg>
      <pc:sldChg chg="modSp">
        <pc:chgData name="Kapoor,Amanpreet" userId="5465ae5f-3ea6-4989-a24a-46ffecd15609" providerId="ADAL" clId="{E7E610D5-8D10-40F3-A5B7-2B0026961471}" dt="2026-10-01T16:41:54.614" v="43" actId="962"/>
        <pc:sldMkLst>
          <pc:docMk/>
          <pc:sldMk cId="3609189582" sldId="477"/>
        </pc:sldMkLst>
        <pc:grpChg chg="mod">
          <ac:chgData name="Kapoor,Amanpreet" userId="5465ae5f-3ea6-4989-a24a-46ffecd15609" providerId="ADAL" clId="{E7E610D5-8D10-40F3-A5B7-2B0026961471}" dt="2026-10-01T16:41:54.614" v="43" actId="962"/>
          <ac:grpSpMkLst>
            <pc:docMk/>
            <pc:sldMk cId="3609189582" sldId="477"/>
            <ac:grpSpMk id="8" creationId="{2DF9C91C-C595-4264-9C15-6A5CD2A33EF9}"/>
          </ac:grpSpMkLst>
        </pc:grpChg>
      </pc:sldChg>
      <pc:sldChg chg="modSp">
        <pc:chgData name="Kapoor,Amanpreet" userId="5465ae5f-3ea6-4989-a24a-46ffecd15609" providerId="ADAL" clId="{E7E610D5-8D10-40F3-A5B7-2B0026961471}" dt="2026-10-01T16:41:55.453" v="47" actId="962"/>
        <pc:sldMkLst>
          <pc:docMk/>
          <pc:sldMk cId="1456443507" sldId="478"/>
        </pc:sldMkLst>
        <pc:grpChg chg="mod">
          <ac:chgData name="Kapoor,Amanpreet" userId="5465ae5f-3ea6-4989-a24a-46ffecd15609" providerId="ADAL" clId="{E7E610D5-8D10-40F3-A5B7-2B0026961471}" dt="2026-10-01T16:41:55.453" v="47" actId="962"/>
          <ac:grpSpMkLst>
            <pc:docMk/>
            <pc:sldMk cId="1456443507" sldId="478"/>
            <ac:grpSpMk id="5" creationId="{155838E4-34E2-4B15-BFCC-8781B344430A}"/>
          </ac:grpSpMkLst>
        </pc:grpChg>
      </pc:sldChg>
      <pc:sldChg chg="modSp">
        <pc:chgData name="Kapoor,Amanpreet" userId="5465ae5f-3ea6-4989-a24a-46ffecd15609" providerId="ADAL" clId="{E7E610D5-8D10-40F3-A5B7-2B0026961471}" dt="2026-10-01T16:41:55.247" v="46" actId="962"/>
        <pc:sldMkLst>
          <pc:docMk/>
          <pc:sldMk cId="2837875314" sldId="480"/>
        </pc:sldMkLst>
        <pc:grpChg chg="mod">
          <ac:chgData name="Kapoor,Amanpreet" userId="5465ae5f-3ea6-4989-a24a-46ffecd15609" providerId="ADAL" clId="{E7E610D5-8D10-40F3-A5B7-2B0026961471}" dt="2026-10-01T16:41:55.247" v="46" actId="962"/>
          <ac:grpSpMkLst>
            <pc:docMk/>
            <pc:sldMk cId="2837875314" sldId="480"/>
            <ac:grpSpMk id="5" creationId="{5AD9BD1B-A486-4D12-8A39-3195F6774951}"/>
          </ac:grpSpMkLst>
        </pc:grpChg>
      </pc:sldChg>
      <pc:sldChg chg="modSp">
        <pc:chgData name="Kapoor,Amanpreet" userId="5465ae5f-3ea6-4989-a24a-46ffecd15609" providerId="ADAL" clId="{E7E610D5-8D10-40F3-A5B7-2B0026961471}" dt="2026-10-01T16:41:57.722" v="57" actId="962"/>
        <pc:sldMkLst>
          <pc:docMk/>
          <pc:sldMk cId="1771170882" sldId="481"/>
        </pc:sldMkLst>
        <pc:grpChg chg="mod">
          <ac:chgData name="Kapoor,Amanpreet" userId="5465ae5f-3ea6-4989-a24a-46ffecd15609" providerId="ADAL" clId="{E7E610D5-8D10-40F3-A5B7-2B0026961471}" dt="2026-10-01T16:41:57.722" v="57" actId="962"/>
          <ac:grpSpMkLst>
            <pc:docMk/>
            <pc:sldMk cId="1771170882" sldId="481"/>
            <ac:grpSpMk id="5" creationId="{314716F4-97EE-4ACE-9D0C-D1ACA53C058D}"/>
          </ac:grpSpMkLst>
        </pc:grpChg>
      </pc:sldChg>
      <pc:sldChg chg="modSp">
        <pc:chgData name="Kapoor,Amanpreet" userId="5465ae5f-3ea6-4989-a24a-46ffecd15609" providerId="ADAL" clId="{E7E610D5-8D10-40F3-A5B7-2B0026961471}" dt="2026-10-01T16:40:48.249" v="8" actId="962"/>
        <pc:sldMkLst>
          <pc:docMk/>
          <pc:sldMk cId="3380299284" sldId="484"/>
        </pc:sldMkLst>
        <pc:grpChg chg="mod">
          <ac:chgData name="Kapoor,Amanpreet" userId="5465ae5f-3ea6-4989-a24a-46ffecd15609" providerId="ADAL" clId="{E7E610D5-8D10-40F3-A5B7-2B0026961471}" dt="2026-10-01T16:40:48.249" v="8" actId="962"/>
          <ac:grpSpMkLst>
            <pc:docMk/>
            <pc:sldMk cId="3380299284" sldId="484"/>
            <ac:grpSpMk id="7" creationId="{45B6FD44-AD8F-4EA4-8596-CD823D6AFD91}"/>
          </ac:grpSpMkLst>
        </pc:grpChg>
      </pc:sldChg>
      <pc:sldChg chg="modSp mod">
        <pc:chgData name="Kapoor,Amanpreet" userId="5465ae5f-3ea6-4989-a24a-46ffecd15609" providerId="ADAL" clId="{E7E610D5-8D10-40F3-A5B7-2B0026961471}" dt="2026-10-01T16:40:59.627" v="21" actId="962"/>
        <pc:sldMkLst>
          <pc:docMk/>
          <pc:sldMk cId="3993574806" sldId="485"/>
        </pc:sldMkLst>
        <pc:grpChg chg="mod">
          <ac:chgData name="Kapoor,Amanpreet" userId="5465ae5f-3ea6-4989-a24a-46ffecd15609" providerId="ADAL" clId="{E7E610D5-8D10-40F3-A5B7-2B0026961471}" dt="2026-10-01T16:40:59.627" v="21" actId="962"/>
          <ac:grpSpMkLst>
            <pc:docMk/>
            <pc:sldMk cId="3993574806" sldId="485"/>
            <ac:grpSpMk id="12" creationId="{FDB078F6-1390-4666-8DE6-5C144777C12B}"/>
          </ac:grpSpMkLst>
        </pc:grpChg>
        <pc:grpChg chg="mod">
          <ac:chgData name="Kapoor,Amanpreet" userId="5465ae5f-3ea6-4989-a24a-46ffecd15609" providerId="ADAL" clId="{E7E610D5-8D10-40F3-A5B7-2B0026961471}" dt="2026-10-01T16:40:58.156" v="20" actId="962"/>
          <ac:grpSpMkLst>
            <pc:docMk/>
            <pc:sldMk cId="3993574806" sldId="485"/>
            <ac:grpSpMk id="19" creationId="{D0633AC2-8029-4401-A3C1-0D7E5112CE1B}"/>
          </ac:grpSpMkLst>
        </pc:grpChg>
      </pc:sldChg>
      <pc:sldChg chg="modSp">
        <pc:chgData name="Kapoor,Amanpreet" userId="5465ae5f-3ea6-4989-a24a-46ffecd15609" providerId="ADAL" clId="{E7E610D5-8D10-40F3-A5B7-2B0026961471}" dt="2026-10-01T16:41:43.449" v="33" actId="962"/>
        <pc:sldMkLst>
          <pc:docMk/>
          <pc:sldMk cId="1306096912" sldId="486"/>
        </pc:sldMkLst>
        <pc:grpChg chg="mod">
          <ac:chgData name="Kapoor,Amanpreet" userId="5465ae5f-3ea6-4989-a24a-46ffecd15609" providerId="ADAL" clId="{E7E610D5-8D10-40F3-A5B7-2B0026961471}" dt="2026-10-01T16:41:43.449" v="33" actId="962"/>
          <ac:grpSpMkLst>
            <pc:docMk/>
            <pc:sldMk cId="1306096912" sldId="486"/>
            <ac:grpSpMk id="4" creationId="{21930AF2-9E0D-4E30-989B-77A5AD90B269}"/>
          </ac:grpSpMkLst>
        </pc:grpChg>
      </pc:sldChg>
      <pc:sldChg chg="modSp">
        <pc:chgData name="Kapoor,Amanpreet" userId="5465ae5f-3ea6-4989-a24a-46ffecd15609" providerId="ADAL" clId="{E7E610D5-8D10-40F3-A5B7-2B0026961471}" dt="2026-10-01T16:42:23.437" v="160" actId="962"/>
        <pc:sldMkLst>
          <pc:docMk/>
          <pc:sldMk cId="3494074298" sldId="487"/>
        </pc:sldMkLst>
        <pc:grpChg chg="mod">
          <ac:chgData name="Kapoor,Amanpreet" userId="5465ae5f-3ea6-4989-a24a-46ffecd15609" providerId="ADAL" clId="{E7E610D5-8D10-40F3-A5B7-2B0026961471}" dt="2026-10-01T16:42:23.437" v="160" actId="962"/>
          <ac:grpSpMkLst>
            <pc:docMk/>
            <pc:sldMk cId="3494074298" sldId="487"/>
            <ac:grpSpMk id="12" creationId="{62FC87A0-3A00-4D07-99D4-0ADD70C72AC5}"/>
          </ac:grpSpMkLst>
        </pc:grpChg>
      </pc:sldChg>
      <pc:sldChg chg="modSp">
        <pc:chgData name="Kapoor,Amanpreet" userId="5465ae5f-3ea6-4989-a24a-46ffecd15609" providerId="ADAL" clId="{E7E610D5-8D10-40F3-A5B7-2B0026961471}" dt="2026-10-01T16:42:23.934" v="162" actId="962"/>
        <pc:sldMkLst>
          <pc:docMk/>
          <pc:sldMk cId="3460976289" sldId="488"/>
        </pc:sldMkLst>
        <pc:grpChg chg="mod">
          <ac:chgData name="Kapoor,Amanpreet" userId="5465ae5f-3ea6-4989-a24a-46ffecd15609" providerId="ADAL" clId="{E7E610D5-8D10-40F3-A5B7-2B0026961471}" dt="2026-10-01T16:42:23.934" v="162" actId="962"/>
          <ac:grpSpMkLst>
            <pc:docMk/>
            <pc:sldMk cId="3460976289" sldId="488"/>
            <ac:grpSpMk id="11" creationId="{C3536618-D28E-4394-B337-0D1A7AB5C480}"/>
          </ac:grpSpMkLst>
        </pc:grpChg>
      </pc:sldChg>
      <pc:sldChg chg="modSp">
        <pc:chgData name="Kapoor,Amanpreet" userId="5465ae5f-3ea6-4989-a24a-46ffecd15609" providerId="ADAL" clId="{E7E610D5-8D10-40F3-A5B7-2B0026961471}" dt="2026-10-01T16:42:33.960" v="186" actId="962"/>
        <pc:sldMkLst>
          <pc:docMk/>
          <pc:sldMk cId="2436314423" sldId="489"/>
        </pc:sldMkLst>
        <pc:grpChg chg="mod">
          <ac:chgData name="Kapoor,Amanpreet" userId="5465ae5f-3ea6-4989-a24a-46ffecd15609" providerId="ADAL" clId="{E7E610D5-8D10-40F3-A5B7-2B0026961471}" dt="2026-10-01T16:42:33.960" v="186" actId="962"/>
          <ac:grpSpMkLst>
            <pc:docMk/>
            <pc:sldMk cId="2436314423" sldId="489"/>
            <ac:grpSpMk id="6" creationId="{FBB7C9D0-F5AF-49C9-8979-278567F7C9B2}"/>
          </ac:grpSpMkLst>
        </pc:grpChg>
      </pc:sldChg>
      <pc:sldChg chg="modSp mod">
        <pc:chgData name="Kapoor,Amanpreet" userId="5465ae5f-3ea6-4989-a24a-46ffecd15609" providerId="ADAL" clId="{E7E610D5-8D10-40F3-A5B7-2B0026961471}" dt="2026-10-01T16:42:36.036" v="191" actId="962"/>
        <pc:sldMkLst>
          <pc:docMk/>
          <pc:sldMk cId="196466286" sldId="490"/>
        </pc:sldMkLst>
        <pc:grpChg chg="mod">
          <ac:chgData name="Kapoor,Amanpreet" userId="5465ae5f-3ea6-4989-a24a-46ffecd15609" providerId="ADAL" clId="{E7E610D5-8D10-40F3-A5B7-2B0026961471}" dt="2026-10-01T16:42:36.036" v="191" actId="962"/>
          <ac:grpSpMkLst>
            <pc:docMk/>
            <pc:sldMk cId="196466286" sldId="490"/>
            <ac:grpSpMk id="6" creationId="{F361F961-0B0D-4599-B8CD-2622B4AEB1E0}"/>
          </ac:grpSpMkLst>
        </pc:grpChg>
        <pc:cxnChg chg="mod">
          <ac:chgData name="Kapoor,Amanpreet" userId="5465ae5f-3ea6-4989-a24a-46ffecd15609" providerId="ADAL" clId="{E7E610D5-8D10-40F3-A5B7-2B0026961471}" dt="2026-10-01T16:42:34.166" v="187" actId="962"/>
          <ac:cxnSpMkLst>
            <pc:docMk/>
            <pc:sldMk cId="196466286" sldId="490"/>
            <ac:cxnSpMk id="4" creationId="{D61BFA41-B7B6-4541-8CE0-E72BB1D5E36C}"/>
          </ac:cxnSpMkLst>
        </pc:cxnChg>
        <pc:cxnChg chg="mod">
          <ac:chgData name="Kapoor,Amanpreet" userId="5465ae5f-3ea6-4989-a24a-46ffecd15609" providerId="ADAL" clId="{E7E610D5-8D10-40F3-A5B7-2B0026961471}" dt="2026-10-01T16:42:34.420" v="188" actId="962"/>
          <ac:cxnSpMkLst>
            <pc:docMk/>
            <pc:sldMk cId="196466286" sldId="490"/>
            <ac:cxnSpMk id="11" creationId="{96D15899-8677-4249-9E74-F602F1C17AF9}"/>
          </ac:cxnSpMkLst>
        </pc:cxnChg>
        <pc:cxnChg chg="mod">
          <ac:chgData name="Kapoor,Amanpreet" userId="5465ae5f-3ea6-4989-a24a-46ffecd15609" providerId="ADAL" clId="{E7E610D5-8D10-40F3-A5B7-2B0026961471}" dt="2026-10-01T16:42:35.211" v="189" actId="962"/>
          <ac:cxnSpMkLst>
            <pc:docMk/>
            <pc:sldMk cId="196466286" sldId="490"/>
            <ac:cxnSpMk id="28" creationId="{3E7E2239-169B-47FB-8E8A-0C1D608C8EC5}"/>
          </ac:cxnSpMkLst>
        </pc:cxnChg>
        <pc:cxnChg chg="mod">
          <ac:chgData name="Kapoor,Amanpreet" userId="5465ae5f-3ea6-4989-a24a-46ffecd15609" providerId="ADAL" clId="{E7E610D5-8D10-40F3-A5B7-2B0026961471}" dt="2026-10-01T16:42:35.518" v="190" actId="962"/>
          <ac:cxnSpMkLst>
            <pc:docMk/>
            <pc:sldMk cId="196466286" sldId="490"/>
            <ac:cxnSpMk id="31" creationId="{161C8633-D047-4D83-B99A-D885485B7589}"/>
          </ac:cxnSpMkLst>
        </pc:cxnChg>
      </pc:sldChg>
      <pc:sldChg chg="modSp">
        <pc:chgData name="Kapoor,Amanpreet" userId="5465ae5f-3ea6-4989-a24a-46ffecd15609" providerId="ADAL" clId="{E7E610D5-8D10-40F3-A5B7-2B0026961471}" dt="2026-10-01T16:42:32.596" v="182" actId="962"/>
        <pc:sldMkLst>
          <pc:docMk/>
          <pc:sldMk cId="3149027522" sldId="496"/>
        </pc:sldMkLst>
        <pc:grpChg chg="mod">
          <ac:chgData name="Kapoor,Amanpreet" userId="5465ae5f-3ea6-4989-a24a-46ffecd15609" providerId="ADAL" clId="{E7E610D5-8D10-40F3-A5B7-2B0026961471}" dt="2026-10-01T16:42:32.596" v="182" actId="962"/>
          <ac:grpSpMkLst>
            <pc:docMk/>
            <pc:sldMk cId="3149027522" sldId="496"/>
            <ac:grpSpMk id="6" creationId="{D80CF359-9FCF-41BE-86D6-580F59E96C59}"/>
          </ac:grpSpMkLst>
        </pc:grpChg>
      </pc:sldChg>
      <pc:sldChg chg="modSp">
        <pc:chgData name="Kapoor,Amanpreet" userId="5465ae5f-3ea6-4989-a24a-46ffecd15609" providerId="ADAL" clId="{E7E610D5-8D10-40F3-A5B7-2B0026961471}" dt="2026-10-01T16:42:25.433" v="168" actId="962"/>
        <pc:sldMkLst>
          <pc:docMk/>
          <pc:sldMk cId="2230467054" sldId="497"/>
        </pc:sldMkLst>
        <pc:grpChg chg="mod">
          <ac:chgData name="Kapoor,Amanpreet" userId="5465ae5f-3ea6-4989-a24a-46ffecd15609" providerId="ADAL" clId="{E7E610D5-8D10-40F3-A5B7-2B0026961471}" dt="2026-10-01T16:42:25.433" v="168" actId="962"/>
          <ac:grpSpMkLst>
            <pc:docMk/>
            <pc:sldMk cId="2230467054" sldId="497"/>
            <ac:grpSpMk id="6" creationId="{B8F0C1AC-E2F7-456B-AD90-76D834CD61D8}"/>
          </ac:grpSpMkLst>
        </pc:grpChg>
      </pc:sldChg>
      <pc:sldChg chg="modSp mod">
        <pc:chgData name="Kapoor,Amanpreet" userId="5465ae5f-3ea6-4989-a24a-46ffecd15609" providerId="ADAL" clId="{E7E610D5-8D10-40F3-A5B7-2B0026961471}" dt="2026-10-01T16:42:19.145" v="145" actId="962"/>
        <pc:sldMkLst>
          <pc:docMk/>
          <pc:sldMk cId="3822573429" sldId="499"/>
        </pc:sldMkLst>
        <pc:grpChg chg="mod">
          <ac:chgData name="Kapoor,Amanpreet" userId="5465ae5f-3ea6-4989-a24a-46ffecd15609" providerId="ADAL" clId="{E7E610D5-8D10-40F3-A5B7-2B0026961471}" dt="2026-10-01T16:42:18.925" v="144" actId="962"/>
          <ac:grpSpMkLst>
            <pc:docMk/>
            <pc:sldMk cId="3822573429" sldId="499"/>
            <ac:grpSpMk id="10" creationId="{CB202824-BFF0-4128-ACA2-BA1388241257}"/>
          </ac:grpSpMkLst>
        </pc:grpChg>
        <pc:grpChg chg="mod">
          <ac:chgData name="Kapoor,Amanpreet" userId="5465ae5f-3ea6-4989-a24a-46ffecd15609" providerId="ADAL" clId="{E7E610D5-8D10-40F3-A5B7-2B0026961471}" dt="2026-10-01T16:42:19.145" v="145" actId="962"/>
          <ac:grpSpMkLst>
            <pc:docMk/>
            <pc:sldMk cId="3822573429" sldId="499"/>
            <ac:grpSpMk id="16" creationId="{B0D1C1C0-C990-F4A8-7D19-4C35F0935E90}"/>
          </ac:grpSpMkLst>
        </pc:grpChg>
      </pc:sldChg>
      <pc:sldChg chg="modSp">
        <pc:chgData name="Kapoor,Amanpreet" userId="5465ae5f-3ea6-4989-a24a-46ffecd15609" providerId="ADAL" clId="{E7E610D5-8D10-40F3-A5B7-2B0026961471}" dt="2026-10-01T16:42:19.416" v="146" actId="962"/>
        <pc:sldMkLst>
          <pc:docMk/>
          <pc:sldMk cId="1263918262" sldId="500"/>
        </pc:sldMkLst>
        <pc:grpChg chg="mod">
          <ac:chgData name="Kapoor,Amanpreet" userId="5465ae5f-3ea6-4989-a24a-46ffecd15609" providerId="ADAL" clId="{E7E610D5-8D10-40F3-A5B7-2B0026961471}" dt="2026-10-01T16:42:19.416" v="146" actId="962"/>
          <ac:grpSpMkLst>
            <pc:docMk/>
            <pc:sldMk cId="1263918262" sldId="500"/>
            <ac:grpSpMk id="10" creationId="{A1DA30DF-F597-4DE3-B2C4-58CCE0BBC88D}"/>
          </ac:grpSpMkLst>
        </pc:grpChg>
      </pc:sldChg>
      <pc:sldChg chg="modSp mod">
        <pc:chgData name="Kapoor,Amanpreet" userId="5465ae5f-3ea6-4989-a24a-46ffecd15609" providerId="ADAL" clId="{E7E610D5-8D10-40F3-A5B7-2B0026961471}" dt="2026-10-01T16:42:21.784" v="153" actId="962"/>
        <pc:sldMkLst>
          <pc:docMk/>
          <pc:sldMk cId="373892979" sldId="501"/>
        </pc:sldMkLst>
        <pc:grpChg chg="mod">
          <ac:chgData name="Kapoor,Amanpreet" userId="5465ae5f-3ea6-4989-a24a-46ffecd15609" providerId="ADAL" clId="{E7E610D5-8D10-40F3-A5B7-2B0026961471}" dt="2026-10-01T16:42:21.784" v="153" actId="962"/>
          <ac:grpSpMkLst>
            <pc:docMk/>
            <pc:sldMk cId="373892979" sldId="501"/>
            <ac:grpSpMk id="6" creationId="{9A6DDFB1-4670-56C3-BD80-C7D7A0D4639E}"/>
          </ac:grpSpMkLst>
        </pc:grpChg>
        <pc:grpChg chg="mod">
          <ac:chgData name="Kapoor,Amanpreet" userId="5465ae5f-3ea6-4989-a24a-46ffecd15609" providerId="ADAL" clId="{E7E610D5-8D10-40F3-A5B7-2B0026961471}" dt="2026-10-01T16:42:21.309" v="151" actId="962"/>
          <ac:grpSpMkLst>
            <pc:docMk/>
            <pc:sldMk cId="373892979" sldId="501"/>
            <ac:grpSpMk id="10" creationId="{7BC8E4D5-62FC-48AC-A73E-952E96B7F83A}"/>
          </ac:grpSpMkLst>
        </pc:grpChg>
      </pc:sldChg>
      <pc:sldChg chg="modSp">
        <pc:chgData name="Kapoor,Amanpreet" userId="5465ae5f-3ea6-4989-a24a-46ffecd15609" providerId="ADAL" clId="{E7E610D5-8D10-40F3-A5B7-2B0026961471}" dt="2026-10-01T16:42:22.246" v="155" actId="962"/>
        <pc:sldMkLst>
          <pc:docMk/>
          <pc:sldMk cId="3557250483" sldId="502"/>
        </pc:sldMkLst>
        <pc:grpChg chg="mod">
          <ac:chgData name="Kapoor,Amanpreet" userId="5465ae5f-3ea6-4989-a24a-46ffecd15609" providerId="ADAL" clId="{E7E610D5-8D10-40F3-A5B7-2B0026961471}" dt="2026-10-01T16:42:22.246" v="155" actId="962"/>
          <ac:grpSpMkLst>
            <pc:docMk/>
            <pc:sldMk cId="3557250483" sldId="502"/>
            <ac:grpSpMk id="11" creationId="{3DC271BD-B5BB-43FB-BD50-79EA94D75662}"/>
          </ac:grpSpMkLst>
        </pc:grpChg>
      </pc:sldChg>
      <pc:sldChg chg="modSp">
        <pc:chgData name="Kapoor,Amanpreet" userId="5465ae5f-3ea6-4989-a24a-46ffecd15609" providerId="ADAL" clId="{E7E610D5-8D10-40F3-A5B7-2B0026961471}" dt="2026-10-01T16:42:23.680" v="161" actId="962"/>
        <pc:sldMkLst>
          <pc:docMk/>
          <pc:sldMk cId="1066766658" sldId="503"/>
        </pc:sldMkLst>
        <pc:grpChg chg="mod">
          <ac:chgData name="Kapoor,Amanpreet" userId="5465ae5f-3ea6-4989-a24a-46ffecd15609" providerId="ADAL" clId="{E7E610D5-8D10-40F3-A5B7-2B0026961471}" dt="2026-10-01T16:42:23.680" v="161" actId="962"/>
          <ac:grpSpMkLst>
            <pc:docMk/>
            <pc:sldMk cId="1066766658" sldId="503"/>
            <ac:grpSpMk id="12" creationId="{62FC87A0-3A00-4D07-99D4-0ADD70C72AC5}"/>
          </ac:grpSpMkLst>
        </pc:grpChg>
      </pc:sldChg>
      <pc:sldChg chg="modSp">
        <pc:chgData name="Kapoor,Amanpreet" userId="5465ae5f-3ea6-4989-a24a-46ffecd15609" providerId="ADAL" clId="{E7E610D5-8D10-40F3-A5B7-2B0026961471}" dt="2026-10-01T16:42:16.040" v="135" actId="962"/>
        <pc:sldMkLst>
          <pc:docMk/>
          <pc:sldMk cId="2521985888" sldId="504"/>
        </pc:sldMkLst>
        <pc:grpChg chg="mod">
          <ac:chgData name="Kapoor,Amanpreet" userId="5465ae5f-3ea6-4989-a24a-46ffecd15609" providerId="ADAL" clId="{E7E610D5-8D10-40F3-A5B7-2B0026961471}" dt="2026-10-01T16:42:16.040" v="135" actId="962"/>
          <ac:grpSpMkLst>
            <pc:docMk/>
            <pc:sldMk cId="2521985888" sldId="504"/>
            <ac:grpSpMk id="16" creationId="{7DB6F76D-2CA9-4D69-9CE4-C002B38E742E}"/>
          </ac:grpSpMkLst>
        </pc:grpChg>
      </pc:sldChg>
      <pc:sldChg chg="modSp">
        <pc:chgData name="Kapoor,Amanpreet" userId="5465ae5f-3ea6-4989-a24a-46ffecd15609" providerId="ADAL" clId="{E7E610D5-8D10-40F3-A5B7-2B0026961471}" dt="2026-10-01T16:42:16.513" v="136" actId="962"/>
        <pc:sldMkLst>
          <pc:docMk/>
          <pc:sldMk cId="680594323" sldId="505"/>
        </pc:sldMkLst>
        <pc:grpChg chg="mod">
          <ac:chgData name="Kapoor,Amanpreet" userId="5465ae5f-3ea6-4989-a24a-46ffecd15609" providerId="ADAL" clId="{E7E610D5-8D10-40F3-A5B7-2B0026961471}" dt="2026-10-01T16:42:16.513" v="136" actId="962"/>
          <ac:grpSpMkLst>
            <pc:docMk/>
            <pc:sldMk cId="680594323" sldId="505"/>
            <ac:grpSpMk id="16" creationId="{7DB6F76D-2CA9-4D69-9CE4-C002B38E742E}"/>
          </ac:grpSpMkLst>
        </pc:grpChg>
      </pc:sldChg>
      <pc:sldChg chg="modSp">
        <pc:chgData name="Kapoor,Amanpreet" userId="5465ae5f-3ea6-4989-a24a-46ffecd15609" providerId="ADAL" clId="{E7E610D5-8D10-40F3-A5B7-2B0026961471}" dt="2026-10-01T16:42:16.920" v="137" actId="962"/>
        <pc:sldMkLst>
          <pc:docMk/>
          <pc:sldMk cId="3962015192" sldId="506"/>
        </pc:sldMkLst>
        <pc:grpChg chg="mod">
          <ac:chgData name="Kapoor,Amanpreet" userId="5465ae5f-3ea6-4989-a24a-46ffecd15609" providerId="ADAL" clId="{E7E610D5-8D10-40F3-A5B7-2B0026961471}" dt="2026-10-01T16:42:16.920" v="137" actId="962"/>
          <ac:grpSpMkLst>
            <pc:docMk/>
            <pc:sldMk cId="3962015192" sldId="506"/>
            <ac:grpSpMk id="16" creationId="{7DB6F76D-2CA9-4D69-9CE4-C002B38E742E}"/>
          </ac:grpSpMkLst>
        </pc:grpChg>
      </pc:sldChg>
      <pc:sldChg chg="modSp">
        <pc:chgData name="Kapoor,Amanpreet" userId="5465ae5f-3ea6-4989-a24a-46ffecd15609" providerId="ADAL" clId="{E7E610D5-8D10-40F3-A5B7-2B0026961471}" dt="2026-10-01T16:42:24.169" v="163" actId="962"/>
        <pc:sldMkLst>
          <pc:docMk/>
          <pc:sldMk cId="971630364" sldId="507"/>
        </pc:sldMkLst>
        <pc:grpChg chg="mod">
          <ac:chgData name="Kapoor,Amanpreet" userId="5465ae5f-3ea6-4989-a24a-46ffecd15609" providerId="ADAL" clId="{E7E610D5-8D10-40F3-A5B7-2B0026961471}" dt="2026-10-01T16:42:24.169" v="163" actId="962"/>
          <ac:grpSpMkLst>
            <pc:docMk/>
            <pc:sldMk cId="971630364" sldId="507"/>
            <ac:grpSpMk id="7" creationId="{88C023BD-5AE1-4C8D-B4DF-6C55C35E3293}"/>
          </ac:grpSpMkLst>
        </pc:grpChg>
      </pc:sldChg>
      <pc:sldChg chg="modSp mod">
        <pc:chgData name="Kapoor,Amanpreet" userId="5465ae5f-3ea6-4989-a24a-46ffecd15609" providerId="ADAL" clId="{E7E610D5-8D10-40F3-A5B7-2B0026961471}" dt="2026-10-01T16:42:12.209" v="119" actId="962"/>
        <pc:sldMkLst>
          <pc:docMk/>
          <pc:sldMk cId="1813823521" sldId="508"/>
        </pc:sldMkLst>
        <pc:spChg chg="mod">
          <ac:chgData name="Kapoor,Amanpreet" userId="5465ae5f-3ea6-4989-a24a-46ffecd15609" providerId="ADAL" clId="{E7E610D5-8D10-40F3-A5B7-2B0026961471}" dt="2026-10-01T16:42:11.255" v="115" actId="962"/>
          <ac:spMkLst>
            <pc:docMk/>
            <pc:sldMk cId="1813823521" sldId="508"/>
            <ac:spMk id="14" creationId="{C75D154B-ECE6-45A5-848F-0028EEA2E387}"/>
          </ac:spMkLst>
        </pc:spChg>
        <pc:grpChg chg="mod">
          <ac:chgData name="Kapoor,Amanpreet" userId="5465ae5f-3ea6-4989-a24a-46ffecd15609" providerId="ADAL" clId="{E7E610D5-8D10-40F3-A5B7-2B0026961471}" dt="2026-10-01T16:42:12.209" v="119" actId="962"/>
          <ac:grpSpMkLst>
            <pc:docMk/>
            <pc:sldMk cId="1813823521" sldId="508"/>
            <ac:grpSpMk id="16" creationId="{51B16D13-4A31-4B2B-9270-3B9BBB1CC581}"/>
          </ac:grpSpMkLst>
        </pc:grpChg>
      </pc:sldChg>
      <pc:sldChg chg="modSp mod">
        <pc:chgData name="Kapoor,Amanpreet" userId="5465ae5f-3ea6-4989-a24a-46ffecd15609" providerId="ADAL" clId="{E7E610D5-8D10-40F3-A5B7-2B0026961471}" dt="2026-10-01T16:42:14.113" v="127" actId="962"/>
        <pc:sldMkLst>
          <pc:docMk/>
          <pc:sldMk cId="1786138675" sldId="509"/>
        </pc:sldMkLst>
        <pc:grpChg chg="mod">
          <ac:chgData name="Kapoor,Amanpreet" userId="5465ae5f-3ea6-4989-a24a-46ffecd15609" providerId="ADAL" clId="{E7E610D5-8D10-40F3-A5B7-2B0026961471}" dt="2026-10-01T16:42:14.113" v="127" actId="962"/>
          <ac:grpSpMkLst>
            <pc:docMk/>
            <pc:sldMk cId="1786138675" sldId="509"/>
            <ac:grpSpMk id="14" creationId="{870B9971-1C38-4958-8249-10D2CCEA1B37}"/>
          </ac:grpSpMkLst>
        </pc:grpChg>
        <pc:picChg chg="mod">
          <ac:chgData name="Kapoor,Amanpreet" userId="5465ae5f-3ea6-4989-a24a-46ffecd15609" providerId="ADAL" clId="{E7E610D5-8D10-40F3-A5B7-2B0026961471}" dt="2026-10-01T16:42:12.918" v="122" actId="962"/>
          <ac:picMkLst>
            <pc:docMk/>
            <pc:sldMk cId="1786138675" sldId="509"/>
            <ac:picMk id="18" creationId="{1139E2B0-E25D-E54B-4B35-25A10D1B5DA1}"/>
          </ac:picMkLst>
        </pc:picChg>
      </pc:sldChg>
      <pc:sldChg chg="modSp mod">
        <pc:chgData name="Kapoor,Amanpreet" userId="5465ae5f-3ea6-4989-a24a-46ffecd15609" providerId="ADAL" clId="{E7E610D5-8D10-40F3-A5B7-2B0026961471}" dt="2026-10-01T16:42:26.194" v="170" actId="962"/>
        <pc:sldMkLst>
          <pc:docMk/>
          <pc:sldMk cId="3954631316" sldId="510"/>
        </pc:sldMkLst>
        <pc:grpChg chg="mod">
          <ac:chgData name="Kapoor,Amanpreet" userId="5465ae5f-3ea6-4989-a24a-46ffecd15609" providerId="ADAL" clId="{E7E610D5-8D10-40F3-A5B7-2B0026961471}" dt="2026-10-01T16:42:26.194" v="170" actId="962"/>
          <ac:grpSpMkLst>
            <pc:docMk/>
            <pc:sldMk cId="3954631316" sldId="510"/>
            <ac:grpSpMk id="7" creationId="{1EAC87E0-3593-4F0C-B143-B3EB57019B19}"/>
          </ac:grpSpMkLst>
        </pc:grpChg>
        <pc:picChg chg="mod">
          <ac:chgData name="Kapoor,Amanpreet" userId="5465ae5f-3ea6-4989-a24a-46ffecd15609" providerId="ADAL" clId="{E7E610D5-8D10-40F3-A5B7-2B0026961471}" dt="2026-10-01T16:42:25.671" v="169" actId="962"/>
          <ac:picMkLst>
            <pc:docMk/>
            <pc:sldMk cId="3954631316" sldId="510"/>
            <ac:picMk id="6" creationId="{103FC291-91E0-4FBA-9F64-FB51D69C055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poo\Desktop\WorkSchedul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poo\Downloads\graphtes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poo\Downloads\graphtes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poo\Downloads\graphtes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poo\Downloads\graphtes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poo\Downloads\graphtes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poo\Downloads\graphtes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Sheet1!$H$17</c:f>
              <c:strCache>
                <c:ptCount val="1"/>
                <c:pt idx="0">
                  <c:v>Time</c:v>
                </c:pt>
              </c:strCache>
            </c:strRef>
          </c:tx>
          <c:spPr>
            <a:ln w="95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5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marker>
          <c:dLbls>
            <c:dLbl>
              <c:idx val="0"/>
              <c:layout>
                <c:manualLayout>
                  <c:x val="-9.9026966916875181E-2"/>
                  <c:y val="-4.39773902480397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9AB-4813-ABE6-5C4E54E8B08C}"/>
                </c:ext>
              </c:extLst>
            </c:dLbl>
            <c:dLbl>
              <c:idx val="1"/>
              <c:layout>
                <c:manualLayout>
                  <c:x val="8.9241034195162591E-2"/>
                  <c:y val="-3.934454336362923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9AB-4813-ABE6-5C4E54E8B08C}"/>
                </c:ext>
              </c:extLst>
            </c:dLbl>
            <c:dLbl>
              <c:idx val="2"/>
              <c:layout>
                <c:manualLayout>
                  <c:x val="-5.9697086180925889E-2"/>
                  <c:y val="-8.580201596457495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9AB-4813-ABE6-5C4E54E8B0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81E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xVal>
            <c:numRef>
              <c:f>Sheet1!$G$18:$G$21</c:f>
              <c:numCache>
                <c:formatCode>General</c:formatCode>
                <c:ptCount val="4"/>
                <c:pt idx="0">
                  <c:v>1000</c:v>
                </c:pt>
                <c:pt idx="1">
                  <c:v>10000</c:v>
                </c:pt>
                <c:pt idx="2">
                  <c:v>100000</c:v>
                </c:pt>
                <c:pt idx="3">
                  <c:v>1000000</c:v>
                </c:pt>
              </c:numCache>
            </c:numRef>
          </c:xVal>
          <c:yVal>
            <c:numRef>
              <c:f>Sheet1!$H$18:$H$21</c:f>
              <c:numCache>
                <c:formatCode>General</c:formatCode>
                <c:ptCount val="4"/>
                <c:pt idx="0">
                  <c:v>2910</c:v>
                </c:pt>
                <c:pt idx="1">
                  <c:v>27240</c:v>
                </c:pt>
                <c:pt idx="2">
                  <c:v>323090</c:v>
                </c:pt>
                <c:pt idx="3">
                  <c:v>2761565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9AB-4813-ABE6-5C4E54E8B08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737166984"/>
        <c:axId val="510946984"/>
      </c:scatterChart>
      <c:valAx>
        <c:axId val="737166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0081E2"/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100">
                    <a:solidFill>
                      <a:srgbClr val="0081E2"/>
                    </a:solidFill>
                    <a:latin typeface="Consolas" panose="020B0609020204030204" pitchFamily="49" charset="0"/>
                  </a:rPr>
                  <a:t>N</a:t>
                </a:r>
                <a:r>
                  <a:rPr lang="en-US" sz="1100" baseline="0">
                    <a:solidFill>
                      <a:srgbClr val="0081E2"/>
                    </a:solidFill>
                    <a:latin typeface="Consolas" panose="020B0609020204030204" pitchFamily="49" charset="0"/>
                  </a:rPr>
                  <a:t> (Loop Threshhold)</a:t>
                </a:r>
                <a:endParaRPr lang="en-US" sz="1100">
                  <a:solidFill>
                    <a:srgbClr val="0081E2"/>
                  </a:solidFill>
                  <a:latin typeface="Consolas" panose="020B0609020204030204" pitchFamily="49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rgbClr val="0081E2"/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EB6E19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0946984"/>
        <c:crosses val="autoZero"/>
        <c:crossBetween val="midCat"/>
      </c:valAx>
      <c:valAx>
        <c:axId val="51094698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0081E2"/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100">
                    <a:solidFill>
                      <a:srgbClr val="0081E2"/>
                    </a:solidFill>
                    <a:latin typeface="Consolas" panose="020B0609020204030204" pitchFamily="49" charset="0"/>
                  </a:rPr>
                  <a:t>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rgbClr val="0081E2"/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EB6E19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71669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r>
              <a:rPr lang="en-US" sz="1800" dirty="0">
                <a:solidFill>
                  <a:schemeClr val="bg1"/>
                </a:solidFill>
              </a:rPr>
              <a:t>2D Representation of the Problem</a:t>
            </a:r>
          </a:p>
        </c:rich>
      </c:tx>
      <c:layout>
        <c:manualLayout>
          <c:xMode val="edge"/>
          <c:yMode val="edge"/>
          <c:x val="0.20299811105916368"/>
          <c:y val="2.20628983699513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559689279473752"/>
          <c:y val="0.18321661174932477"/>
          <c:w val="0.86752161367042746"/>
          <c:h val="0.5705353839006360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Sheet1!$D$2</c:f>
              <c:strCache>
                <c:ptCount val="1"/>
                <c:pt idx="0">
                  <c:v>Value</c:v>
                </c:pt>
              </c:strCache>
            </c:strRef>
          </c:tx>
          <c:spPr>
            <a:ln w="12700" cap="sq">
              <a:solidFill>
                <a:srgbClr val="00DA6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DA63"/>
              </a:solidFill>
              <a:ln w="9525">
                <a:solidFill>
                  <a:srgbClr val="00DA6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1.3791617121361166E-3"/>
                  <c:y val="-4.52839127718868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484288441648461E-2"/>
                      <c:h val="6.850542352699129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4779-4F11-98ED-017C762305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t" anchorCtr="0"/>
              <a:lstStyle/>
              <a:p>
                <a:pPr>
                  <a:defRPr sz="1600" b="0" i="0" u="none" strike="noStrike" kern="1200" baseline="0">
                    <a:solidFill>
                      <a:srgbClr val="EB6E19"/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Sheet1!$C$3:$C$7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Sheet1!$D$3:$D$7</c:f>
              <c:numCache>
                <c:formatCode>General</c:formatCode>
                <c:ptCount val="5"/>
                <c:pt idx="0">
                  <c:v>16</c:v>
                </c:pt>
                <c:pt idx="1">
                  <c:v>5</c:v>
                </c:pt>
                <c:pt idx="2">
                  <c:v>32</c:v>
                </c:pt>
                <c:pt idx="3">
                  <c:v>0</c:v>
                </c:pt>
                <c:pt idx="4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779-4F11-98ED-017C762305C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617057240"/>
        <c:axId val="617056584"/>
      </c:scatterChart>
      <c:valAx>
        <c:axId val="6170572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rgbClr val="0081E2"/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>
                    <a:solidFill>
                      <a:srgbClr val="0081E2"/>
                    </a:solidFill>
                  </a:rPr>
                  <a:t>Array 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rgbClr val="0081E2"/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617056584"/>
        <c:crosses val="autoZero"/>
        <c:crossBetween val="midCat"/>
      </c:valAx>
      <c:valAx>
        <c:axId val="61705658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rgbClr val="0081E2"/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>
                    <a:solidFill>
                      <a:srgbClr val="0081E2"/>
                    </a:solidFill>
                  </a:rPr>
                  <a:t>Corresponding Value</a:t>
                </a:r>
              </a:p>
            </c:rich>
          </c:tx>
          <c:layout>
            <c:manualLayout>
              <c:xMode val="edge"/>
              <c:yMode val="edge"/>
              <c:x val="0"/>
              <c:y val="0.1570429164322431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rgbClr val="0081E2"/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6170572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latin typeface="Consolas" panose="020B0609020204030204" pitchFamily="49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r>
              <a:rPr lang="en-US" sz="1800" dirty="0">
                <a:solidFill>
                  <a:schemeClr val="bg1"/>
                </a:solidFill>
              </a:rPr>
              <a:t>2D Representation of the Problem</a:t>
            </a:r>
          </a:p>
        </c:rich>
      </c:tx>
      <c:layout>
        <c:manualLayout>
          <c:xMode val="edge"/>
          <c:yMode val="edge"/>
          <c:x val="0.20299811105916368"/>
          <c:y val="2.20628983699513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559689279473752"/>
          <c:y val="0.18321661174932477"/>
          <c:w val="0.86752161367042746"/>
          <c:h val="0.5705353839006360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Sheet1!$D$2</c:f>
              <c:strCache>
                <c:ptCount val="1"/>
                <c:pt idx="0">
                  <c:v>Value</c:v>
                </c:pt>
              </c:strCache>
            </c:strRef>
          </c:tx>
          <c:spPr>
            <a:ln w="12700" cap="sq">
              <a:solidFill>
                <a:srgbClr val="00DA6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DA63"/>
              </a:solidFill>
              <a:ln w="9525">
                <a:solidFill>
                  <a:srgbClr val="00DA6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1.3791617121361166E-3"/>
                  <c:y val="-4.52839127718868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8484288441648461E-2"/>
                      <c:h val="6.850542352699129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4779-4F11-98ED-017C762305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t" anchorCtr="0"/>
              <a:lstStyle/>
              <a:p>
                <a:pPr>
                  <a:defRPr sz="1600" b="0" i="0" u="none" strike="noStrike" kern="1200" baseline="0">
                    <a:solidFill>
                      <a:srgbClr val="EB6E19"/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Sheet1!$C$3:$C$7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Sheet1!$D$3:$D$7</c:f>
              <c:numCache>
                <c:formatCode>General</c:formatCode>
                <c:ptCount val="5"/>
                <c:pt idx="0">
                  <c:v>16</c:v>
                </c:pt>
                <c:pt idx="1">
                  <c:v>5</c:v>
                </c:pt>
                <c:pt idx="2">
                  <c:v>32</c:v>
                </c:pt>
                <c:pt idx="3">
                  <c:v>0</c:v>
                </c:pt>
                <c:pt idx="4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779-4F11-98ED-017C762305C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617057240"/>
        <c:axId val="617056584"/>
      </c:scatterChart>
      <c:valAx>
        <c:axId val="6170572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rgbClr val="0081E2"/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>
                    <a:solidFill>
                      <a:srgbClr val="0081E2"/>
                    </a:solidFill>
                  </a:rPr>
                  <a:t>Array 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rgbClr val="0081E2"/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617056584"/>
        <c:crosses val="autoZero"/>
        <c:crossBetween val="midCat"/>
      </c:valAx>
      <c:valAx>
        <c:axId val="61705658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rgbClr val="0081E2"/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>
                    <a:solidFill>
                      <a:srgbClr val="0081E2"/>
                    </a:solidFill>
                  </a:rPr>
                  <a:t>Corresponding Value</a:t>
                </a:r>
              </a:p>
            </c:rich>
          </c:tx>
          <c:layout>
            <c:manualLayout>
              <c:xMode val="edge"/>
              <c:yMode val="edge"/>
              <c:x val="0"/>
              <c:y val="0.1570429164322431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rgbClr val="0081E2"/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6170572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latin typeface="Consolas" panose="020B0609020204030204" pitchFamily="49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800" b="0" i="0" u="none" strike="noStrike" kern="1200" spc="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r>
              <a:rPr lang="en-US" sz="1800" dirty="0">
                <a:solidFill>
                  <a:schemeClr val="bg1"/>
                </a:solidFill>
              </a:rPr>
              <a:t>2D Representation of the Problem</a:t>
            </a:r>
          </a:p>
        </c:rich>
      </c:tx>
      <c:layout>
        <c:manualLayout>
          <c:xMode val="edge"/>
          <c:yMode val="edge"/>
          <c:x val="0.20347736493444749"/>
          <c:y val="4.34670773090008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800" b="0" i="0" u="none" strike="noStrike" kern="1200" spc="0" baseline="0">
              <a:solidFill>
                <a:schemeClr val="bg1"/>
              </a:solidFill>
              <a:latin typeface="Consolas" panose="020B0609020204030204" pitchFamily="49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Sheet1!$D$40</c:f>
              <c:strCache>
                <c:ptCount val="1"/>
                <c:pt idx="0">
                  <c:v>Value</c:v>
                </c:pt>
              </c:strCache>
            </c:strRef>
          </c:tx>
          <c:spPr>
            <a:ln w="12700" cap="sq">
              <a:solidFill>
                <a:srgbClr val="00DA6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DA63"/>
              </a:solidFill>
              <a:ln w="9525">
                <a:solidFill>
                  <a:srgbClr val="00DA6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EB6E19"/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Sheet1!$C$41:$C$45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Sheet1!$D$41:$D$45</c:f>
              <c:numCache>
                <c:formatCode>General</c:formatCode>
                <c:ptCount val="5"/>
                <c:pt idx="0">
                  <c:v>16</c:v>
                </c:pt>
                <c:pt idx="1">
                  <c:v>5</c:v>
                </c:pt>
                <c:pt idx="2">
                  <c:v>8</c:v>
                </c:pt>
                <c:pt idx="3">
                  <c:v>16</c:v>
                </c:pt>
                <c:pt idx="4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90-44D9-BE85-AF448EC5E72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714230544"/>
        <c:axId val="714229232"/>
      </c:scatterChart>
      <c:valAx>
        <c:axId val="7142305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 dirty="0">
                    <a:solidFill>
                      <a:srgbClr val="0081E2"/>
                    </a:solidFill>
                  </a:rPr>
                  <a:t>Array 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714229232"/>
        <c:crosses val="autoZero"/>
        <c:crossBetween val="midCat"/>
      </c:valAx>
      <c:valAx>
        <c:axId val="714229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 b="0" i="0" baseline="0" dirty="0">
                    <a:solidFill>
                      <a:srgbClr val="0081E2"/>
                    </a:solidFill>
                    <a:effectLst/>
                  </a:rPr>
                  <a:t>Corresponding Value</a:t>
                </a:r>
                <a:endParaRPr lang="en-US" sz="900" dirty="0">
                  <a:solidFill>
                    <a:srgbClr val="0081E2"/>
                  </a:solidFill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7142305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Consolas" panose="020B0609020204030204" pitchFamily="49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800" b="0" i="0" u="none" strike="noStrike" kern="1200" spc="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r>
              <a:rPr lang="en-US" sz="1800" dirty="0">
                <a:solidFill>
                  <a:schemeClr val="bg1"/>
                </a:solidFill>
              </a:rPr>
              <a:t>2D Representation of the Problem</a:t>
            </a:r>
          </a:p>
        </c:rich>
      </c:tx>
      <c:layout>
        <c:manualLayout>
          <c:xMode val="edge"/>
          <c:yMode val="edge"/>
          <c:x val="0.20347736493444749"/>
          <c:y val="4.34670773090008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800" b="0" i="0" u="none" strike="noStrike" kern="1200" spc="0" baseline="0">
              <a:solidFill>
                <a:schemeClr val="bg1"/>
              </a:solidFill>
              <a:latin typeface="Consolas" panose="020B0609020204030204" pitchFamily="49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Sheet1!$D$40</c:f>
              <c:strCache>
                <c:ptCount val="1"/>
                <c:pt idx="0">
                  <c:v>Value</c:v>
                </c:pt>
              </c:strCache>
            </c:strRef>
          </c:tx>
          <c:spPr>
            <a:ln w="12700" cap="sq">
              <a:solidFill>
                <a:srgbClr val="00DA6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DA63"/>
              </a:solidFill>
              <a:ln w="9525">
                <a:solidFill>
                  <a:srgbClr val="00DA6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EB6E19"/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Sheet1!$C$41:$C$45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Sheet1!$D$41:$D$45</c:f>
              <c:numCache>
                <c:formatCode>General</c:formatCode>
                <c:ptCount val="5"/>
                <c:pt idx="0">
                  <c:v>16</c:v>
                </c:pt>
                <c:pt idx="1">
                  <c:v>5</c:v>
                </c:pt>
                <c:pt idx="2">
                  <c:v>8</c:v>
                </c:pt>
                <c:pt idx="3">
                  <c:v>16</c:v>
                </c:pt>
                <c:pt idx="4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90-44D9-BE85-AF448EC5E72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714230544"/>
        <c:axId val="714229232"/>
      </c:scatterChart>
      <c:valAx>
        <c:axId val="7142305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 dirty="0">
                    <a:solidFill>
                      <a:srgbClr val="0081E2"/>
                    </a:solidFill>
                  </a:rPr>
                  <a:t>Array 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714229232"/>
        <c:crosses val="autoZero"/>
        <c:crossBetween val="midCat"/>
      </c:valAx>
      <c:valAx>
        <c:axId val="714229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 b="0" i="0" baseline="0" dirty="0">
                    <a:solidFill>
                      <a:srgbClr val="0081E2"/>
                    </a:solidFill>
                    <a:effectLst/>
                  </a:rPr>
                  <a:t>Corresponding Value</a:t>
                </a:r>
                <a:endParaRPr lang="en-US" sz="900" dirty="0">
                  <a:solidFill>
                    <a:srgbClr val="0081E2"/>
                  </a:solidFill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7142305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Consolas" panose="020B0609020204030204" pitchFamily="49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800" b="0" i="0" u="none" strike="noStrike" kern="1200" spc="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r>
              <a:rPr lang="en-US" sz="1800" dirty="0">
                <a:solidFill>
                  <a:schemeClr val="bg1"/>
                </a:solidFill>
              </a:rPr>
              <a:t>2D Representation of the Problem</a:t>
            </a:r>
          </a:p>
        </c:rich>
      </c:tx>
      <c:layout>
        <c:manualLayout>
          <c:xMode val="edge"/>
          <c:yMode val="edge"/>
          <c:x val="0.20347736493444749"/>
          <c:y val="4.34670773090008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800" b="0" i="0" u="none" strike="noStrike" kern="1200" spc="0" baseline="0">
              <a:solidFill>
                <a:schemeClr val="bg1"/>
              </a:solidFill>
              <a:latin typeface="Consolas" panose="020B0609020204030204" pitchFamily="49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Sheet1!$D$40</c:f>
              <c:strCache>
                <c:ptCount val="1"/>
                <c:pt idx="0">
                  <c:v>Value</c:v>
                </c:pt>
              </c:strCache>
            </c:strRef>
          </c:tx>
          <c:spPr>
            <a:ln w="12700" cap="sq">
              <a:solidFill>
                <a:srgbClr val="00DA6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DA63"/>
              </a:solidFill>
              <a:ln w="9525">
                <a:solidFill>
                  <a:srgbClr val="00DA6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EB6E19"/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Sheet1!$C$41:$C$45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Sheet1!$D$41:$D$45</c:f>
              <c:numCache>
                <c:formatCode>General</c:formatCode>
                <c:ptCount val="5"/>
                <c:pt idx="0">
                  <c:v>16</c:v>
                </c:pt>
                <c:pt idx="1">
                  <c:v>10</c:v>
                </c:pt>
                <c:pt idx="2">
                  <c:v>8</c:v>
                </c:pt>
                <c:pt idx="3">
                  <c:v>2</c:v>
                </c:pt>
                <c:pt idx="4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90-44D9-BE85-AF448EC5E72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714230544"/>
        <c:axId val="714229232"/>
      </c:scatterChart>
      <c:valAx>
        <c:axId val="7142305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 dirty="0">
                    <a:solidFill>
                      <a:srgbClr val="0081E2"/>
                    </a:solidFill>
                  </a:rPr>
                  <a:t>Array 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714229232"/>
        <c:crosses val="autoZero"/>
        <c:crossBetween val="midCat"/>
      </c:valAx>
      <c:valAx>
        <c:axId val="714229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 b="0" i="0" baseline="0" dirty="0">
                    <a:solidFill>
                      <a:srgbClr val="0081E2"/>
                    </a:solidFill>
                    <a:effectLst/>
                  </a:rPr>
                  <a:t>Corresponding Value</a:t>
                </a:r>
                <a:endParaRPr lang="en-US" sz="900" dirty="0">
                  <a:solidFill>
                    <a:srgbClr val="0081E2"/>
                  </a:solidFill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7142305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Consolas" panose="020B0609020204030204" pitchFamily="49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800" b="0" i="0" u="none" strike="noStrike" kern="1200" spc="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r>
              <a:rPr lang="en-US" sz="1800" dirty="0">
                <a:solidFill>
                  <a:schemeClr val="bg1"/>
                </a:solidFill>
              </a:rPr>
              <a:t>2D Representation of the Problem</a:t>
            </a:r>
          </a:p>
        </c:rich>
      </c:tx>
      <c:layout>
        <c:manualLayout>
          <c:xMode val="edge"/>
          <c:yMode val="edge"/>
          <c:x val="0.20347736493444749"/>
          <c:y val="4.34670773090008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800" b="0" i="0" u="none" strike="noStrike" kern="1200" spc="0" baseline="0">
              <a:solidFill>
                <a:schemeClr val="bg1"/>
              </a:solidFill>
              <a:latin typeface="Consolas" panose="020B0609020204030204" pitchFamily="49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Sheet1!$D$40</c:f>
              <c:strCache>
                <c:ptCount val="1"/>
                <c:pt idx="0">
                  <c:v>Value</c:v>
                </c:pt>
              </c:strCache>
            </c:strRef>
          </c:tx>
          <c:spPr>
            <a:ln w="12700" cap="sq">
              <a:solidFill>
                <a:srgbClr val="00DA6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DA63"/>
              </a:solidFill>
              <a:ln w="9525">
                <a:solidFill>
                  <a:srgbClr val="00DA6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EB6E19"/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Sheet1!$C$41:$C$45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Sheet1!$D$41:$D$45</c:f>
              <c:numCache>
                <c:formatCode>General</c:formatCode>
                <c:ptCount val="5"/>
                <c:pt idx="0">
                  <c:v>16</c:v>
                </c:pt>
                <c:pt idx="1">
                  <c:v>10</c:v>
                </c:pt>
                <c:pt idx="2">
                  <c:v>8</c:v>
                </c:pt>
                <c:pt idx="3">
                  <c:v>2</c:v>
                </c:pt>
                <c:pt idx="4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90-44D9-BE85-AF448EC5E72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714230544"/>
        <c:axId val="714229232"/>
      </c:scatterChart>
      <c:valAx>
        <c:axId val="7142305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 dirty="0">
                    <a:solidFill>
                      <a:srgbClr val="0081E2"/>
                    </a:solidFill>
                  </a:rPr>
                  <a:t>Array 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714229232"/>
        <c:crosses val="autoZero"/>
        <c:crossBetween val="midCat"/>
      </c:valAx>
      <c:valAx>
        <c:axId val="714229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 b="0" i="0" baseline="0" dirty="0">
                    <a:solidFill>
                      <a:srgbClr val="0081E2"/>
                    </a:solidFill>
                    <a:effectLst/>
                  </a:rPr>
                  <a:t>Corresponding Value</a:t>
                </a:r>
                <a:endParaRPr lang="en-US" sz="900" dirty="0">
                  <a:solidFill>
                    <a:srgbClr val="0081E2"/>
                  </a:solidFill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7142305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Consolas" panose="020B0609020204030204" pitchFamily="49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800" b="0" i="0" u="none" strike="noStrike" kern="1200" spc="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r>
              <a:rPr lang="en-US" sz="1800" dirty="0">
                <a:solidFill>
                  <a:schemeClr val="bg1"/>
                </a:solidFill>
              </a:rPr>
              <a:t>2D Representation of the Problem</a:t>
            </a:r>
          </a:p>
        </c:rich>
      </c:tx>
      <c:layout>
        <c:manualLayout>
          <c:xMode val="edge"/>
          <c:yMode val="edge"/>
          <c:x val="0.20347736493444749"/>
          <c:y val="4.34670773090008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800" b="0" i="0" u="none" strike="noStrike" kern="1200" spc="0" baseline="0">
              <a:solidFill>
                <a:schemeClr val="bg1"/>
              </a:solidFill>
              <a:latin typeface="Consolas" panose="020B0609020204030204" pitchFamily="49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Sheet1!$D$40</c:f>
              <c:strCache>
                <c:ptCount val="1"/>
                <c:pt idx="0">
                  <c:v>Value</c:v>
                </c:pt>
              </c:strCache>
            </c:strRef>
          </c:tx>
          <c:spPr>
            <a:ln w="12700" cap="sq">
              <a:solidFill>
                <a:srgbClr val="00DA6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DA63"/>
              </a:solidFill>
              <a:ln w="9525">
                <a:solidFill>
                  <a:srgbClr val="00DA6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EB6E19"/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Sheet1!$C$41:$C$45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Sheet1!$D$41:$D$45</c:f>
              <c:numCache>
                <c:formatCode>General</c:formatCode>
                <c:ptCount val="5"/>
                <c:pt idx="0">
                  <c:v>16</c:v>
                </c:pt>
                <c:pt idx="1">
                  <c:v>10</c:v>
                </c:pt>
                <c:pt idx="2">
                  <c:v>8</c:v>
                </c:pt>
                <c:pt idx="3">
                  <c:v>17</c:v>
                </c:pt>
                <c:pt idx="4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90-44D9-BE85-AF448EC5E72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714230544"/>
        <c:axId val="714229232"/>
      </c:scatterChart>
      <c:valAx>
        <c:axId val="7142305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 dirty="0">
                    <a:solidFill>
                      <a:srgbClr val="0081E2"/>
                    </a:solidFill>
                  </a:rPr>
                  <a:t>Array 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714229232"/>
        <c:crosses val="autoZero"/>
        <c:crossBetween val="midCat"/>
      </c:valAx>
      <c:valAx>
        <c:axId val="714229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 b="0" i="0" baseline="0" dirty="0">
                    <a:solidFill>
                      <a:srgbClr val="0081E2"/>
                    </a:solidFill>
                    <a:effectLst/>
                  </a:rPr>
                  <a:t>Corresponding Value</a:t>
                </a:r>
                <a:endParaRPr lang="en-US" sz="900" dirty="0">
                  <a:solidFill>
                    <a:srgbClr val="0081E2"/>
                  </a:solidFill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7142305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Consolas" panose="020B0609020204030204" pitchFamily="49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800" b="0" i="0" u="none" strike="noStrike" kern="1200" spc="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r>
              <a:rPr lang="en-US" sz="1800" dirty="0">
                <a:solidFill>
                  <a:schemeClr val="bg1"/>
                </a:solidFill>
              </a:rPr>
              <a:t>2D Representation of the Problem</a:t>
            </a:r>
          </a:p>
        </c:rich>
      </c:tx>
      <c:layout>
        <c:manualLayout>
          <c:xMode val="edge"/>
          <c:yMode val="edge"/>
          <c:x val="0.20347736493444749"/>
          <c:y val="4.34670773090008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800" b="0" i="0" u="none" strike="noStrike" kern="1200" spc="0" baseline="0">
              <a:solidFill>
                <a:schemeClr val="bg1"/>
              </a:solidFill>
              <a:latin typeface="Consolas" panose="020B0609020204030204" pitchFamily="49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Sheet1!$D$40</c:f>
              <c:strCache>
                <c:ptCount val="1"/>
                <c:pt idx="0">
                  <c:v>Value</c:v>
                </c:pt>
              </c:strCache>
            </c:strRef>
          </c:tx>
          <c:spPr>
            <a:ln w="12700" cap="sq">
              <a:solidFill>
                <a:srgbClr val="00DA6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DA63"/>
              </a:solidFill>
              <a:ln w="9525">
                <a:solidFill>
                  <a:srgbClr val="00DA6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EB6E19"/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Sheet1!$C$41:$C$45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Sheet1!$D$41:$D$45</c:f>
              <c:numCache>
                <c:formatCode>General</c:formatCode>
                <c:ptCount val="5"/>
                <c:pt idx="0">
                  <c:v>16</c:v>
                </c:pt>
                <c:pt idx="1">
                  <c:v>10</c:v>
                </c:pt>
                <c:pt idx="2">
                  <c:v>8</c:v>
                </c:pt>
                <c:pt idx="3">
                  <c:v>17</c:v>
                </c:pt>
                <c:pt idx="4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90-44D9-BE85-AF448EC5E72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714230544"/>
        <c:axId val="714229232"/>
      </c:scatterChart>
      <c:valAx>
        <c:axId val="7142305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 dirty="0">
                    <a:solidFill>
                      <a:srgbClr val="0081E2"/>
                    </a:solidFill>
                  </a:rPr>
                  <a:t>Array 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714229232"/>
        <c:crosses val="autoZero"/>
        <c:crossBetween val="midCat"/>
      </c:valAx>
      <c:valAx>
        <c:axId val="714229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ea typeface="+mn-ea"/>
                    <a:cs typeface="+mn-cs"/>
                  </a:defRPr>
                </a:pPr>
                <a:r>
                  <a:rPr lang="en-US" sz="1600" b="0" i="0" baseline="0" dirty="0">
                    <a:solidFill>
                      <a:srgbClr val="0081E2"/>
                    </a:solidFill>
                    <a:effectLst/>
                  </a:rPr>
                  <a:t>Corresponding Value</a:t>
                </a:r>
                <a:endParaRPr lang="en-US" sz="900" dirty="0">
                  <a:solidFill>
                    <a:srgbClr val="0081E2"/>
                  </a:solidFill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Consolas" panose="020B0609020204030204" pitchFamily="49" charset="0"/>
                <a:ea typeface="+mn-ea"/>
                <a:cs typeface="+mn-cs"/>
              </a:defRPr>
            </a:pPr>
            <a:endParaRPr lang="en-US"/>
          </a:p>
        </c:txPr>
        <c:crossAx val="7142305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Consolas" panose="020B0609020204030204" pitchFamily="49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3386AF1-EF24-4659-9089-2771856A9EA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2B3017C-A127-4C06-BF43-1875A8859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06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everyone, Welcome to the first module of this course. In this module we are going to discuss AA and CC.</a:t>
            </a:r>
          </a:p>
          <a:p>
            <a:r>
              <a:rPr lang="en-US" dirty="0"/>
              <a:t>We will talk about different mechanisms to evaluate performance of our programs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183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Discussed, touched upon, went over, covered</a:t>
            </a:r>
          </a:p>
          <a:p>
            <a:r>
              <a:rPr lang="en-US" dirty="0"/>
              <a:t>Emerges out of the limitations offered by our second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778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dirty="0"/>
              <a:t>But before we get started let's discuss, What is an algorithm?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017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dirty="0"/>
              <a:t>But before we get started let's discuss, What is an algorithm?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019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dirty="0"/>
              <a:t>And lastly this behavior is rigid</a:t>
            </a:r>
          </a:p>
          <a:p>
            <a:pPr lvl="3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8770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Again, thinking vs doing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5816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Again, thinking vs doing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4621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So, you all have done a lot of programming in Prog 1 and 2</a:t>
            </a:r>
          </a:p>
          <a:p>
            <a:pPr lvl="0"/>
            <a:r>
              <a:rPr lang="en-US" dirty="0"/>
              <a:t>And everyone must agree that there are multiple ways of approaching the same problem</a:t>
            </a:r>
          </a:p>
          <a:p>
            <a:r>
              <a:rPr lang="en-US" dirty="0"/>
              <a:t>For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594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We have this array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52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And we design an algorithm comparing each pair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0958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Array 4;</a:t>
            </a:r>
          </a:p>
          <a:p>
            <a:pPr lvl="0"/>
            <a:r>
              <a:rPr lang="en-US" dirty="0"/>
              <a:t>Naive , </a:t>
            </a:r>
            <a:r>
              <a:rPr lang="en-US" dirty="0" err="1"/>
              <a:t>naivish</a:t>
            </a:r>
            <a:r>
              <a:rPr lang="en-US" dirty="0"/>
              <a:t>, efficient: 16 (n^2-n), 6 (n^2-n/2), 3 (n-1)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062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But a fundamental question to ask is are all programs/</a:t>
            </a:r>
            <a:r>
              <a:rPr lang="en-US" b="1" dirty="0"/>
              <a:t>algorithms</a:t>
            </a:r>
            <a:r>
              <a:rPr lang="en-US" dirty="0"/>
              <a:t> equal in terms of performance?</a:t>
            </a:r>
          </a:p>
          <a:p>
            <a:pPr lvl="0"/>
            <a:r>
              <a:rPr lang="en-US" dirty="0"/>
              <a:t>We definitely know that Algo 2 is way better than </a:t>
            </a:r>
          </a:p>
          <a:p>
            <a:pPr lvl="0"/>
            <a:r>
              <a:rPr lang="en-US" dirty="0"/>
              <a:t>But how can we formalize this more rigorously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7311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And since we all are computer scientists we need to think deeper about this word performance</a:t>
            </a:r>
          </a:p>
          <a:p>
            <a:pPr lvl="0"/>
            <a:r>
              <a:rPr lang="en-US" dirty="0"/>
              <a:t>Performance in terms of what?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21237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Performance in terms of what?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263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In terms of time and space a little bit more on time as the space gets cheaper due to </a:t>
            </a:r>
            <a:r>
              <a:rPr lang="en-US" dirty="0" err="1"/>
              <a:t>moore’s</a:t>
            </a:r>
            <a:r>
              <a:rPr lang="en-US" dirty="0"/>
              <a:t> law</a:t>
            </a:r>
          </a:p>
          <a:p>
            <a:pPr lvl="0"/>
            <a:r>
              <a:rPr lang="en-US" dirty="0"/>
              <a:t>Also, there is also a tradeoff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429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for the places you work at it may be the cost to store data, or to acquire customers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3335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for the places you work at it may be the cost to store data, or to acquire customers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00192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let's see a quick example. I requested my data from Google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3656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has roughly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4903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2 million terabytes/ exabytes</a:t>
            </a:r>
          </a:p>
          <a:p>
            <a:r>
              <a:rPr lang="en-US" dirty="0"/>
              <a:t>What about time to look for information for a simple search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6881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that we need to know the processor speed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91902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2*10^9 * 10^9 * 0.5 * 10^-9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19095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And since we all are computer scientists we need to think deeper about this word performance</a:t>
            </a:r>
          </a:p>
          <a:p>
            <a:pPr lvl="0"/>
            <a:r>
              <a:rPr lang="en-US" dirty="0"/>
              <a:t>Performance in terms of what?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0341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in all these three approaches we have to ask these three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05374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video we will discuss three approaches to evaluate program performance. We are going to discuss two today and one during the next lecture</a:t>
            </a:r>
          </a:p>
          <a:p>
            <a:r>
              <a:rPr lang="en-US" dirty="0"/>
              <a:t>Measure execution time using a stopwatch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0361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approach is simple,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376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video we will discuss three approaches to evaluate program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40213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let's discuss the pros and cons of this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9229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let's discuss the pros and cons of this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64988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brings us to the second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15464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we count the number of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5457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do we truly care about?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58272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do we truly care about?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9473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do we truly care about?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6707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do we truly care about?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52221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issues with this approach was</a:t>
            </a:r>
          </a:p>
          <a:p>
            <a:r>
              <a:rPr lang="en-US" dirty="0"/>
              <a:t>Think about what matters most how functions are growing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29301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issues with this approach was</a:t>
            </a:r>
          </a:p>
          <a:p>
            <a:r>
              <a:rPr lang="en-US" dirty="0"/>
              <a:t>Think about what matters most how functions are growing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28531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Higher abstraction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5173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issues with this approach was</a:t>
            </a:r>
          </a:p>
          <a:p>
            <a:r>
              <a:rPr lang="en-US" dirty="0"/>
              <a:t>Think about what matters most how functions are growing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8678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one key takeaway from such complex equations is that when you are </a:t>
            </a:r>
            <a:r>
              <a:rPr lang="en-US" dirty="0" err="1"/>
              <a:t>analyisng</a:t>
            </a:r>
            <a:r>
              <a:rPr lang="en-US" dirty="0"/>
              <a:t> a program,</a:t>
            </a:r>
          </a:p>
          <a:p>
            <a:r>
              <a:rPr lang="en-US" dirty="0"/>
              <a:t>A  lot of variables can be eliminated because of the nature of functions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04442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one key takeaway from such complex equations is that when you are </a:t>
            </a:r>
            <a:r>
              <a:rPr lang="en-US" dirty="0" err="1"/>
              <a:t>analyisng</a:t>
            </a:r>
            <a:r>
              <a:rPr lang="en-US" dirty="0"/>
              <a:t> a program,</a:t>
            </a:r>
          </a:p>
          <a:p>
            <a:r>
              <a:rPr lang="en-US" dirty="0"/>
              <a:t>A  lot of variables can be eliminated because of the nature of functions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3753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one key takeaway from such complex equations is that when you are </a:t>
            </a:r>
            <a:r>
              <a:rPr lang="en-US" dirty="0" err="1"/>
              <a:t>analyisng</a:t>
            </a:r>
            <a:r>
              <a:rPr lang="en-US" dirty="0"/>
              <a:t> a program,</a:t>
            </a:r>
          </a:p>
          <a:p>
            <a:r>
              <a:rPr lang="en-US" dirty="0"/>
              <a:t>A  lot of variables can be eliminated because of the nature of functions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3780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one key takeaway from such complex equations is that when you are </a:t>
            </a:r>
            <a:r>
              <a:rPr lang="en-US" dirty="0" err="1"/>
              <a:t>analyisng</a:t>
            </a:r>
            <a:r>
              <a:rPr lang="en-US" dirty="0"/>
              <a:t> a program,</a:t>
            </a:r>
          </a:p>
          <a:p>
            <a:r>
              <a:rPr lang="en-US" dirty="0"/>
              <a:t>A  lot of variables can be eliminated because of the nature of functions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7036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one key takeaway from such complex equations is that when you are </a:t>
            </a:r>
            <a:r>
              <a:rPr lang="en-US" dirty="0" err="1"/>
              <a:t>analyisng</a:t>
            </a:r>
            <a:r>
              <a:rPr lang="en-US" dirty="0"/>
              <a:t> a program,</a:t>
            </a:r>
          </a:p>
          <a:p>
            <a:r>
              <a:rPr lang="en-US" dirty="0"/>
              <a:t>A  lot of variables can be eliminated because of the nature of functions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24321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Higher abstraction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5173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Higher abstraction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196381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three main notations to describe Algo complexity in terms of the number of operations. We only care about </a:t>
            </a:r>
            <a:r>
              <a:rPr lang="en-US" dirty="0" err="1"/>
              <a:t>upperbound</a:t>
            </a:r>
            <a:endParaRPr lang="en-US" dirty="0"/>
          </a:p>
          <a:p>
            <a:r>
              <a:rPr lang="en-US" dirty="0"/>
              <a:t>A mathematical tool to map the complexity of programs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8719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269938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w Cen MT" panose="020B0602020104020603" pitchFamily="34" charset="0"/>
              </a:rPr>
              <a:t>T n is big o of </a:t>
            </a:r>
            <a:r>
              <a:rPr lang="en-US" dirty="0" err="1">
                <a:latin typeface="Tw Cen MT" panose="020B0602020104020603" pitchFamily="34" charset="0"/>
              </a:rPr>
              <a:t>Fn</a:t>
            </a:r>
            <a:r>
              <a:rPr lang="en-US" dirty="0">
                <a:latin typeface="Tw Cen MT" panose="020B0602020104020603" pitchFamily="34" charset="0"/>
              </a:rPr>
              <a:t>; Big O is a set of functions</a:t>
            </a:r>
          </a:p>
          <a:p>
            <a:endParaRPr lang="en-US" dirty="0">
              <a:latin typeface="Tw Cen MT" panose="020B0602020104020603" pitchFamily="34" charset="0"/>
            </a:endParaRPr>
          </a:p>
          <a:p>
            <a:pPr defTabSz="931774">
              <a:defRPr/>
            </a:pPr>
            <a:r>
              <a:rPr lang="en-US" dirty="0"/>
              <a:t>For all n &gt; n0 , the graph of </a:t>
            </a:r>
            <a:r>
              <a:rPr lang="en-US" dirty="0" err="1"/>
              <a:t>cf</a:t>
            </a:r>
            <a:r>
              <a:rPr lang="en-US" dirty="0"/>
              <a:t>(n) falls above the graph of T(n)</a:t>
            </a:r>
            <a:endParaRPr lang="en-US" baseline="0" dirty="0"/>
          </a:p>
          <a:p>
            <a:endParaRPr lang="en-US" dirty="0">
              <a:latin typeface="Tw Cen MT" panose="020B0602020104020603" pitchFamily="34" charset="0"/>
            </a:endParaRPr>
          </a:p>
          <a:p>
            <a:r>
              <a:rPr lang="en-US" dirty="0">
                <a:latin typeface="Tw Cen MT" panose="020B0602020104020603" pitchFamily="34" charset="0"/>
              </a:rPr>
              <a:t>as </a:t>
            </a:r>
            <a:r>
              <a:rPr lang="en-US" i="1" dirty="0">
                <a:latin typeface="Tw Cen MT" panose="020B0602020104020603" pitchFamily="34" charset="0"/>
              </a:rPr>
              <a:t>n</a:t>
            </a:r>
            <a:r>
              <a:rPr lang="en-US" dirty="0">
                <a:latin typeface="Tw Cen MT" panose="020B0602020104020603" pitchFamily="34" charset="0"/>
              </a:rPr>
              <a:t> gets sufficiently large (larger than </a:t>
            </a:r>
            <a:r>
              <a:rPr lang="en-US" i="1" dirty="0">
                <a:latin typeface="Tw Cen MT" panose="020B0602020104020603" pitchFamily="34" charset="0"/>
              </a:rPr>
              <a:t>n</a:t>
            </a:r>
            <a:r>
              <a:rPr lang="en-US" baseline="-25000" dirty="0">
                <a:latin typeface="Tw Cen MT" panose="020B0602020104020603" pitchFamily="34" charset="0"/>
              </a:rPr>
              <a:t>0</a:t>
            </a:r>
            <a:r>
              <a:rPr lang="en-US" dirty="0">
                <a:latin typeface="Tw Cen MT" panose="020B0602020104020603" pitchFamily="34" charset="0"/>
              </a:rPr>
              <a:t>), there is some constant </a:t>
            </a:r>
            <a:r>
              <a:rPr lang="en-US" i="1" dirty="0">
                <a:latin typeface="Tw Cen MT" panose="020B0602020104020603" pitchFamily="34" charset="0"/>
              </a:rPr>
              <a:t>c</a:t>
            </a:r>
            <a:r>
              <a:rPr lang="en-US" dirty="0">
                <a:latin typeface="Tw Cen MT" panose="020B0602020104020603" pitchFamily="34" charset="0"/>
              </a:rPr>
              <a:t> for which the processing time will always be less than or equal to </a:t>
            </a:r>
            <a:r>
              <a:rPr lang="en-US" i="1" dirty="0" err="1">
                <a:latin typeface="Tw Cen MT" panose="020B0602020104020603" pitchFamily="34" charset="0"/>
              </a:rPr>
              <a:t>c</a:t>
            </a:r>
            <a:r>
              <a:rPr lang="en-US" dirty="0" err="1">
                <a:latin typeface="Tw Cen MT" panose="020B0602020104020603" pitchFamily="34" charset="0"/>
              </a:rPr>
              <a:t>f</a:t>
            </a:r>
            <a:r>
              <a:rPr lang="en-US" dirty="0">
                <a:latin typeface="Tw Cen MT" panose="020B0602020104020603" pitchFamily="34" charset="0"/>
              </a:rPr>
              <a:t>(</a:t>
            </a:r>
            <a:r>
              <a:rPr lang="en-US" i="1" dirty="0">
                <a:latin typeface="Tw Cen MT" panose="020B0602020104020603" pitchFamily="34" charset="0"/>
              </a:rPr>
              <a:t>n</a:t>
            </a:r>
            <a:r>
              <a:rPr lang="en-US" dirty="0">
                <a:latin typeface="Tw Cen MT" panose="020B0602020104020603" pitchFamily="34" charset="0"/>
              </a:rPr>
              <a:t>)</a:t>
            </a:r>
          </a:p>
          <a:p>
            <a:r>
              <a:rPr lang="en-US" baseline="0" dirty="0"/>
              <a:t>We define a function T(n)  as being “Big-O of” or “on the order of” f(n) if there exist two constants, no and c, such that for all n&gt;no, c times f(n) is greater than T(n)</a:t>
            </a:r>
          </a:p>
          <a:p>
            <a:endParaRPr lang="en-US" baseline="0" dirty="0"/>
          </a:p>
          <a:p>
            <a:r>
              <a:rPr lang="en-US" baseline="0" dirty="0"/>
              <a:t>As n gets sufficiently large, we can find a constant such that c times f(n) is an upper bound on performance.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38354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all n &gt; n0 , the graph of cg(n) falls below the graph of T(n)</a:t>
            </a:r>
            <a:endParaRPr lang="en-US" baseline="0" dirty="0"/>
          </a:p>
          <a:p>
            <a:r>
              <a:rPr lang="en-US" dirty="0"/>
              <a:t>2n 3n+5, 4n, n&gt;=5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02218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Tw Cen MT" panose="020B0602020104020603" pitchFamily="34" charset="0"/>
              </a:rPr>
              <a:t>Fn</a:t>
            </a:r>
            <a:r>
              <a:rPr lang="en-US" dirty="0">
                <a:latin typeface="Tw Cen MT" panose="020B0602020104020603" pitchFamily="34" charset="0"/>
              </a:rPr>
              <a:t> is theta n, drop “is-in”</a:t>
            </a:r>
            <a:endParaRPr lang="en-US" baseline="0" dirty="0"/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209781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Tw Cen MT" panose="020B0602020104020603" pitchFamily="34" charset="0"/>
              </a:rPr>
              <a:t>Fn</a:t>
            </a:r>
            <a:r>
              <a:rPr lang="en-US" dirty="0">
                <a:latin typeface="Tw Cen MT" panose="020B0602020104020603" pitchFamily="34" charset="0"/>
              </a:rPr>
              <a:t> is theta n, drop “is-in”</a:t>
            </a:r>
            <a:endParaRPr lang="en-US" baseline="0" dirty="0"/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92831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function calculates </a:t>
            </a:r>
            <a:r>
              <a:rPr lang="en-US" dirty="0" err="1"/>
              <a:t>sume</a:t>
            </a:r>
            <a:r>
              <a:rPr lang="en-US" dirty="0"/>
              <a:t> of numbers from 1- 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418568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https://www.transum.org/Maths/Activity/Graph/Desmos.asp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5365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function calculates </a:t>
            </a:r>
            <a:r>
              <a:rPr lang="en-US" dirty="0" err="1"/>
              <a:t>sume</a:t>
            </a:r>
            <a:r>
              <a:rPr lang="en-US" dirty="0"/>
              <a:t> of numbers from 1- 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93741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function calculates </a:t>
            </a:r>
            <a:r>
              <a:rPr lang="en-US" dirty="0" err="1"/>
              <a:t>sume</a:t>
            </a:r>
            <a:r>
              <a:rPr lang="en-US" dirty="0"/>
              <a:t> of numbers from 1- 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86330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https://www.transum.org/Maths/Activity/Graph/Desmos.asp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814179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326121" indent="-326121">
              <a:buFont typeface="Wingdings"/>
              <a:buChar char=""/>
              <a:defRPr/>
            </a:pPr>
            <a:r>
              <a:rPr lang="en-US" dirty="0"/>
              <a:t>The loop body will execute </a:t>
            </a:r>
            <a:r>
              <a:rPr lang="en-US" i="1" dirty="0"/>
              <a:t>k</a:t>
            </a:r>
            <a:r>
              <a:rPr lang="en-US" dirty="0"/>
              <a:t> times, with </a:t>
            </a:r>
            <a:r>
              <a:rPr lang="en-US" sz="800" dirty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/>
              <a:t> having the following values: </a:t>
            </a:r>
            <a:br>
              <a:rPr lang="en-US" dirty="0"/>
            </a:br>
            <a:r>
              <a:rPr lang="en-US" dirty="0"/>
              <a:t>            1, 2, 4, 8, 16, . . ., 2</a:t>
            </a:r>
            <a:r>
              <a:rPr lang="en-US" i="1" baseline="30000" dirty="0"/>
              <a:t>k-1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326121" indent="-326121">
              <a:buFont typeface="Wingdings"/>
              <a:buChar char=""/>
              <a:defRPr/>
            </a:pPr>
            <a:r>
              <a:rPr lang="en-US" dirty="0"/>
              <a:t>We</a:t>
            </a:r>
            <a:r>
              <a:rPr lang="en-US" baseline="0" dirty="0"/>
              <a:t> know that 2</a:t>
            </a:r>
            <a:r>
              <a:rPr lang="en-US" baseline="30000" dirty="0"/>
              <a:t>k-1</a:t>
            </a:r>
            <a:r>
              <a:rPr lang="en-US" baseline="0" dirty="0"/>
              <a:t> &lt;= n</a:t>
            </a:r>
          </a:p>
          <a:p>
            <a:pPr marL="326121" indent="-326121">
              <a:buFont typeface="Wingdings"/>
              <a:buChar char=""/>
              <a:defRPr/>
            </a:pPr>
            <a:r>
              <a:rPr lang="en-US" baseline="0" dirty="0"/>
              <a:t>We know that k = log n</a:t>
            </a:r>
          </a:p>
          <a:p>
            <a:pPr marL="326121" indent="-326121">
              <a:buFont typeface="Wingdings"/>
              <a:buChar char=""/>
              <a:defRPr/>
            </a:pPr>
            <a:r>
              <a:rPr lang="en-US" baseline="0" dirty="0"/>
              <a:t>So the number of times that the loop executes is proportional to log(n)</a:t>
            </a:r>
          </a:p>
          <a:p>
            <a:pPr marL="326121" indent="-326121">
              <a:buFont typeface="Wingdings"/>
              <a:buChar char=""/>
              <a:defRPr/>
            </a:pPr>
            <a:r>
              <a:rPr lang="en-US" baseline="0" dirty="0"/>
              <a:t>This is O(log n). (Write this on the slide.)</a:t>
            </a:r>
          </a:p>
          <a:p>
            <a:pPr marL="326121" indent="-326121">
              <a:buFont typeface="Wingdings"/>
              <a:buChar char=""/>
              <a:defRPr/>
            </a:pPr>
            <a:endParaRPr lang="en-US" baseline="0" dirty="0"/>
          </a:p>
          <a:p>
            <a:pPr marL="326121" indent="-326121">
              <a:buFont typeface="Wingdings"/>
              <a:buChar char=""/>
              <a:defRPr/>
            </a:pPr>
            <a:r>
              <a:rPr lang="en-US" baseline="0" dirty="0"/>
              <a:t>In computer science we take logarithms in base 2.  Because machine language is based on binary digits</a:t>
            </a:r>
          </a:p>
          <a:p>
            <a:pPr marL="326121" indent="-326121">
              <a:buFont typeface="Wingdings"/>
              <a:buChar char=""/>
              <a:defRPr/>
            </a:pPr>
            <a:r>
              <a:rPr lang="en-US" baseline="0" dirty="0"/>
              <a:t>Think of log base 2 as the number of times that you can divide a number by 2 before the value is less than 1.</a:t>
            </a:r>
          </a:p>
          <a:p>
            <a:pPr marL="326121" indent="-326121">
              <a:buFont typeface="Wingdings"/>
              <a:buChar char=""/>
              <a:defRPr/>
            </a:pPr>
            <a:endParaRPr lang="en-US" baseline="0" dirty="0"/>
          </a:p>
          <a:p>
            <a:pPr marL="326121" indent="-326121">
              <a:buFont typeface="Wingdings"/>
              <a:buChar char=""/>
              <a:defRPr/>
            </a:pPr>
            <a:r>
              <a:rPr lang="en-US" baseline="0" dirty="0"/>
              <a:t>When determining the computational complexity of code, if you see items being multiplied or divided, start thinking about whether it’s logarithmic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82064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326121" indent="-326121">
              <a:buFont typeface="Wingdings"/>
              <a:buChar char=""/>
              <a:defRPr/>
            </a:pPr>
            <a:r>
              <a:rPr lang="en-US" dirty="0"/>
              <a:t>The loop body will execute </a:t>
            </a:r>
            <a:r>
              <a:rPr lang="en-US" i="1" dirty="0"/>
              <a:t>k</a:t>
            </a:r>
            <a:r>
              <a:rPr lang="en-US" dirty="0"/>
              <a:t> times, with </a:t>
            </a:r>
            <a:r>
              <a:rPr lang="en-US" sz="800" dirty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/>
              <a:t> having the following values: </a:t>
            </a:r>
            <a:br>
              <a:rPr lang="en-US" dirty="0"/>
            </a:br>
            <a:r>
              <a:rPr lang="en-US" dirty="0"/>
              <a:t>            1, 2, 4, 8, 16, . . ., 2</a:t>
            </a:r>
            <a:r>
              <a:rPr lang="en-US" i="1" baseline="30000" dirty="0"/>
              <a:t>k-1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326121" indent="-326121">
              <a:buFont typeface="Wingdings"/>
              <a:buChar char=""/>
              <a:defRPr/>
            </a:pPr>
            <a:r>
              <a:rPr lang="en-US" dirty="0"/>
              <a:t>We</a:t>
            </a:r>
            <a:r>
              <a:rPr lang="en-US" baseline="0" dirty="0"/>
              <a:t> know that 2</a:t>
            </a:r>
            <a:r>
              <a:rPr lang="en-US" baseline="30000" dirty="0"/>
              <a:t>k-1</a:t>
            </a:r>
            <a:r>
              <a:rPr lang="en-US" baseline="0" dirty="0"/>
              <a:t> &lt;= n</a:t>
            </a:r>
          </a:p>
          <a:p>
            <a:pPr marL="326121" indent="-326121">
              <a:buFont typeface="Wingdings"/>
              <a:buChar char=""/>
              <a:defRPr/>
            </a:pPr>
            <a:r>
              <a:rPr lang="en-US" baseline="0" dirty="0"/>
              <a:t>We know that k = log n</a:t>
            </a:r>
          </a:p>
          <a:p>
            <a:pPr marL="326121" indent="-326121">
              <a:buFont typeface="Wingdings"/>
              <a:buChar char=""/>
              <a:defRPr/>
            </a:pPr>
            <a:r>
              <a:rPr lang="en-US" baseline="0" dirty="0"/>
              <a:t>So the number of times that the loop executes is proportional to log(n)</a:t>
            </a:r>
          </a:p>
          <a:p>
            <a:pPr marL="326121" indent="-326121">
              <a:buFont typeface="Wingdings"/>
              <a:buChar char=""/>
              <a:defRPr/>
            </a:pPr>
            <a:r>
              <a:rPr lang="en-US" baseline="0" dirty="0"/>
              <a:t>This is O(log n). (Write this on the slide.)</a:t>
            </a:r>
          </a:p>
          <a:p>
            <a:pPr marL="326121" indent="-326121">
              <a:buFont typeface="Wingdings"/>
              <a:buChar char=""/>
              <a:defRPr/>
            </a:pPr>
            <a:endParaRPr lang="en-US" baseline="0" dirty="0"/>
          </a:p>
          <a:p>
            <a:pPr marL="326121" indent="-326121">
              <a:buFont typeface="Wingdings"/>
              <a:buChar char=""/>
              <a:defRPr/>
            </a:pPr>
            <a:r>
              <a:rPr lang="en-US" baseline="0" dirty="0"/>
              <a:t>In computer science we take logarithms in base 2.  Because machine language is based on binary digits</a:t>
            </a:r>
          </a:p>
          <a:p>
            <a:pPr marL="326121" indent="-326121">
              <a:buFont typeface="Wingdings"/>
              <a:buChar char=""/>
              <a:defRPr/>
            </a:pPr>
            <a:r>
              <a:rPr lang="en-US" baseline="0" dirty="0"/>
              <a:t>Think of log base 2 as the number of times that you can divide a number by 2 before the value is less than 1.</a:t>
            </a:r>
          </a:p>
          <a:p>
            <a:pPr marL="326121" indent="-326121">
              <a:buFont typeface="Wingdings"/>
              <a:buChar char=""/>
              <a:defRPr/>
            </a:pPr>
            <a:endParaRPr lang="en-US" baseline="0" dirty="0"/>
          </a:p>
          <a:p>
            <a:pPr marL="326121" indent="-326121">
              <a:buFont typeface="Wingdings"/>
              <a:buChar char=""/>
              <a:defRPr/>
            </a:pPr>
            <a:r>
              <a:rPr lang="en-US" baseline="0" dirty="0"/>
              <a:t>When determining the computational complexity of code, if you see items being multiplied or divided, start thinking about whether it’s logarithmic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217589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k iterations , I will be 2^k; where the loop exits; 2^k-1 will be max value of I;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337467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K+1 </a:t>
            </a:r>
            <a:r>
              <a:rPr lang="en-US" dirty="0" err="1"/>
              <a:t>th</a:t>
            </a:r>
            <a:r>
              <a:rPr lang="en-US" dirty="0"/>
              <a:t> iteration is greater than 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657236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do we truly care about?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36538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do we truly care about?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16673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do we truly care about?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080427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60660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697332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030656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397852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461123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19629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299704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130849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8846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2y^2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34639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05619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369973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81357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645366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86552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422819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42564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054595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do we truly care about?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37422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do we truly care about?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852760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760556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801578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948225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069162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706369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09934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380405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161795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28419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81375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667298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956462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010227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843795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205482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344439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568919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05923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457216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5745763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8698839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420730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26682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737725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029817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https://onlinegdb.com/4_43yqxfzx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431624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1981293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Space: O1, Time n2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2712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3A113-F45E-4F7D-BFBA-46B856FD3D8B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42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0A414-B93C-4AB8-A395-CA34DF6F2741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37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E542-D6F8-4020-A8E9-719212FFCB14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36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778F8-77E8-46D7-BAF4-35E90103E29C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42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67CE-9F3D-4C1A-ADFD-7CA101C7D8A9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8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22B7-28DF-4528-974C-870D94C63B56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45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0ADE-5F71-47B9-8874-D5D550C25167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52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D761-D2E7-46F2-96FF-DDF9E01103E9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50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E32A4-4061-4566-8890-938BD65CB666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59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73B25-5E75-486A-A6AC-453FBB4AF1D7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0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2BEB-7303-4589-A9C5-3D95E76CB27E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200CA-E1F8-4EEE-B1C3-64ABCD6338DC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999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0C36F-CF90-402E-8E6D-AC3888D22BB5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38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8EB8-F38F-4E6D-BBC8-0C1A3C13CF2F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207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E635-C334-4D37-9A86-7138666E3976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30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6637-A8CC-4744-AFDE-F791A84FBFD3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2557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CC3F-DFC2-44BF-92BC-E4719D7450B7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153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E58F-481D-423C-8D6F-0C25600B50F1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629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7292C-E801-4F15-AC2B-4C029E9DD6B6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41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E197-33B3-487D-8ED0-317870940EDE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066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B553-A38B-4483-8B4E-5760B01D3C12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119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739E-51A2-4283-946E-AAC8E0798716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81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EA3D0-FADE-4726-A840-DFFAE2061B78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0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7420A-9ADA-497C-BA0D-9911FF18598F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5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onlinegdb.com/SHYJzMAxD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Relationship Id="rId9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BJGAP7I5I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21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22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en.wikipedia.org/wiki/File:Nonlinear_asymptote.svg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sp19.datastructur.es/materials/demos/asymptotics.html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NUL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NUL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sp19.datastructur.es/index.html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hyperlink" Target="http://bigocheatsheet.com/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1_%2B_2_%2B_3_%2B_4_%2B_%E2%8B%AF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en.wikipedia.org/wiki/1/2_%2B_1/4_%2B_1/8_%2B_1/16_%2B_%E2%8B%AF" TargetMode="External"/><Relationship Id="rId4" Type="http://schemas.openxmlformats.org/officeDocument/2006/relationships/hyperlink" Target="https://en.wikipedia.org/wiki/1_%2B_2_%2B_4_%2B_8_%2B_%E2%8B%AF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to/sherryummen/asymptotic-notations-b-oot-big-o-big-omega-big-theta-49e7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cs.stackexchange.com/questions/23068/how-do-o-and-%CE%A9-relate-to-worst-and-best-case" TargetMode="External"/><Relationship Id="rId4" Type="http://schemas.openxmlformats.org/officeDocument/2006/relationships/hyperlink" Target="https://opendsa-server.cs.vt.edu/ODSA/Books/Everything/html/AnalMisunderstanding.html#id1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1_%2B_2_%2B_3_%2B_4_%2B_%E2%8B%AF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en.wikipedia.org/wiki/1/2_%2B_1/4_%2B_1/8_%2B_1/16_%2B_%E2%8B%AF" TargetMode="External"/><Relationship Id="rId4" Type="http://schemas.openxmlformats.org/officeDocument/2006/relationships/hyperlink" Target="https://en.wikipedia.org/wiki/1_%2B_2_%2B_4_%2B_8_%2B_%E2%8B%AF" TargetMode="Externa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opeGj9PmNm" TargetMode="External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opeGj9PmNm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opeGj9PmNm" TargetMode="External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opeGj9PmNm" TargetMode="External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opeGj9PmNm" TargetMode="External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opeGj9PmNm" TargetMode="External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opeGj9PmNm" TargetMode="Externa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opeGj9PmNm" TargetMode="Externa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YcfKNYnkT0" TargetMode="External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S1GzxzljU" TargetMode="Externa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COP3530">
            <a:extLst>
              <a:ext uri="{FF2B5EF4-FFF2-40B4-BE49-F238E27FC236}">
                <a16:creationId xmlns:a16="http://schemas.microsoft.com/office/drawing/2014/main" id="{F5930E70-AA2A-4DEA-8F19-8204A14E7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593" y="5351818"/>
            <a:ext cx="2162976" cy="15061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9D5D4F-8054-48EF-9170-C7D04C6E7DC6}"/>
              </a:ext>
            </a:extLst>
          </p:cNvPr>
          <p:cNvSpPr txBox="1"/>
          <p:nvPr/>
        </p:nvSpPr>
        <p:spPr>
          <a:xfrm>
            <a:off x="1037130" y="2460898"/>
            <a:ext cx="101177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Algorithm Analysis</a:t>
            </a:r>
          </a:p>
        </p:txBody>
      </p:sp>
    </p:spTree>
    <p:extLst>
      <p:ext uri="{BB962C8B-B14F-4D97-AF65-F5344CB8AC3E}">
        <p14:creationId xmlns:p14="http://schemas.microsoft.com/office/powerpoint/2010/main" val="1115362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Agenda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pic>
        <p:nvPicPr>
          <p:cNvPr id="7" name="Graphic 6" descr="Tally">
            <a:extLst>
              <a:ext uri="{FF2B5EF4-FFF2-40B4-BE49-F238E27FC236}">
                <a16:creationId xmlns:a16="http://schemas.microsoft.com/office/drawing/2014/main" id="{B908F74A-A276-42CB-82FD-8F9D0FA638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6639" y="2466277"/>
            <a:ext cx="1371600" cy="13716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A681ECE-2602-4BFB-B297-488969F24B6C}"/>
              </a:ext>
            </a:extLst>
          </p:cNvPr>
          <p:cNvSpPr txBox="1">
            <a:spLocks/>
          </p:cNvSpPr>
          <p:nvPr/>
        </p:nvSpPr>
        <p:spPr>
          <a:xfrm>
            <a:off x="1008185" y="1472895"/>
            <a:ext cx="9904324" cy="47556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What is an Algorithm?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Difference between a Program and an Algorithm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Multiple Ways of Solving a Problem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Benefits of Evaluating an Algorithm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How can we evaluate programs?</a:t>
            </a:r>
          </a:p>
          <a:p>
            <a:pPr marL="9144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Approach 1 (Simulation: Timing)</a:t>
            </a:r>
          </a:p>
          <a:p>
            <a:pPr marL="9144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Approach 2 (Modeling: Counting)</a:t>
            </a:r>
          </a:p>
          <a:p>
            <a:pPr marL="9144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Approach 3 (Asymptotic Behavior: Order of Growth)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</a:b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pic>
        <p:nvPicPr>
          <p:cNvPr id="5" name="Graphic 4" descr="Stopwatch 66%">
            <a:extLst>
              <a:ext uri="{FF2B5EF4-FFF2-40B4-BE49-F238E27FC236}">
                <a16:creationId xmlns:a16="http://schemas.microsoft.com/office/drawing/2014/main" id="{5F0A5549-7B63-4C84-82CE-703AF28D75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26639" y="629437"/>
            <a:ext cx="1371600" cy="1371600"/>
          </a:xfrm>
          <a:prstGeom prst="rect">
            <a:avLst/>
          </a:prstGeom>
        </p:spPr>
      </p:pic>
      <p:pic>
        <p:nvPicPr>
          <p:cNvPr id="6" name="Graphic 5" descr="Exponential Graph">
            <a:extLst>
              <a:ext uri="{FF2B5EF4-FFF2-40B4-BE49-F238E27FC236}">
                <a16:creationId xmlns:a16="http://schemas.microsoft.com/office/drawing/2014/main" id="{EF360691-8817-4D95-BE28-FFE899FB5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6639" y="4303116"/>
            <a:ext cx="1371600" cy="13716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8C3037-DD22-467F-9841-54D6F06B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054E9E-138F-4286-A697-1471EA63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EFB34983-4284-4630-A955-6CE4B8D937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DFB1FDFC-A230-4404-85EA-6E48496CED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5924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Algorithm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A18433-099D-4764-B5D5-0F8EB74DA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01417" y="1897461"/>
            <a:ext cx="879387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F3DE8-FC92-415E-BC7B-955FC0CA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9779A96-953F-4B62-91CF-08A37A250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4B4CF069-8132-4362-AFC1-B52E25151E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7A72E32D-B5E0-4453-8C3C-8874078396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5451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Algorithm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A18433-099D-4764-B5D5-0F8EB74DA174}"/>
              </a:ext>
            </a:extLst>
          </p:cNvPr>
          <p:cNvSpPr txBox="1"/>
          <p:nvPr/>
        </p:nvSpPr>
        <p:spPr>
          <a:xfrm>
            <a:off x="1401417" y="1897461"/>
            <a:ext cx="87938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An algorithm is a step-by-step procedure for solving a problem.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F3DE8-FC92-415E-BC7B-955FC0CA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73B4D07-2A1E-402C-BF3A-15837C270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9859AF5B-87AF-40CB-8643-1F13E81B8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E7051259-EE75-4915-BC56-2D07076850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0540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Algorithm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A18433-099D-4764-B5D5-0F8EB74DA174}"/>
              </a:ext>
            </a:extLst>
          </p:cNvPr>
          <p:cNvSpPr txBox="1"/>
          <p:nvPr/>
        </p:nvSpPr>
        <p:spPr>
          <a:xfrm>
            <a:off x="1401417" y="1897461"/>
            <a:ext cx="87938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An algorithm is a step-by-step procedure for solving a problem.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547B52-13F9-4D09-ABB7-C0215AD69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667271" y="3287279"/>
            <a:ext cx="1632228" cy="1901401"/>
            <a:chOff x="2071968" y="3089119"/>
            <a:chExt cx="2217001" cy="2172404"/>
          </a:xfrm>
        </p:grpSpPr>
        <p:pic>
          <p:nvPicPr>
            <p:cNvPr id="20" name="Graphic 19" descr="Keyboard">
              <a:extLst>
                <a:ext uri="{FF2B5EF4-FFF2-40B4-BE49-F238E27FC236}">
                  <a16:creationId xmlns:a16="http://schemas.microsoft.com/office/drawing/2014/main" id="{5C533AE3-56D0-4C63-9228-16D7481063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71968" y="3089119"/>
              <a:ext cx="2217001" cy="1846186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7EF2505-DBFC-4787-9ED2-EDEB73721B9A}"/>
                </a:ext>
              </a:extLst>
            </p:cNvPr>
            <p:cNvSpPr txBox="1"/>
            <p:nvPr/>
          </p:nvSpPr>
          <p:spPr>
            <a:xfrm>
              <a:off x="2453574" y="4799858"/>
              <a:ext cx="10102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Input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5CC6470-2B57-41C2-A00A-32307D009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983314" y="3541062"/>
            <a:ext cx="4592660" cy="2090300"/>
            <a:chOff x="5008714" y="3617262"/>
            <a:chExt cx="4592660" cy="2090300"/>
          </a:xfrm>
        </p:grpSpPr>
        <p:pic>
          <p:nvPicPr>
            <p:cNvPr id="18" name="Graphic 17" descr="Rope Knot">
              <a:extLst>
                <a:ext uri="{FF2B5EF4-FFF2-40B4-BE49-F238E27FC236}">
                  <a16:creationId xmlns:a16="http://schemas.microsoft.com/office/drawing/2014/main" id="{1C63EFB7-29BE-4756-999D-52162D27A3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11552" y="3802085"/>
              <a:ext cx="950774" cy="950774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D51B299-B062-4B33-91DF-3A85A9F898C4}"/>
                </a:ext>
              </a:extLst>
            </p:cNvPr>
            <p:cNvGrpSpPr/>
            <p:nvPr/>
          </p:nvGrpSpPr>
          <p:grpSpPr>
            <a:xfrm>
              <a:off x="5008714" y="3617262"/>
              <a:ext cx="1295547" cy="1720968"/>
              <a:chOff x="5593414" y="3685972"/>
              <a:chExt cx="1295547" cy="1720968"/>
            </a:xfrm>
          </p:grpSpPr>
          <p:pic>
            <p:nvPicPr>
              <p:cNvPr id="19" name="Graphic 18" descr="Television">
                <a:extLst>
                  <a:ext uri="{FF2B5EF4-FFF2-40B4-BE49-F238E27FC236}">
                    <a16:creationId xmlns:a16="http://schemas.microsoft.com/office/drawing/2014/main" id="{7F88E399-3D00-4086-9448-640040CFC4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93414" y="3685972"/>
                <a:ext cx="1193623" cy="1193623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2E76C6-EE99-4B37-BE98-98A06F5D53D8}"/>
                  </a:ext>
                </a:extLst>
              </p:cNvPr>
              <p:cNvSpPr txBox="1"/>
              <p:nvPr/>
            </p:nvSpPr>
            <p:spPr>
              <a:xfrm>
                <a:off x="5593414" y="4945275"/>
                <a:ext cx="12955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Output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A2FFBC0-8052-4C76-B87A-8165CC68C4C1}"/>
                </a:ext>
              </a:extLst>
            </p:cNvPr>
            <p:cNvSpPr txBox="1"/>
            <p:nvPr/>
          </p:nvSpPr>
          <p:spPr>
            <a:xfrm>
              <a:off x="7172504" y="4876565"/>
              <a:ext cx="242887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Definite &amp;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 Unambiguous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FF676-47BE-43FA-ACDD-750597FE1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B92201-1302-48CB-AC02-E79AFAF5D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BC8281DE-9BC1-42C9-A0F0-2DEB26D541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Logo COP3530">
              <a:extLst>
                <a:ext uri="{FF2B5EF4-FFF2-40B4-BE49-F238E27FC236}">
                  <a16:creationId xmlns:a16="http://schemas.microsoft.com/office/drawing/2014/main" id="{7913DDBA-DE46-45FB-8A5B-1E41AC05F7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750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Algorithm vs Program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2E78B0-BD5B-4E8B-BF15-00E416195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609015"/>
              </p:ext>
            </p:extLst>
          </p:nvPr>
        </p:nvGraphicFramePr>
        <p:xfrm>
          <a:off x="1281774" y="1783080"/>
          <a:ext cx="9958881" cy="23774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821770">
                  <a:extLst>
                    <a:ext uri="{9D8B030D-6E8A-4147-A177-3AD203B41FA5}">
                      <a16:colId xmlns:a16="http://schemas.microsoft.com/office/drawing/2014/main" val="3950973610"/>
                    </a:ext>
                  </a:extLst>
                </a:gridCol>
                <a:gridCol w="2158738">
                  <a:extLst>
                    <a:ext uri="{9D8B030D-6E8A-4147-A177-3AD203B41FA5}">
                      <a16:colId xmlns:a16="http://schemas.microsoft.com/office/drawing/2014/main" val="311364946"/>
                    </a:ext>
                  </a:extLst>
                </a:gridCol>
                <a:gridCol w="2978373">
                  <a:extLst>
                    <a:ext uri="{9D8B030D-6E8A-4147-A177-3AD203B41FA5}">
                      <a16:colId xmlns:a16="http://schemas.microsoft.com/office/drawing/2014/main" val="3332085664"/>
                    </a:ext>
                  </a:extLst>
                </a:gridCol>
              </a:tblGrid>
              <a:tr h="3651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EB6E19"/>
                          </a:solidFill>
                          <a:latin typeface="+mn-lt"/>
                        </a:rPr>
                        <a:t>Algorithm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81E2"/>
                          </a:solidFill>
                          <a:latin typeface="+mn-lt"/>
                        </a:rPr>
                        <a:t>Code or Program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30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EB6E19"/>
                          </a:solidFill>
                          <a:latin typeface="+mn-lt"/>
                        </a:rPr>
                        <a:t>Focus of a 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325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EB6E19"/>
                          </a:solidFill>
                          <a:latin typeface="+mn-lt"/>
                        </a:rPr>
                        <a:t>Form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053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EB6E19"/>
                          </a:solidFill>
                          <a:latin typeface="+mn-lt"/>
                        </a:rPr>
                        <a:t>Dependence on H/W or OS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925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EB6E19"/>
                          </a:solidFill>
                          <a:latin typeface="+mn-lt"/>
                        </a:rPr>
                        <a:t>Professional’s Cognitive State  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653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EB6E19"/>
                          </a:solidFill>
                          <a:latin typeface="+mn-lt"/>
                        </a:rPr>
                        <a:t>Correctness/Performance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704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310853-84EC-49D9-8BA9-20EE29F6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4646F38-F03B-4E65-BA96-354BF5F55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33972F9-A0FB-416E-B6B6-D61B65C2A0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E33E9BF0-F59A-42EC-B1B1-1FD94E0ADF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3405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Algorithm vs Program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2E78B0-BD5B-4E8B-BF15-00E416195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637241"/>
              </p:ext>
            </p:extLst>
          </p:nvPr>
        </p:nvGraphicFramePr>
        <p:xfrm>
          <a:off x="1281774" y="1783080"/>
          <a:ext cx="9958881" cy="23774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821770">
                  <a:extLst>
                    <a:ext uri="{9D8B030D-6E8A-4147-A177-3AD203B41FA5}">
                      <a16:colId xmlns:a16="http://schemas.microsoft.com/office/drawing/2014/main" val="3950973610"/>
                    </a:ext>
                  </a:extLst>
                </a:gridCol>
                <a:gridCol w="2158738">
                  <a:extLst>
                    <a:ext uri="{9D8B030D-6E8A-4147-A177-3AD203B41FA5}">
                      <a16:colId xmlns:a16="http://schemas.microsoft.com/office/drawing/2014/main" val="311364946"/>
                    </a:ext>
                  </a:extLst>
                </a:gridCol>
                <a:gridCol w="2978373">
                  <a:extLst>
                    <a:ext uri="{9D8B030D-6E8A-4147-A177-3AD203B41FA5}">
                      <a16:colId xmlns:a16="http://schemas.microsoft.com/office/drawing/2014/main" val="3332085664"/>
                    </a:ext>
                  </a:extLst>
                </a:gridCol>
              </a:tblGrid>
              <a:tr h="3651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EB6E19"/>
                          </a:solidFill>
                          <a:latin typeface="+mn-lt"/>
                        </a:rPr>
                        <a:t>Algorithm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81E2"/>
                          </a:solidFill>
                          <a:latin typeface="+mn-lt"/>
                        </a:rPr>
                        <a:t>Code or Program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30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EB6E19"/>
                          </a:solidFill>
                          <a:latin typeface="+mn-lt"/>
                        </a:rPr>
                        <a:t>Focus of a 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Design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Implementation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325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EB6E19"/>
                          </a:solidFill>
                          <a:latin typeface="+mn-lt"/>
                        </a:rPr>
                        <a:t>Form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Pseudocode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Programming Language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053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EB6E19"/>
                          </a:solidFill>
                          <a:latin typeface="+mn-lt"/>
                        </a:rPr>
                        <a:t>Dependence on H/W or OS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925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EB6E19"/>
                          </a:solidFill>
                          <a:latin typeface="+mn-lt"/>
                        </a:rPr>
                        <a:t>Professional’s Cognitive State  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Thinking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653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EB6E19"/>
                          </a:solidFill>
                          <a:latin typeface="+mn-lt"/>
                        </a:rPr>
                        <a:t>Correctness/Performance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 Analysis 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+mn-lt"/>
                        </a:rPr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7047"/>
                  </a:ext>
                </a:extLst>
              </a:tr>
            </a:tbl>
          </a:graphicData>
        </a:graphic>
      </p:graphicFrame>
      <p:pic>
        <p:nvPicPr>
          <p:cNvPr id="6" name="Graphic 5" descr="Left Brain">
            <a:extLst>
              <a:ext uri="{FF2B5EF4-FFF2-40B4-BE49-F238E27FC236}">
                <a16:creationId xmlns:a16="http://schemas.microsoft.com/office/drawing/2014/main" id="{F2EAAF9A-8DE6-45AF-9C0F-796D1CBB6C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1332" y="4516243"/>
            <a:ext cx="1276689" cy="1276689"/>
          </a:xfrm>
          <a:prstGeom prst="rect">
            <a:avLst/>
          </a:prstGeom>
        </p:spPr>
      </p:pic>
      <p:pic>
        <p:nvPicPr>
          <p:cNvPr id="8" name="Picture 7" descr="Productive Team Sasquatch">
            <a:extLst>
              <a:ext uri="{FF2B5EF4-FFF2-40B4-BE49-F238E27FC236}">
                <a16:creationId xmlns:a16="http://schemas.microsoft.com/office/drawing/2014/main" id="{FE106E7F-4924-4774-B568-B892D3F294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6711" y="4441316"/>
            <a:ext cx="1276689" cy="127668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310853-84EC-49D9-8BA9-20EE29F6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5B6FD44-AD8F-4EA4-8596-CD823D6AF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40E429BD-C955-4394-88FE-20231CE69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45118049-AF9A-42B0-89D4-A35B09DC41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0299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Multiple Ways of Solving a Problem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9FCFCB-92D1-486D-99F2-3774F311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69DE32-1B24-43FD-809E-2C39213FA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3DEA11E1-0D41-4328-AB60-058763E00A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Logo COP3530">
              <a:extLst>
                <a:ext uri="{FF2B5EF4-FFF2-40B4-BE49-F238E27FC236}">
                  <a16:creationId xmlns:a16="http://schemas.microsoft.com/office/drawing/2014/main" id="{52F3DB0C-9B40-477D-B8C1-4622CD441C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552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Multiple Ways of Solving a Problem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aphicFrame>
        <p:nvGraphicFramePr>
          <p:cNvPr id="9" name="Google Shape;108;p31">
            <a:extLst>
              <a:ext uri="{FF2B5EF4-FFF2-40B4-BE49-F238E27FC236}">
                <a16:creationId xmlns:a16="http://schemas.microsoft.com/office/drawing/2014/main" id="{C95FA564-6077-44A1-907B-CC06A3417B4A}"/>
              </a:ext>
            </a:extLst>
          </p:cNvPr>
          <p:cNvGraphicFramePr/>
          <p:nvPr/>
        </p:nvGraphicFramePr>
        <p:xfrm>
          <a:off x="2464814" y="2376747"/>
          <a:ext cx="621760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7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-13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-11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12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14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24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24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100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102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D65FA-C8D2-4B8C-990B-3FD853755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A11F36-B6FF-4818-BAC4-FF38BA496291}"/>
              </a:ext>
            </a:extLst>
          </p:cNvPr>
          <p:cNvSpPr/>
          <p:nvPr/>
        </p:nvSpPr>
        <p:spPr>
          <a:xfrm>
            <a:off x="1037757" y="1714653"/>
            <a:ext cx="65464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ea typeface="+mn-ea"/>
                <a:cs typeface="+mn-cs"/>
              </a:rPr>
              <a:t>Problem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: Determine if a sorted array contains any duplicates.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4D2393C-C9CB-4F5B-B2C4-92193A349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5F81A377-B4CF-48AD-B31F-806CC818A9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C6E87BE3-2857-400A-95B1-19FCF24478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128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Multiple Ways of Solving a Problem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aphicFrame>
        <p:nvGraphicFramePr>
          <p:cNvPr id="9" name="Google Shape;108;p31">
            <a:extLst>
              <a:ext uri="{FF2B5EF4-FFF2-40B4-BE49-F238E27FC236}">
                <a16:creationId xmlns:a16="http://schemas.microsoft.com/office/drawing/2014/main" id="{C95FA564-6077-44A1-907B-CC06A3417B4A}"/>
              </a:ext>
            </a:extLst>
          </p:cNvPr>
          <p:cNvGraphicFramePr/>
          <p:nvPr/>
        </p:nvGraphicFramePr>
        <p:xfrm>
          <a:off x="2464814" y="2376747"/>
          <a:ext cx="621760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7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-13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-11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12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14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24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24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100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102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Google Shape;109;p31">
            <a:extLst>
              <a:ext uri="{FF2B5EF4-FFF2-40B4-BE49-F238E27FC236}">
                <a16:creationId xmlns:a16="http://schemas.microsoft.com/office/drawing/2014/main" id="{4A95873C-64B6-47E9-B120-76947A51C415}"/>
              </a:ext>
            </a:extLst>
          </p:cNvPr>
          <p:cNvSpPr txBox="1"/>
          <p:nvPr/>
        </p:nvSpPr>
        <p:spPr>
          <a:xfrm>
            <a:off x="1037756" y="3389083"/>
            <a:ext cx="9731844" cy="2402118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Silly algorithm: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Every possible pair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28084-331A-47B9-BF17-3D088696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CC37B2-564E-4339-B6D5-15912FB5B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143D4F7C-4563-4B5B-BEB9-34D3461AD4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Logo COP3530">
              <a:extLst>
                <a:ext uri="{FF2B5EF4-FFF2-40B4-BE49-F238E27FC236}">
                  <a16:creationId xmlns:a16="http://schemas.microsoft.com/office/drawing/2014/main" id="{B4BA3060-3D34-46C2-AB61-407EF15C14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EE2E91F-6BF7-112B-0F9A-5095C400BDB9}"/>
              </a:ext>
            </a:extLst>
          </p:cNvPr>
          <p:cNvSpPr/>
          <p:nvPr/>
        </p:nvSpPr>
        <p:spPr>
          <a:xfrm>
            <a:off x="1037757" y="1714653"/>
            <a:ext cx="65464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ea typeface="+mn-ea"/>
                <a:cs typeface="+mn-cs"/>
              </a:rPr>
              <a:t>Problem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: Determine if a sorted array contains any duplicates.</a:t>
            </a:r>
          </a:p>
        </p:txBody>
      </p:sp>
    </p:spTree>
    <p:extLst>
      <p:ext uri="{BB962C8B-B14F-4D97-AF65-F5344CB8AC3E}">
        <p14:creationId xmlns:p14="http://schemas.microsoft.com/office/powerpoint/2010/main" val="1494599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Multiple Ways of Solving a Problem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aphicFrame>
        <p:nvGraphicFramePr>
          <p:cNvPr id="9" name="Google Shape;108;p31">
            <a:extLst>
              <a:ext uri="{FF2B5EF4-FFF2-40B4-BE49-F238E27FC236}">
                <a16:creationId xmlns:a16="http://schemas.microsoft.com/office/drawing/2014/main" id="{C95FA564-6077-44A1-907B-CC06A3417B4A}"/>
              </a:ext>
            </a:extLst>
          </p:cNvPr>
          <p:cNvGraphicFramePr/>
          <p:nvPr/>
        </p:nvGraphicFramePr>
        <p:xfrm>
          <a:off x="2464814" y="2376747"/>
          <a:ext cx="621760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7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-13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-11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12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14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24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24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100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102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Google Shape;109;p31">
            <a:extLst>
              <a:ext uri="{FF2B5EF4-FFF2-40B4-BE49-F238E27FC236}">
                <a16:creationId xmlns:a16="http://schemas.microsoft.com/office/drawing/2014/main" id="{4A95873C-64B6-47E9-B120-76947A51C415}"/>
              </a:ext>
            </a:extLst>
          </p:cNvPr>
          <p:cNvSpPr txBox="1"/>
          <p:nvPr/>
        </p:nvSpPr>
        <p:spPr>
          <a:xfrm>
            <a:off x="1037756" y="3389083"/>
            <a:ext cx="9731844" cy="2402118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Silly algorithm: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Every possible pair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Better algorithm: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Compare adjacents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00B85-A251-4FE1-99EC-FCECAA95A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AD7A58-97CC-4CFD-9531-182CFC508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EF7A0917-91DC-40E7-9041-A737A9FE86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Logo COP3530">
              <a:extLst>
                <a:ext uri="{FF2B5EF4-FFF2-40B4-BE49-F238E27FC236}">
                  <a16:creationId xmlns:a16="http://schemas.microsoft.com/office/drawing/2014/main" id="{03460EFC-9B1A-4947-BE4E-72406AEA2A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5004DB6-C900-24EF-4DCC-95903ED55D76}"/>
              </a:ext>
            </a:extLst>
          </p:cNvPr>
          <p:cNvSpPr/>
          <p:nvPr/>
        </p:nvSpPr>
        <p:spPr>
          <a:xfrm>
            <a:off x="1037757" y="1714653"/>
            <a:ext cx="65464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ea typeface="+mn-ea"/>
                <a:cs typeface="+mn-cs"/>
              </a:rPr>
              <a:t>Problem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: Determine if a sorted array contains any duplicates.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5A3AC0-22D3-3540-D555-70F03CB70D7C}"/>
              </a:ext>
            </a:extLst>
          </p:cNvPr>
          <p:cNvSpPr txBox="1"/>
          <p:nvPr/>
        </p:nvSpPr>
        <p:spPr>
          <a:xfrm>
            <a:off x="4155142" y="6306509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https://onlinegdb.com/SHYJzMAxD</a:t>
            </a:r>
            <a:r>
              <a:rPr lang="en-US" u="sng" dirty="0">
                <a:solidFill>
                  <a:schemeClr val="accent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60681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Multiple Ways of Solving a Problem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aphicFrame>
        <p:nvGraphicFramePr>
          <p:cNvPr id="9" name="Google Shape;108;p31">
            <a:extLst>
              <a:ext uri="{FF2B5EF4-FFF2-40B4-BE49-F238E27FC236}">
                <a16:creationId xmlns:a16="http://schemas.microsoft.com/office/drawing/2014/main" id="{C95FA564-6077-44A1-907B-CC06A3417B4A}"/>
              </a:ext>
            </a:extLst>
          </p:cNvPr>
          <p:cNvGraphicFramePr/>
          <p:nvPr/>
        </p:nvGraphicFramePr>
        <p:xfrm>
          <a:off x="2464814" y="2376747"/>
          <a:ext cx="621760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7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-13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-11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12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14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24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24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100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81E2"/>
                          </a:solidFill>
                        </a:rPr>
                        <a:t>102</a:t>
                      </a:r>
                      <a:endParaRPr dirty="0">
                        <a:solidFill>
                          <a:srgbClr val="0081E2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6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Google Shape;109;p31">
            <a:extLst>
              <a:ext uri="{FF2B5EF4-FFF2-40B4-BE49-F238E27FC236}">
                <a16:creationId xmlns:a16="http://schemas.microsoft.com/office/drawing/2014/main" id="{4A95873C-64B6-47E9-B120-76947A51C415}"/>
              </a:ext>
            </a:extLst>
          </p:cNvPr>
          <p:cNvSpPr txBox="1"/>
          <p:nvPr/>
        </p:nvSpPr>
        <p:spPr>
          <a:xfrm>
            <a:off x="1037756" y="3389083"/>
            <a:ext cx="9731844" cy="2402118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Silly algorithm: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Every possible pair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Better algorithm: </a:t>
            </a:r>
            <a:r>
              <a: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Compare adjacents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A16477-2FBF-4C6A-8BE1-E555047D5E33}"/>
              </a:ext>
            </a:extLst>
          </p:cNvPr>
          <p:cNvSpPr/>
          <p:nvPr/>
        </p:nvSpPr>
        <p:spPr>
          <a:xfrm>
            <a:off x="547906" y="5890478"/>
            <a:ext cx="107115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Now that we know, that there are multiple ways to solve a problem,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how do we evaluate which one is better?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23434-397B-4CCB-8F43-9F08C176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86BAA0A-84DC-479A-9629-F5495B3CD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DBC26547-9D5C-48BD-B50D-52D257FCCB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Logo COP3530">
              <a:extLst>
                <a:ext uri="{FF2B5EF4-FFF2-40B4-BE49-F238E27FC236}">
                  <a16:creationId xmlns:a16="http://schemas.microsoft.com/office/drawing/2014/main" id="{38F536C6-1540-40C1-AA7F-34EE12F9EF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CB39DD4-544B-043C-FBE4-2059A6280F5C}"/>
              </a:ext>
            </a:extLst>
          </p:cNvPr>
          <p:cNvSpPr/>
          <p:nvPr/>
        </p:nvSpPr>
        <p:spPr>
          <a:xfrm>
            <a:off x="1037757" y="1714653"/>
            <a:ext cx="65464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ea typeface="+mn-ea"/>
                <a:cs typeface="+mn-cs"/>
              </a:rPr>
              <a:t>Problem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: Determine if a sorted array contains any duplicates.</a:t>
            </a:r>
          </a:p>
        </p:txBody>
      </p:sp>
    </p:spTree>
    <p:extLst>
      <p:ext uri="{BB962C8B-B14F-4D97-AF65-F5344CB8AC3E}">
        <p14:creationId xmlns:p14="http://schemas.microsoft.com/office/powerpoint/2010/main" val="3083271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531641-16F1-4164-A135-CD969F52C46A}"/>
              </a:ext>
            </a:extLst>
          </p:cNvPr>
          <p:cNvSpPr/>
          <p:nvPr/>
        </p:nvSpPr>
        <p:spPr>
          <a:xfrm>
            <a:off x="1292567" y="1248076"/>
            <a:ext cx="1071154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Are all programs/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algorithms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 equal in terms of 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performance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?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49354B-4C80-49DD-ABE9-B651F7AB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B656C7-5AEC-4AEF-B846-C3615222C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8A03974-6834-43EE-AF1F-B1C87E428A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C5FCD84E-4814-4B7B-BA47-E74EE23876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8968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Performance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1638301" y="2079563"/>
            <a:ext cx="89153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In terms of what?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531641-16F1-4164-A135-CD969F52C46A}"/>
              </a:ext>
            </a:extLst>
          </p:cNvPr>
          <p:cNvSpPr/>
          <p:nvPr/>
        </p:nvSpPr>
        <p:spPr>
          <a:xfrm>
            <a:off x="547906" y="6027577"/>
            <a:ext cx="10711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Are all programs/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algorithms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 equal in terms of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performance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C3D565-452E-4297-9751-0EAB310C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926F4DB-3B5F-47DA-B9CA-5342EEAC5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644192C9-54D1-4F15-ADE2-A3C074FCBF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022FC8AF-CD90-415D-8B0C-1F5ADAB90D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3094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Performance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1638301" y="2079563"/>
            <a:ext cx="8915398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In terms of what?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ea typeface="+mn-ea"/>
                <a:cs typeface="Mangal" panose="02040503050203030202" pitchFamily="18" charset="0"/>
              </a:rPr>
              <a:t>Time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ea typeface="+mn-ea"/>
              <a:cs typeface="Mangal" panose="02040503050203030202" pitchFamily="18" charset="0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ea typeface="+mn-ea"/>
                <a:cs typeface="Mangal" panose="02040503050203030202" pitchFamily="18" charset="0"/>
              </a:rPr>
              <a:t>Space</a:t>
            </a:r>
            <a:endParaRPr lang="en-US" sz="2800" dirty="0">
              <a:solidFill>
                <a:srgbClr val="EB6E19"/>
              </a:solidFill>
              <a:cs typeface="Mangal" panose="02040503050203030202" pitchFamily="18" charset="0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ea typeface="+mn-ea"/>
                <a:cs typeface="Mangal" panose="02040503050203030202" pitchFamily="18" charset="0"/>
              </a:rPr>
              <a:t>Energy Consumption</a:t>
            </a:r>
            <a:endParaRPr lang="en-US" sz="2800" dirty="0">
              <a:solidFill>
                <a:srgbClr val="EB6E19"/>
              </a:solidFill>
              <a:cs typeface="Mangal" panose="02040503050203030202" pitchFamily="18" charset="0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ea typeface="+mn-ea"/>
                <a:cs typeface="Mangal" panose="02040503050203030202" pitchFamily="18" charset="0"/>
              </a:rPr>
              <a:t>Error Rates (Approximation Algorithms)</a:t>
            </a: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531641-16F1-4164-A135-CD969F52C46A}"/>
              </a:ext>
            </a:extLst>
          </p:cNvPr>
          <p:cNvSpPr/>
          <p:nvPr/>
        </p:nvSpPr>
        <p:spPr>
          <a:xfrm>
            <a:off x="547906" y="6027577"/>
            <a:ext cx="10711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Are all programs/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algorithms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 equal in terms of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performance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997A8-C420-461B-B1EA-BF042539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582B90-A6DF-49F4-9212-B7C734341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D24A4850-6C10-420E-A84B-BDEAAA7845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91BBF2A4-52E3-44BC-BCE5-387D25CE49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7449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Why do we care about algorithms?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b="1" dirty="0">
                <a:solidFill>
                  <a:schemeClr val="bg1"/>
                </a:solidFill>
                <a:latin typeface="Gotham Bold" pitchFamily="50" charset="0"/>
              </a:rPr>
            </a:br>
            <a:endParaRPr lang="en-US" b="1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BCA0B8-3341-496A-B880-2D9442E7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8E039F-00B4-4A7D-B90C-0FB9AAD5E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AB1FA1F3-46C4-4731-91E8-B0F95D8B26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Logo COP3530">
              <a:extLst>
                <a:ext uri="{FF2B5EF4-FFF2-40B4-BE49-F238E27FC236}">
                  <a16:creationId xmlns:a16="http://schemas.microsoft.com/office/drawing/2014/main" id="{B3C4408B-2F85-4FDF-B535-3CA9FE81E7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4685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Why do we care about algorithms?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0633AC2-8029-4401-A3C1-0D7E5112C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26673" y="1781741"/>
            <a:ext cx="5426527" cy="4216539"/>
            <a:chOff x="1126673" y="1781741"/>
            <a:chExt cx="5426527" cy="421653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ED48729-73AC-4C0D-A1FE-AEFDB5934BD8}"/>
                </a:ext>
              </a:extLst>
            </p:cNvPr>
            <p:cNvSpPr/>
            <p:nvPr/>
          </p:nvSpPr>
          <p:spPr>
            <a:xfrm>
              <a:off x="1126673" y="1781741"/>
              <a:ext cx="3826327" cy="42165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endParaRPr>
            </a:p>
            <a:p>
              <a:pPr marL="1028700" marR="0" lvl="1" indent="-5715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Mangal" panose="02040503050203030202" pitchFamily="18" charset="0"/>
                </a:rPr>
                <a:t>Knowing</a:t>
              </a:r>
            </a:p>
            <a:p>
              <a:pPr marL="1028700" marR="0" lvl="1" indent="-5715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endParaRPr>
            </a:p>
            <a:p>
              <a:pPr marL="1028700" marR="0" lvl="1" indent="-5715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Mangal" panose="02040503050203030202" pitchFamily="18" charset="0"/>
                </a:rPr>
                <a:t>Experiencing</a:t>
              </a:r>
            </a:p>
            <a:p>
              <a:pPr marL="1028700" marR="0" lvl="1" indent="-5715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endParaRPr>
            </a:p>
            <a:p>
              <a:pPr marL="1028700" marR="0" lvl="1" indent="-5715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Mangal" panose="02040503050203030202" pitchFamily="18" charset="0"/>
                </a:rPr>
                <a:t>Selling</a:t>
              </a:r>
            </a:p>
            <a:p>
              <a:pPr marL="1028700" marR="0" lvl="1" indent="-5715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endParaRPr>
            </a:p>
            <a:p>
              <a:pPr marL="1028700" marR="0" lvl="1" indent="-5715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Mangal" panose="02040503050203030202" pitchFamily="18" charset="0"/>
                </a:rPr>
                <a:t>Cost</a:t>
              </a:r>
            </a:p>
            <a:p>
              <a:pPr marL="1028700" marR="0" lvl="1" indent="-5715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39CC526-8685-4EF2-98C5-C8DCB4FACA47}"/>
                </a:ext>
              </a:extLst>
            </p:cNvPr>
            <p:cNvGrpSpPr/>
            <p:nvPr/>
          </p:nvGrpSpPr>
          <p:grpSpPr>
            <a:xfrm>
              <a:off x="3477708" y="2018545"/>
              <a:ext cx="3075492" cy="3685569"/>
              <a:chOff x="3477708" y="2018545"/>
              <a:chExt cx="3075492" cy="3685569"/>
            </a:xfrm>
          </p:grpSpPr>
          <p:pic>
            <p:nvPicPr>
              <p:cNvPr id="7" name="Graphic 6" descr="Flying Money">
                <a:extLst>
                  <a:ext uri="{FF2B5EF4-FFF2-40B4-BE49-F238E27FC236}">
                    <a16:creationId xmlns:a16="http://schemas.microsoft.com/office/drawing/2014/main" id="{3922ED8E-689C-49BD-A795-C189C5D7A5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495800" y="392505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9" name="Graphic 8" descr="Coins">
                <a:extLst>
                  <a:ext uri="{FF2B5EF4-FFF2-40B4-BE49-F238E27FC236}">
                    <a16:creationId xmlns:a16="http://schemas.microsoft.com/office/drawing/2014/main" id="{18A44012-D843-4F2B-8B50-EE3202D1DC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477708" y="4996826"/>
                <a:ext cx="707288" cy="707288"/>
              </a:xfrm>
              <a:prstGeom prst="rect">
                <a:avLst/>
              </a:prstGeom>
            </p:spPr>
          </p:pic>
          <p:pic>
            <p:nvPicPr>
              <p:cNvPr id="11" name="Graphic 10" descr="Ui Ux">
                <a:extLst>
                  <a:ext uri="{FF2B5EF4-FFF2-40B4-BE49-F238E27FC236}">
                    <a16:creationId xmlns:a16="http://schemas.microsoft.com/office/drawing/2014/main" id="{CF8BBF55-1888-4FC2-B0C4-22FD445E4F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38800" y="293294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3" name="Graphic 12" descr="Lightbulb and gear">
                <a:extLst>
                  <a:ext uri="{FF2B5EF4-FFF2-40B4-BE49-F238E27FC236}">
                    <a16:creationId xmlns:a16="http://schemas.microsoft.com/office/drawing/2014/main" id="{CDA22B24-1E6B-4A3C-82E8-C3BE97E35A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353729" y="2018545"/>
                <a:ext cx="914400" cy="914400"/>
              </a:xfrm>
              <a:prstGeom prst="rect">
                <a:avLst/>
              </a:prstGeom>
            </p:spPr>
          </p:pic>
        </p:grpSp>
      </p:grpSp>
      <p:pic>
        <p:nvPicPr>
          <p:cNvPr id="17" name="Picture 16" descr="Got Paid Chicken">
            <a:extLst>
              <a:ext uri="{FF2B5EF4-FFF2-40B4-BE49-F238E27FC236}">
                <a16:creationId xmlns:a16="http://schemas.microsoft.com/office/drawing/2014/main" id="{87FFC8C5-6D3B-4E7C-8E66-9A41D421FE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729" y="4985569"/>
            <a:ext cx="1750545" cy="175054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BCA0B8-3341-496A-B880-2D9442E7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B078F6-1390-4666-8DE6-5C144777C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BF407373-7EF4-4835-AFF8-89821CCD30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AB578792-6AC8-4BFB-B7A4-223032D9FF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3574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 Simple Example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pic>
        <p:nvPicPr>
          <p:cNvPr id="4" name="Picture 3" descr="screenshot of google drive data stored in 2018 - 9.7 GB">
            <a:extLst>
              <a:ext uri="{FF2B5EF4-FFF2-40B4-BE49-F238E27FC236}">
                <a16:creationId xmlns:a16="http://schemas.microsoft.com/office/drawing/2014/main" id="{B4B57751-8351-4661-9ADA-0945918A27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986" y="1991545"/>
            <a:ext cx="5947051" cy="158985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F99E32-958A-4839-8271-08B4E31D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1CC2D0B-0EB7-4E3F-ACD5-E45255A94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89B82F4F-382E-4D13-B4AF-116D6343A4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EB32DD61-079B-493E-BEAB-877C13F59C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0688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 Simple Example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B57751-8351-4661-9ADA-0945918A2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986" y="1991545"/>
            <a:ext cx="5947051" cy="15898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24E221-BA20-4284-9A13-664B7B23F497}"/>
              </a:ext>
            </a:extLst>
          </p:cNvPr>
          <p:cNvSpPr/>
          <p:nvPr/>
        </p:nvSpPr>
        <p:spPr>
          <a:xfrm>
            <a:off x="926926" y="1543746"/>
            <a:ext cx="4883852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Google has 2 billion active users</a:t>
            </a: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Conservative estimate ~ 1 GB of data/user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Total Data (Space): 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61AAFA-F62A-44DB-BC29-2F0E09E31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8737B87-78AE-4D56-801F-E297E7EC4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17960CFC-3657-4FF0-873C-7353188B1C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009F8C70-DC94-414F-B209-28322E3978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5943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 Simple Example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B57751-8351-4661-9ADA-0945918A2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986" y="1991545"/>
            <a:ext cx="5947051" cy="15898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24E221-BA20-4284-9A13-664B7B23F497}"/>
              </a:ext>
            </a:extLst>
          </p:cNvPr>
          <p:cNvSpPr/>
          <p:nvPr/>
        </p:nvSpPr>
        <p:spPr>
          <a:xfrm>
            <a:off x="926926" y="1543746"/>
            <a:ext cx="488385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Google has 2 billion active users</a:t>
            </a: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Conservative estimate ~ 1 GB of data/user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Total Data (Space): 2 Exabytes 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Total Time: </a:t>
            </a: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2C43B-DFAA-4589-86C1-8F97FC8D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B0DB66-26E3-4561-ABF6-C6C5D7036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7F1C8BA6-54B1-407B-9E98-35E72D7C68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F8EBEA6C-17C9-4E26-826E-8FFFB395ED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677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 Simple Example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B57751-8351-4661-9ADA-0945918A2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986" y="1991545"/>
            <a:ext cx="5947051" cy="15898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24E221-BA20-4284-9A13-664B7B23F497}"/>
              </a:ext>
            </a:extLst>
          </p:cNvPr>
          <p:cNvSpPr/>
          <p:nvPr/>
        </p:nvSpPr>
        <p:spPr>
          <a:xfrm>
            <a:off x="926926" y="1543746"/>
            <a:ext cx="488385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Google has 2 billion active users</a:t>
            </a: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Conservative estimate ~ 1 GB of data/user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Total Data (Space): 2 Exabytes 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Total Time: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Operation Speed: 0.5 ns</a:t>
            </a: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Linear Search</a:t>
            </a: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Binary 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8AA81B-3152-429C-86F6-502E4320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37E7C9-1499-4F6C-920B-D7C2AA989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BDDABB6-3FE8-476A-B585-3D68147486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7CE5306E-813D-4FD8-8EC7-15568191A8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7672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 Simple Example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B57751-8351-4661-9ADA-0945918A2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986" y="1991545"/>
            <a:ext cx="5947051" cy="15898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24E221-BA20-4284-9A13-664B7B23F497}"/>
              </a:ext>
            </a:extLst>
          </p:cNvPr>
          <p:cNvSpPr/>
          <p:nvPr/>
        </p:nvSpPr>
        <p:spPr>
          <a:xfrm>
            <a:off x="926926" y="1543746"/>
            <a:ext cx="551145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Google has 2 billion active users</a:t>
            </a: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Conservative estimate ~ 1 GB of data/user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Total Data (Space): 2 Exabytes 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Total Time: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Operation Speed: 0.5 ns</a:t>
            </a: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Linear Search: 11574 days or 31 years</a:t>
            </a: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Mangal" panose="02040503050203030202" pitchFamily="18" charset="0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Mangal" panose="02040503050203030202" pitchFamily="18" charset="0"/>
              </a:rPr>
              <a:t>Binary Search: 31s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C20A03-68EE-4628-9A0C-7B584D67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24C16D7-0C2B-4053-B855-5B511B5C7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7888D101-D85F-44F5-A390-21F9EF7232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AAD8B457-9D8D-4FB8-B983-5B9A2944C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3390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531641-16F1-4164-A135-CD969F52C46A}"/>
              </a:ext>
            </a:extLst>
          </p:cNvPr>
          <p:cNvSpPr/>
          <p:nvPr/>
        </p:nvSpPr>
        <p:spPr>
          <a:xfrm>
            <a:off x="1172496" y="843677"/>
            <a:ext cx="1004045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In short, we care about 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performance</a:t>
            </a:r>
            <a:r>
              <a:rPr lang="en-US" sz="6600" dirty="0">
                <a:solidFill>
                  <a:srgbClr val="EB6E19"/>
                </a:solidFill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 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600" dirty="0">
              <a:solidFill>
                <a:srgbClr val="EB6E19"/>
              </a:solidFill>
              <a:latin typeface="Gotham Bold" pitchFamily="5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cs typeface="Mangal" panose="02040503050203030202" pitchFamily="18" charset="0"/>
              </a:rPr>
              <a:t>So, how do we measure 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 Bold" pitchFamily="50" charset="0"/>
                <a:cs typeface="Mangal" panose="02040503050203030202" pitchFamily="18" charset="0"/>
              </a:rPr>
              <a:t>performance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cs typeface="Mangal" panose="02040503050203030202" pitchFamily="18" charset="0"/>
              </a:rPr>
              <a:t>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49354B-4C80-49DD-ABE9-B651F7AB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930AF2-9E0D-4E30-989B-77A5AD90B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76CACB57-E1B7-4855-A30B-37C4FC98A3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84529103-9AB2-4F07-BF8F-34D28BA4CD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6096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42" y="473982"/>
            <a:ext cx="11513457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Questions to ask when evaluating programs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7E1C72-2D4E-407B-8135-F471B09CA680}"/>
              </a:ext>
            </a:extLst>
          </p:cNvPr>
          <p:cNvSpPr/>
          <p:nvPr/>
        </p:nvSpPr>
        <p:spPr>
          <a:xfrm>
            <a:off x="1091922" y="1799545"/>
            <a:ext cx="9666514" cy="1955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ea typeface="Calibri" panose="020F0502020204030204" pitchFamily="34" charset="0"/>
                <a:cs typeface="Symbol" panose="05050102010706020507" pitchFamily="18" charset="2"/>
              </a:rPr>
              <a:t>Time: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ea typeface="Calibri" panose="020F0502020204030204" pitchFamily="34" charset="0"/>
                <a:cs typeface="Symbol" panose="05050102010706020507" pitchFamily="18" charset="2"/>
              </a:rPr>
              <a:t>How much time does this take?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ea typeface="Calibri" panose="020F0502020204030204" pitchFamily="34" charset="0"/>
                <a:cs typeface="Symbol" panose="05050102010706020507" pitchFamily="18" charset="2"/>
              </a:rPr>
              <a:t>Space: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ea typeface="Calibri" panose="020F0502020204030204" pitchFamily="34" charset="0"/>
                <a:cs typeface="Symbol" panose="05050102010706020507" pitchFamily="18" charset="2"/>
              </a:rPr>
              <a:t>How much space does this consume?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ea typeface="Calibri" panose="020F0502020204030204" pitchFamily="34" charset="0"/>
                <a:cs typeface="Symbol" panose="05050102010706020507" pitchFamily="18" charset="2"/>
              </a:rPr>
              <a:t>Data: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ea typeface="Calibri" panose="020F0502020204030204" pitchFamily="34" charset="0"/>
                <a:cs typeface="Symbol" panose="05050102010706020507" pitchFamily="18" charset="2"/>
              </a:rPr>
              <a:t>Are there any patterns in our data?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19CA7-AE15-4523-8CF6-84D1BCD91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C45B2A8-6EAF-4923-BA8D-0DFCD238A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EFE36D4C-A379-49C3-A0C0-8BEF35E4E7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24B9404C-2832-4F2A-831D-B0D005B862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2220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1 (Simulation: Timing)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pic>
        <p:nvPicPr>
          <p:cNvPr id="19" name="Graphic 18" descr="Stopwatch 66%">
            <a:extLst>
              <a:ext uri="{FF2B5EF4-FFF2-40B4-BE49-F238E27FC236}">
                <a16:creationId xmlns:a16="http://schemas.microsoft.com/office/drawing/2014/main" id="{CD166889-DBDA-491B-814C-0F44D124F3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1340" y="2101645"/>
            <a:ext cx="3964859" cy="396485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FCA11B-CAB0-4DCD-9B5A-25C112C4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78E7949-A166-4D72-BA12-943ABF421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8234F7B5-3B18-4BB1-851A-E7DC24B4BC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288F41B1-3C23-4CAE-8CFE-7DA16A34D2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2548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1 (Simulation: Timing)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64F0E7-9BBC-4C31-AE94-88AFC1486A0D}"/>
              </a:ext>
            </a:extLst>
          </p:cNvPr>
          <p:cNvGraphicFramePr>
            <a:graphicFrameLocks noGrp="1"/>
          </p:cNvGraphicFramePr>
          <p:nvPr/>
        </p:nvGraphicFramePr>
        <p:xfrm>
          <a:off x="1351409" y="1911715"/>
          <a:ext cx="378179" cy="1155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15533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E649DBB-33F5-4E0C-9920-CEE25CF7C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70264"/>
              </p:ext>
            </p:extLst>
          </p:nvPr>
        </p:nvGraphicFramePr>
        <p:xfrm>
          <a:off x="1729588" y="1911714"/>
          <a:ext cx="3850244" cy="1155335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85024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1553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auto t1 = Clock::now();    for(int i=0; i&lt;</a:t>
                      </a:r>
                      <a:r>
                        <a:rPr lang="en-US" sz="1600" baseline="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1000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; i++);   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auto t2 = Clock::now();   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Print t2-t1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0582150-A689-4603-9359-C6B099693E71}"/>
              </a:ext>
            </a:extLst>
          </p:cNvPr>
          <p:cNvGraphicFramePr>
            <a:graphicFrameLocks noGrp="1"/>
          </p:cNvGraphicFramePr>
          <p:nvPr/>
        </p:nvGraphicFramePr>
        <p:xfrm>
          <a:off x="6475859" y="1911715"/>
          <a:ext cx="378179" cy="1155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15533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809267-1FBF-40F4-8EBF-DC15D778A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111041"/>
              </p:ext>
            </p:extLst>
          </p:nvPr>
        </p:nvGraphicFramePr>
        <p:xfrm>
          <a:off x="6854038" y="1911714"/>
          <a:ext cx="3850244" cy="1155335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85024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1553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auto t1 = Clock::now();    for(int i=0; i&lt;</a:t>
                      </a:r>
                      <a:r>
                        <a:rPr lang="en-US" sz="1600" baseline="0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1000000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; i++);   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auto t2 = Clock::now();   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Print t2-t1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DB60505-9810-42F3-8AC0-E0A07CFBC1D7}"/>
              </a:ext>
            </a:extLst>
          </p:cNvPr>
          <p:cNvSpPr txBox="1"/>
          <p:nvPr/>
        </p:nvSpPr>
        <p:spPr>
          <a:xfrm>
            <a:off x="7712360" y="144833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Code #2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0C4031-40C5-4FFD-9CCE-BFA0CFEE3B0C}"/>
              </a:ext>
            </a:extLst>
          </p:cNvPr>
          <p:cNvSpPr txBox="1"/>
          <p:nvPr/>
        </p:nvSpPr>
        <p:spPr>
          <a:xfrm>
            <a:off x="2587910" y="1445873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Code #1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F2D8C1-F2EB-4B0A-975C-590750E1B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26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EE570AA-541D-425E-BE2D-ECD989099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65B66A96-6DEE-41FC-BAD1-CD48F6F462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Logo COP3530">
              <a:extLst>
                <a:ext uri="{FF2B5EF4-FFF2-40B4-BE49-F238E27FC236}">
                  <a16:creationId xmlns:a16="http://schemas.microsoft.com/office/drawing/2014/main" id="{6646ACED-6E40-4FAF-92A1-43AE5F2FAA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0675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1 (Simulation: Timing)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8588EB-0B9E-43E9-B57E-F45400B8B668}"/>
              </a:ext>
            </a:extLst>
          </p:cNvPr>
          <p:cNvSpPr/>
          <p:nvPr/>
        </p:nvSpPr>
        <p:spPr>
          <a:xfrm>
            <a:off x="3923995" y="6250830"/>
            <a:ext cx="37753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https://onlinegdb.com/BJGAP7I5I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64F0E7-9BBC-4C31-AE94-88AFC1486A0D}"/>
              </a:ext>
            </a:extLst>
          </p:cNvPr>
          <p:cNvGraphicFramePr>
            <a:graphicFrameLocks noGrp="1"/>
          </p:cNvGraphicFramePr>
          <p:nvPr/>
        </p:nvGraphicFramePr>
        <p:xfrm>
          <a:off x="1351409" y="1911715"/>
          <a:ext cx="378179" cy="1155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15533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E649DBB-33F5-4E0C-9920-CEE25CF7C6BD}"/>
              </a:ext>
            </a:extLst>
          </p:cNvPr>
          <p:cNvGraphicFramePr>
            <a:graphicFrameLocks noGrp="1"/>
          </p:cNvGraphicFramePr>
          <p:nvPr/>
        </p:nvGraphicFramePr>
        <p:xfrm>
          <a:off x="1729588" y="1911714"/>
          <a:ext cx="3850244" cy="1155335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85024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1553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auto t1 = Clock::now();    for(int i=0; i&lt;</a:t>
                      </a:r>
                      <a:r>
                        <a:rPr lang="en-US" sz="1600" baseline="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1000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; i++);   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auto t2 = Clock::now();   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Print t2-t1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0582150-A689-4603-9359-C6B099693E71}"/>
              </a:ext>
            </a:extLst>
          </p:cNvPr>
          <p:cNvGraphicFramePr>
            <a:graphicFrameLocks noGrp="1"/>
          </p:cNvGraphicFramePr>
          <p:nvPr/>
        </p:nvGraphicFramePr>
        <p:xfrm>
          <a:off x="6475859" y="1911715"/>
          <a:ext cx="378179" cy="1155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15533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809267-1FBF-40F4-8EBF-DC15D778A763}"/>
              </a:ext>
            </a:extLst>
          </p:cNvPr>
          <p:cNvGraphicFramePr>
            <a:graphicFrameLocks noGrp="1"/>
          </p:cNvGraphicFramePr>
          <p:nvPr/>
        </p:nvGraphicFramePr>
        <p:xfrm>
          <a:off x="6854038" y="1911714"/>
          <a:ext cx="3850244" cy="1155335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85024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1553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auto t1 = Clock::now();    for(int i=0; i&lt;</a:t>
                      </a:r>
                      <a:r>
                        <a:rPr lang="en-US" sz="1600" baseline="0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1000000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; i++);   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auto t2 = Clock::now();    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Print t2-t1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75D915F-7C46-4480-A8BC-45E3CDE17AC0}"/>
              </a:ext>
            </a:extLst>
          </p:cNvPr>
          <p:cNvSpPr/>
          <p:nvPr/>
        </p:nvSpPr>
        <p:spPr>
          <a:xfrm>
            <a:off x="1068705" y="4226540"/>
            <a:ext cx="5982005" cy="120032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Delta t = t2-t1 (1000): 2910 nanoseconds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Delta t = t2-t1 (10000): 27240 nanoseconds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Delta t = t2-t1 (100000): 323090 nanoseconds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Delta t = t2-t1 (1000000): 2761565 nanoseconds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01AC2E-8727-4C8E-BC1B-32C7EFD60129}"/>
              </a:ext>
            </a:extLst>
          </p:cNvPr>
          <p:cNvSpPr txBox="1"/>
          <p:nvPr/>
        </p:nvSpPr>
        <p:spPr>
          <a:xfrm>
            <a:off x="2857195" y="376221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Output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1379662-2722-4849-9DEC-B1E1A1EE9FC7}"/>
              </a:ext>
            </a:extLst>
          </p:cNvPr>
          <p:cNvGraphicFramePr>
            <a:graphicFrameLocks/>
          </p:cNvGraphicFramePr>
          <p:nvPr/>
        </p:nvGraphicFramePr>
        <p:xfrm>
          <a:off x="7050710" y="3514725"/>
          <a:ext cx="4474540" cy="2574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DB60505-9810-42F3-8AC0-E0A07CFBC1D7}"/>
              </a:ext>
            </a:extLst>
          </p:cNvPr>
          <p:cNvSpPr txBox="1"/>
          <p:nvPr/>
        </p:nvSpPr>
        <p:spPr>
          <a:xfrm>
            <a:off x="7712360" y="144833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Code #2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0C4031-40C5-4FFD-9CCE-BFA0CFEE3B0C}"/>
              </a:ext>
            </a:extLst>
          </p:cNvPr>
          <p:cNvSpPr txBox="1"/>
          <p:nvPr/>
        </p:nvSpPr>
        <p:spPr>
          <a:xfrm>
            <a:off x="2587910" y="1445873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Code #1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2856B-7064-4FC0-B162-CCA542B2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27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3EA7BCF-BE14-40A2-B4CC-BE446216A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10A857CF-49E9-417E-82DF-B34281DE17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Logo COP3530">
              <a:extLst>
                <a:ext uri="{FF2B5EF4-FFF2-40B4-BE49-F238E27FC236}">
                  <a16:creationId xmlns:a16="http://schemas.microsoft.com/office/drawing/2014/main" id="{215B6741-1B03-4621-938B-23F354DCD1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5984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1 (Simulation: Timing)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D762EA-64C9-4DCA-876C-097059CF2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28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3B09253-FCC4-44D3-809F-CFE2096FD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7199CFA7-45C3-4B7A-BFD7-E33243CB5B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D1B799BC-25B8-4551-93EA-52F30979A1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6ABE2EB2-9C91-4992-A640-F07BC1A87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949625"/>
              </p:ext>
            </p:extLst>
          </p:nvPr>
        </p:nvGraphicFramePr>
        <p:xfrm>
          <a:off x="1740598" y="2080260"/>
          <a:ext cx="9333802" cy="2428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71791">
                  <a:extLst>
                    <a:ext uri="{9D8B030D-6E8A-4147-A177-3AD203B41FA5}">
                      <a16:colId xmlns:a16="http://schemas.microsoft.com/office/drawing/2014/main" val="3204406286"/>
                    </a:ext>
                  </a:extLst>
                </a:gridCol>
                <a:gridCol w="5862011">
                  <a:extLst>
                    <a:ext uri="{9D8B030D-6E8A-4147-A177-3AD203B41FA5}">
                      <a16:colId xmlns:a16="http://schemas.microsoft.com/office/drawing/2014/main" val="817456498"/>
                    </a:ext>
                  </a:extLst>
                </a:gridCol>
              </a:tblGrid>
              <a:tr h="301589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0081E2"/>
                          </a:solidFill>
                          <a:latin typeface="Gotham Bold" pitchFamily="50" charset="0"/>
                        </a:rPr>
                        <a:t>Pros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EB6E19"/>
                          </a:solidFill>
                          <a:latin typeface="Gotham Bold" pitchFamily="50" charset="0"/>
                        </a:rPr>
                        <a:t>Cons</a:t>
                      </a:r>
                      <a:endParaRPr lang="en-US" sz="2400" b="0" dirty="0">
                        <a:solidFill>
                          <a:srgbClr val="0081E2"/>
                        </a:solidFill>
                        <a:latin typeface="Gotham Bold" pitchFamily="5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81085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endParaRPr lang="en-US" sz="100" b="0" dirty="0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88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0081E2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0081E2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69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0081E2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0081E2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244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0081E2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0081E2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482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0081E2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rgbClr val="EB6E19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172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0081E2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 dirty="0">
                        <a:solidFill>
                          <a:srgbClr val="EB6E19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353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810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1 (Simulation: Timing)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6FC3101-6C7A-43C3-81DC-2FC478811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14830"/>
              </p:ext>
            </p:extLst>
          </p:nvPr>
        </p:nvGraphicFramePr>
        <p:xfrm>
          <a:off x="1740598" y="2080260"/>
          <a:ext cx="9333802" cy="2428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71791">
                  <a:extLst>
                    <a:ext uri="{9D8B030D-6E8A-4147-A177-3AD203B41FA5}">
                      <a16:colId xmlns:a16="http://schemas.microsoft.com/office/drawing/2014/main" val="3204406286"/>
                    </a:ext>
                  </a:extLst>
                </a:gridCol>
                <a:gridCol w="5862011">
                  <a:extLst>
                    <a:ext uri="{9D8B030D-6E8A-4147-A177-3AD203B41FA5}">
                      <a16:colId xmlns:a16="http://schemas.microsoft.com/office/drawing/2014/main" val="817456498"/>
                    </a:ext>
                  </a:extLst>
                </a:gridCol>
              </a:tblGrid>
              <a:tr h="301589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0081E2"/>
                          </a:solidFill>
                          <a:latin typeface="Gotham Bold" pitchFamily="50" charset="0"/>
                        </a:rPr>
                        <a:t>Pros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EB6E19"/>
                          </a:solidFill>
                          <a:latin typeface="Gotham Bold" pitchFamily="50" charset="0"/>
                        </a:rPr>
                        <a:t>Cons</a:t>
                      </a:r>
                      <a:endParaRPr lang="en-US" sz="2400" b="0" dirty="0">
                        <a:solidFill>
                          <a:srgbClr val="0081E2"/>
                        </a:solidFill>
                        <a:latin typeface="Gotham Bold" pitchFamily="5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81085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endParaRPr lang="en-US" sz="100" b="0" dirty="0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88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81E2"/>
                          </a:solidFill>
                          <a:latin typeface="Consolas" panose="020B0609020204030204" pitchFamily="49" charset="0"/>
                        </a:rPr>
                        <a:t>Easy to measure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Results vary across machines</a:t>
                      </a:r>
                      <a:endParaRPr lang="en-US" b="0" dirty="0">
                        <a:solidFill>
                          <a:srgbClr val="0081E2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69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81E2"/>
                          </a:solidFill>
                          <a:latin typeface="Consolas" panose="020B0609020204030204" pitchFamily="49" charset="0"/>
                        </a:rPr>
                        <a:t>Easy to interpret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Compiler dependent</a:t>
                      </a:r>
                      <a:endParaRPr lang="en-US" b="0" dirty="0">
                        <a:solidFill>
                          <a:srgbClr val="0081E2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244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0081E2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Results vary across implementations</a:t>
                      </a:r>
                      <a:endParaRPr lang="en-US" b="0" dirty="0">
                        <a:solidFill>
                          <a:srgbClr val="0081E2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482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0081E2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Not predictable for small inputs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172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rgbClr val="0081E2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No clear relationship between input and time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35371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8BFAA7-D43F-4FB8-A40F-85858BEC2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46C6C99-ABC0-4295-848E-AE8D8B359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360ABCD-7D1C-46EA-8EC4-517DF13409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E39805E5-6F28-4BF6-AA3C-A301638836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9240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2 (Modeling: Counting)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pic>
        <p:nvPicPr>
          <p:cNvPr id="7" name="Graphic 6" descr="Tally">
            <a:extLst>
              <a:ext uri="{FF2B5EF4-FFF2-40B4-BE49-F238E27FC236}">
                <a16:creationId xmlns:a16="http://schemas.microsoft.com/office/drawing/2014/main" id="{B908F74A-A276-42CB-82FD-8F9D0FA638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0118" y="1978740"/>
            <a:ext cx="3986980" cy="398698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38813D-BB5B-4573-9A36-743174DCA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30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2466B0F-FA3F-49A6-AFFC-A5A417FD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35BB0F6E-93D2-45B1-B98C-D5BB0C8042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3775B684-F547-4691-964B-064E72569F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8670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2 (Modeling: Counting)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1233480" y="2036624"/>
            <a:ext cx="60388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Count the number of operations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1B4178-2EFA-4B13-9FDB-F8B6DE6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31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3D26DA6-D1C6-4C35-A342-231EECEAD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94F2FEE-8AA3-40F8-8E7E-1DBC924608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BC560821-D2C3-463E-A77B-F3535EA645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2054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2 (Modeling: Counting)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1233480" y="2036624"/>
            <a:ext cx="60388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Count the number of operations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3F46B7-6BBA-4310-8A3B-06AD0067E6DD}"/>
              </a:ext>
            </a:extLst>
          </p:cNvPr>
          <p:cNvGraphicFramePr>
            <a:graphicFrameLocks noGrp="1"/>
          </p:cNvGraphicFramePr>
          <p:nvPr/>
        </p:nvGraphicFramePr>
        <p:xfrm>
          <a:off x="5699215" y="3046679"/>
          <a:ext cx="3836671" cy="21192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4660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1932011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</a:tblGrid>
              <a:tr h="35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Operation</a:t>
                      </a:r>
                      <a:endParaRPr lang="en-US" sz="1800" b="1" i="0" u="none" strike="noStrike" dirty="0">
                        <a:solidFill>
                          <a:srgbClr val="EB6E1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Symbolic count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sum=0;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81E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i=0;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81E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i&lt;n;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81E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i++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81E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sum += i;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81E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 sum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81E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T(n)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1" i="0" u="none" strike="noStrike" dirty="0">
                        <a:solidFill>
                          <a:srgbClr val="EB6E1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00468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1E9A3C-97D8-432A-9741-014E7338FCF8}"/>
              </a:ext>
            </a:extLst>
          </p:cNvPr>
          <p:cNvGraphicFramePr>
            <a:graphicFrameLocks noGrp="1"/>
          </p:cNvGraphicFramePr>
          <p:nvPr/>
        </p:nvGraphicFramePr>
        <p:xfrm>
          <a:off x="1695596" y="3062089"/>
          <a:ext cx="378179" cy="1155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15533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95E171-8A68-4BB2-8724-2307885A5AFF}"/>
              </a:ext>
            </a:extLst>
          </p:cNvPr>
          <p:cNvGraphicFramePr>
            <a:graphicFrameLocks noGrp="1"/>
          </p:cNvGraphicFramePr>
          <p:nvPr/>
        </p:nvGraphicFramePr>
        <p:xfrm>
          <a:off x="2073775" y="3062088"/>
          <a:ext cx="3058664" cy="1155335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05866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1553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sum=0;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for(int i=0; i&lt;</a:t>
                      </a:r>
                      <a:r>
                        <a:rPr lang="en-US" sz="1600" baseline="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; i++)</a:t>
                      </a:r>
                    </a:p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sum += i;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print sum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D53074-649D-43D5-8B59-572822F02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32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70E6CDB-AAFD-4AAE-8223-199F0180D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92890A4-BFB7-4E2F-914B-E937A1A1DA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4F2B3A42-2E89-48AD-9F95-5B83EB95F2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15761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2 (Modeling: Counting)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1233480" y="2036624"/>
            <a:ext cx="60388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Count the number of operations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3F46B7-6BBA-4310-8A3B-06AD0067E6DD}"/>
              </a:ext>
            </a:extLst>
          </p:cNvPr>
          <p:cNvGraphicFramePr>
            <a:graphicFrameLocks noGrp="1"/>
          </p:cNvGraphicFramePr>
          <p:nvPr/>
        </p:nvGraphicFramePr>
        <p:xfrm>
          <a:off x="5699215" y="3046679"/>
          <a:ext cx="3836671" cy="21192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4660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1932011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</a:tblGrid>
              <a:tr h="35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Operation</a:t>
                      </a:r>
                      <a:endParaRPr lang="en-US" sz="1800" b="1" i="0" u="none" strike="noStrike" dirty="0">
                        <a:solidFill>
                          <a:srgbClr val="EB6E1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Symbolic count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sum=0;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81E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i=0;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81E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i&lt;n;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0…n = n+1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i++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sum += i;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 sum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T(n)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3n+4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00468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1E9A3C-97D8-432A-9741-014E7338FCF8}"/>
              </a:ext>
            </a:extLst>
          </p:cNvPr>
          <p:cNvGraphicFramePr>
            <a:graphicFrameLocks noGrp="1"/>
          </p:cNvGraphicFramePr>
          <p:nvPr/>
        </p:nvGraphicFramePr>
        <p:xfrm>
          <a:off x="1695596" y="3062089"/>
          <a:ext cx="378179" cy="1155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15533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95E171-8A68-4BB2-8724-2307885A5AFF}"/>
              </a:ext>
            </a:extLst>
          </p:cNvPr>
          <p:cNvGraphicFramePr>
            <a:graphicFrameLocks noGrp="1"/>
          </p:cNvGraphicFramePr>
          <p:nvPr/>
        </p:nvGraphicFramePr>
        <p:xfrm>
          <a:off x="2073775" y="3062088"/>
          <a:ext cx="3058664" cy="1155335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05866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1553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sum=0;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for(int i=0; i&lt;</a:t>
                      </a:r>
                      <a:r>
                        <a:rPr lang="en-US" sz="1600" baseline="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; i++)</a:t>
                      </a:r>
                    </a:p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sum += i;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print sum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BE748C-2DB1-45FC-A878-5AE3AB29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33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DF9C91C-C595-4264-9C15-6A5CD2A33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0EF7902-0E84-480B-B312-C818A79C57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9B332DEC-723A-4A05-A1FB-4F133C90A5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91895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2 (Modeling: Counting)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817DAF03-5525-4AE7-BF33-73712F878376}"/>
              </a:ext>
            </a:extLst>
          </p:cNvPr>
          <p:cNvGraphicFramePr>
            <a:graphicFrameLocks noGrp="1"/>
          </p:cNvGraphicFramePr>
          <p:nvPr/>
        </p:nvGraphicFramePr>
        <p:xfrm>
          <a:off x="1740598" y="2080260"/>
          <a:ext cx="8128000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66866">
                  <a:extLst>
                    <a:ext uri="{9D8B030D-6E8A-4147-A177-3AD203B41FA5}">
                      <a16:colId xmlns:a16="http://schemas.microsoft.com/office/drawing/2014/main" val="3204406286"/>
                    </a:ext>
                  </a:extLst>
                </a:gridCol>
                <a:gridCol w="4161134">
                  <a:extLst>
                    <a:ext uri="{9D8B030D-6E8A-4147-A177-3AD203B41FA5}">
                      <a16:colId xmlns:a16="http://schemas.microsoft.com/office/drawing/2014/main" val="1216331672"/>
                    </a:ext>
                  </a:extLst>
                </a:gridCol>
              </a:tblGrid>
              <a:tr h="301589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0081E2"/>
                          </a:solidFill>
                          <a:latin typeface="Gotham Bold" pitchFamily="50" charset="0"/>
                        </a:rPr>
                        <a:t>Pros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EB6E19"/>
                          </a:solidFill>
                          <a:latin typeface="Gotham Bold" pitchFamily="50" charset="0"/>
                        </a:rPr>
                        <a:t>Cons</a:t>
                      </a:r>
                      <a:endParaRPr lang="en-US" sz="2400" b="0" dirty="0">
                        <a:solidFill>
                          <a:srgbClr val="0081E2"/>
                        </a:solidFill>
                        <a:latin typeface="Gotham Bold" pitchFamily="5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81085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" dirty="0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88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81E2"/>
                        </a:solidFill>
                        <a:latin typeface="Gotham Bold" pitchFamily="5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Gotham Bold" pitchFamily="50" charset="0"/>
                          <a:ea typeface="+mn-ea"/>
                          <a:cs typeface="+mn-cs"/>
                        </a:rPr>
                        <a:t>No definition of which op to count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69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rgbClr val="0081E2"/>
                        </a:solidFill>
                        <a:latin typeface="Gotham Bold" pitchFamily="5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Gotham Bold" pitchFamily="50" charset="0"/>
                          <a:ea typeface="+mn-ea"/>
                          <a:cs typeface="+mn-cs"/>
                        </a:rPr>
                        <a:t>Tedious to compute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244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81E2"/>
                        </a:solidFill>
                        <a:latin typeface="Gotham Bold" pitchFamily="5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Gotham Bold" pitchFamily="50" charset="0"/>
                        </a:rPr>
                        <a:t>Results vary across implementations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482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81E2"/>
                        </a:solidFill>
                        <a:latin typeface="Gotham Bold" pitchFamily="5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Gotham Bold" pitchFamily="50" charset="0"/>
                          <a:ea typeface="+mn-ea"/>
                          <a:cs typeface="+mn-cs"/>
                        </a:rPr>
                        <a:t>Doesn’t tell you actual time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17265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F2E050-E7F6-49B9-8298-015E69845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5838E4-34E2-4B15-BFCC-8781B3444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350BA0E3-FB30-4FEF-81E1-3569DACDEF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B7E39FCB-2976-4BA2-A1BE-D482AFF097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64435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2 (Modeling: Counting)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817DAF03-5525-4AE7-BF33-73712F878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378636"/>
              </p:ext>
            </p:extLst>
          </p:nvPr>
        </p:nvGraphicFramePr>
        <p:xfrm>
          <a:off x="1740598" y="2080260"/>
          <a:ext cx="8128000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66866">
                  <a:extLst>
                    <a:ext uri="{9D8B030D-6E8A-4147-A177-3AD203B41FA5}">
                      <a16:colId xmlns:a16="http://schemas.microsoft.com/office/drawing/2014/main" val="3204406286"/>
                    </a:ext>
                  </a:extLst>
                </a:gridCol>
                <a:gridCol w="4161134">
                  <a:extLst>
                    <a:ext uri="{9D8B030D-6E8A-4147-A177-3AD203B41FA5}">
                      <a16:colId xmlns:a16="http://schemas.microsoft.com/office/drawing/2014/main" val="1216331672"/>
                    </a:ext>
                  </a:extLst>
                </a:gridCol>
              </a:tblGrid>
              <a:tr h="301589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0081E2"/>
                          </a:solidFill>
                          <a:latin typeface="Gotham Bold" pitchFamily="50" charset="0"/>
                        </a:rPr>
                        <a:t>Pros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EB6E19"/>
                          </a:solidFill>
                          <a:latin typeface="Gotham Bold" pitchFamily="50" charset="0"/>
                        </a:rPr>
                        <a:t>Cons</a:t>
                      </a:r>
                      <a:endParaRPr lang="en-US" sz="2400" b="0" dirty="0">
                        <a:solidFill>
                          <a:srgbClr val="0081E2"/>
                        </a:solidFill>
                        <a:latin typeface="Gotham Bold" pitchFamily="5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81085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" dirty="0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88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81E2"/>
                          </a:solidFill>
                          <a:latin typeface="Gotham Bold" pitchFamily="50" charset="0"/>
                        </a:rPr>
                        <a:t>Independent of computer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+mn-ea"/>
                          <a:cs typeface="+mn-cs"/>
                        </a:rPr>
                        <a:t>All operations are equal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69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81E2"/>
                          </a:solidFill>
                          <a:latin typeface="Gotham Bold" pitchFamily="50" charset="0"/>
                        </a:rPr>
                        <a:t>Input dependence is captured in model (Scaling)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+mn-ea"/>
                          <a:cs typeface="+mn-cs"/>
                        </a:rPr>
                        <a:t>Tedious to compute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244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81E2"/>
                        </a:solidFill>
                        <a:latin typeface="Gotham Bold" pitchFamily="5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EB6E19"/>
                          </a:solidFill>
                          <a:latin typeface="Gotham Bold" pitchFamily="50" charset="0"/>
                        </a:rPr>
                        <a:t>Results vary across implementations</a:t>
                      </a:r>
                      <a:endParaRPr lang="en-US" dirty="0">
                        <a:solidFill>
                          <a:srgbClr val="0081E2"/>
                        </a:solidFill>
                        <a:latin typeface="Gotham Bold" pitchFamily="5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482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81E2"/>
                        </a:solidFill>
                        <a:latin typeface="Gotham Bold" pitchFamily="5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+mn-ea"/>
                          <a:cs typeface="+mn-cs"/>
                        </a:rPr>
                        <a:t>Doesn’t tell you actual time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17265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83F27A-9E14-489D-8672-ADD2A8FB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AD9BD1B-A486-4D12-8A39-3195F6774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FA38D06E-5254-4A3C-8463-5A9C7A100D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9E209641-C852-4F9E-B632-17BE5E99BB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78753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2 (Modeling: Counting)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784619" y="1576149"/>
            <a:ext cx="60388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Count the number of operations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3F46B7-6BBA-4310-8A3B-06AD0067E6DD}"/>
              </a:ext>
            </a:extLst>
          </p:cNvPr>
          <p:cNvGraphicFramePr>
            <a:graphicFrameLocks noGrp="1"/>
          </p:cNvGraphicFramePr>
          <p:nvPr/>
        </p:nvGraphicFramePr>
        <p:xfrm>
          <a:off x="1292885" y="4114568"/>
          <a:ext cx="3836671" cy="211922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4660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1932011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</a:tblGrid>
              <a:tr h="35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Operation</a:t>
                      </a:r>
                      <a:endParaRPr lang="en-US" sz="1800" b="1" i="0" u="none" strike="noStrike" dirty="0">
                        <a:solidFill>
                          <a:srgbClr val="EB6E1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Symbolic count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sum=0;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81E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i=0;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81E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i&lt;n;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0…n = n+1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i++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sum += i;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 sum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T(n)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3n+4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00468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1E9A3C-97D8-432A-9741-014E7338FCF8}"/>
              </a:ext>
            </a:extLst>
          </p:cNvPr>
          <p:cNvGraphicFramePr>
            <a:graphicFrameLocks noGrp="1"/>
          </p:cNvGraphicFramePr>
          <p:nvPr/>
        </p:nvGraphicFramePr>
        <p:xfrm>
          <a:off x="1303710" y="2469012"/>
          <a:ext cx="378179" cy="1155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15533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95E171-8A68-4BB2-8724-2307885A5AFF}"/>
              </a:ext>
            </a:extLst>
          </p:cNvPr>
          <p:cNvGraphicFramePr>
            <a:graphicFrameLocks noGrp="1"/>
          </p:cNvGraphicFramePr>
          <p:nvPr/>
        </p:nvGraphicFramePr>
        <p:xfrm>
          <a:off x="1681889" y="2469011"/>
          <a:ext cx="3058664" cy="1155335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05866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1553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sum=0;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for(int i=0; i&lt;</a:t>
                      </a:r>
                      <a:r>
                        <a:rPr lang="en-US" sz="1600" baseline="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; i++)</a:t>
                      </a:r>
                    </a:p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sum += i;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print sum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7F83E29-E1FE-4725-842C-D054B8F365BA}"/>
              </a:ext>
            </a:extLst>
          </p:cNvPr>
          <p:cNvSpPr/>
          <p:nvPr/>
        </p:nvSpPr>
        <p:spPr>
          <a:xfrm>
            <a:off x="6096000" y="2469011"/>
            <a:ext cx="3888713" cy="1084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Tedious to compute: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Different variables, so many operations, so many equations!</a:t>
            </a:r>
          </a:p>
        </p:txBody>
      </p:sp>
      <p:pic>
        <p:nvPicPr>
          <p:cNvPr id="11" name="Picture 10" descr="Exhausted O Fox">
            <a:extLst>
              <a:ext uri="{FF2B5EF4-FFF2-40B4-BE49-F238E27FC236}">
                <a16:creationId xmlns:a16="http://schemas.microsoft.com/office/drawing/2014/main" id="{12AA6300-5A3E-4442-913E-E7ACDB6BD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201" y="2901712"/>
            <a:ext cx="2119223" cy="21192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D0DFE0-772E-447D-9096-9C93A328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36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81EBFA7-7FBA-4B11-A695-6C4DB8339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09249AEA-0F1B-4B4F-96AA-AD6ED60E48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Logo COP3530">
              <a:extLst>
                <a:ext uri="{FF2B5EF4-FFF2-40B4-BE49-F238E27FC236}">
                  <a16:creationId xmlns:a16="http://schemas.microsoft.com/office/drawing/2014/main" id="{ED75A3B1-D008-4413-B747-4F49F64507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53785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2 (Modeling: Counting)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784619" y="1576149"/>
            <a:ext cx="60388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Count the number of operations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3F46B7-6BBA-4310-8A3B-06AD0067E6DD}"/>
              </a:ext>
            </a:extLst>
          </p:cNvPr>
          <p:cNvGraphicFramePr>
            <a:graphicFrameLocks noGrp="1"/>
          </p:cNvGraphicFramePr>
          <p:nvPr/>
        </p:nvGraphicFramePr>
        <p:xfrm>
          <a:off x="1292885" y="4114568"/>
          <a:ext cx="3836671" cy="211922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4660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1932011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</a:tblGrid>
              <a:tr h="35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Operation</a:t>
                      </a:r>
                      <a:endParaRPr lang="en-US" sz="1800" b="1" i="0" u="none" strike="noStrike" dirty="0">
                        <a:solidFill>
                          <a:srgbClr val="EB6E1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Symbolic count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sum=0;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81E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i=0;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81E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i&lt;n;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0…n = n+1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i++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sum += i;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 sum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T(n)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3n+4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00468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1E9A3C-97D8-432A-9741-014E7338FCF8}"/>
              </a:ext>
            </a:extLst>
          </p:cNvPr>
          <p:cNvGraphicFramePr>
            <a:graphicFrameLocks noGrp="1"/>
          </p:cNvGraphicFramePr>
          <p:nvPr/>
        </p:nvGraphicFramePr>
        <p:xfrm>
          <a:off x="1303710" y="2469012"/>
          <a:ext cx="378179" cy="1155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15533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95E171-8A68-4BB2-8724-2307885A5AFF}"/>
              </a:ext>
            </a:extLst>
          </p:cNvPr>
          <p:cNvGraphicFramePr>
            <a:graphicFrameLocks noGrp="1"/>
          </p:cNvGraphicFramePr>
          <p:nvPr/>
        </p:nvGraphicFramePr>
        <p:xfrm>
          <a:off x="1681889" y="2469011"/>
          <a:ext cx="3058664" cy="1155335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05866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1553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sum=0;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for(int i=0; i&lt;</a:t>
                      </a:r>
                      <a:r>
                        <a:rPr lang="en-US" sz="1600" baseline="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; i++)</a:t>
                      </a:r>
                    </a:p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sum += i;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print sum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7F83E29-E1FE-4725-842C-D054B8F365BA}"/>
              </a:ext>
            </a:extLst>
          </p:cNvPr>
          <p:cNvSpPr/>
          <p:nvPr/>
        </p:nvSpPr>
        <p:spPr>
          <a:xfrm>
            <a:off x="6096000" y="2469011"/>
            <a:ext cx="3888713" cy="1084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Tedious to compute: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Different variables, so many operations, so many equations!</a:t>
            </a:r>
          </a:p>
        </p:txBody>
      </p:sp>
      <p:pic>
        <p:nvPicPr>
          <p:cNvPr id="11" name="Picture 10" descr="Exhausted O Fox">
            <a:extLst>
              <a:ext uri="{FF2B5EF4-FFF2-40B4-BE49-F238E27FC236}">
                <a16:creationId xmlns:a16="http://schemas.microsoft.com/office/drawing/2014/main" id="{12AA6300-5A3E-4442-913E-E7ACDB6BD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201" y="2901712"/>
            <a:ext cx="2119223" cy="211922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DD634DA-5F38-4B43-B1DD-02FD0A28481B}"/>
              </a:ext>
            </a:extLst>
          </p:cNvPr>
          <p:cNvSpPr/>
          <p:nvPr/>
        </p:nvSpPr>
        <p:spPr>
          <a:xfrm>
            <a:off x="5968721" y="5281851"/>
            <a:ext cx="43693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Can we eliminate the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complexity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or get rid of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extraneous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variables?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B0F26C-3DFC-4DAD-B925-13534600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37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43049E-42BF-4866-A4E2-D6CE80A30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103ACE7F-30DF-4D0B-A2AD-70C4CAFF7E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2B44B24-877B-4A8C-9EE9-5E76085212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71459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842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3 (Asymptotic Behavior: Order        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                                                   of Growth)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</a:t>
            </a:r>
          </a:p>
        </p:txBody>
      </p:sp>
      <p:pic>
        <p:nvPicPr>
          <p:cNvPr id="6" name="Graphic 5" descr="Exponential Graph">
            <a:extLst>
              <a:ext uri="{FF2B5EF4-FFF2-40B4-BE49-F238E27FC236}">
                <a16:creationId xmlns:a16="http://schemas.microsoft.com/office/drawing/2014/main" id="{F5C5BD5E-8DFE-4ED1-B74E-C1B03FF9D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6928" y="2064336"/>
            <a:ext cx="4134465" cy="413446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972C8E-64E2-4B57-AA86-55B2988F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38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14716F4-97EE-4ACE-9D0C-D1ACA53C0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5F0BC380-8FEB-4DD2-AD5D-8E6AC838E5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87D9D8D1-273E-4FC5-ADB7-D28FCF1220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11708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506" y="957978"/>
            <a:ext cx="5944438" cy="5191613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Gotham Bold" pitchFamily="50" charset="0"/>
              </a:rPr>
              <a:t>Which variables should we </a:t>
            </a:r>
            <a:r>
              <a:rPr lang="en-US" sz="7200" dirty="0">
                <a:solidFill>
                  <a:srgbClr val="EB6E19"/>
                </a:solidFill>
                <a:latin typeface="Gotham Bold" pitchFamily="50" charset="0"/>
              </a:rPr>
              <a:t>eliminate</a:t>
            </a:r>
            <a:r>
              <a:rPr lang="en-US" sz="7200" dirty="0">
                <a:solidFill>
                  <a:schemeClr val="bg1"/>
                </a:solidFill>
                <a:latin typeface="Gotham Bold" pitchFamily="50" charset="0"/>
              </a:rPr>
              <a:t>?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4F45DF5-ED4A-4621-9936-789078188F95}"/>
              </a:ext>
            </a:extLst>
          </p:cNvPr>
          <p:cNvGraphicFramePr>
            <a:graphicFrameLocks noGrp="1"/>
          </p:cNvGraphicFramePr>
          <p:nvPr/>
        </p:nvGraphicFramePr>
        <p:xfrm>
          <a:off x="7442477" y="2114947"/>
          <a:ext cx="3836671" cy="211922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4660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1932011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</a:tblGrid>
              <a:tr h="35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Operation</a:t>
                      </a:r>
                      <a:endParaRPr lang="en-US" sz="1800" b="1" i="0" u="none" strike="noStrike" dirty="0">
                        <a:solidFill>
                          <a:srgbClr val="EB6E1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Symbolic count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sum=0;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81E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i=0;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81E2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i&lt;n;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0…n = n+1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i++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sum += i;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kern="120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 sum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 strike="noStrike" kern="1200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T(n)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3n+4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00468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B2A4A1-C935-441C-9575-5877C53D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91DCF3-74A7-41E2-A2EA-DB9ACCB2E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CAA0B311-A018-4642-B2DD-74B06A95E8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13F5D344-11B6-45EB-ACD2-13C703BC7B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95281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Growth of Functions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75426" y="3221815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29D149-C33C-4A97-A2B1-D32ADE4D8281}"/>
              </a:ext>
            </a:extLst>
          </p:cNvPr>
          <p:cNvGraphicFramePr>
            <a:graphicFrameLocks noGrp="1"/>
          </p:cNvGraphicFramePr>
          <p:nvPr/>
        </p:nvGraphicFramePr>
        <p:xfrm>
          <a:off x="492549" y="2093110"/>
          <a:ext cx="11037217" cy="22086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12426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83144008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23095018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864596082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53366465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71727618"/>
                    </a:ext>
                  </a:extLst>
                </a:gridCol>
                <a:gridCol w="1261280">
                  <a:extLst>
                    <a:ext uri="{9D8B030D-6E8A-4147-A177-3AD203B41FA5}">
                      <a16:colId xmlns:a16="http://schemas.microsoft.com/office/drawing/2014/main" val="273996885"/>
                    </a:ext>
                  </a:extLst>
                </a:gridCol>
                <a:gridCol w="1362611">
                  <a:extLst>
                    <a:ext uri="{9D8B030D-6E8A-4147-A177-3AD203B41FA5}">
                      <a16:colId xmlns:a16="http://schemas.microsoft.com/office/drawing/2014/main" val="2091591470"/>
                    </a:ext>
                  </a:extLst>
                </a:gridCol>
              </a:tblGrid>
              <a:tr h="4786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log n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 log n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  <a:endParaRPr lang="en-US" sz="1400" b="0" i="0" u="none" strike="noStrike" baseline="30000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400" b="0" i="0" u="none" strike="noStrike" baseline="30000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n!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2060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2635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926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6024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8BFFAC9-800F-4BAA-B58C-FF9E88959A31}"/>
              </a:ext>
            </a:extLst>
          </p:cNvPr>
          <p:cNvSpPr/>
          <p:nvPr/>
        </p:nvSpPr>
        <p:spPr>
          <a:xfrm rot="16200000">
            <a:off x="-291800" y="3215978"/>
            <a:ext cx="11993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Inputs: 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D918F-F4AA-4C15-929D-847192EA6446}"/>
              </a:ext>
            </a:extLst>
          </p:cNvPr>
          <p:cNvSpPr/>
          <p:nvPr/>
        </p:nvSpPr>
        <p:spPr>
          <a:xfrm>
            <a:off x="5103603" y="1622005"/>
            <a:ext cx="1815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Time, y = T(n)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567AD-04B1-445F-ABE8-7FB901609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40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2E8F52-730E-45A6-8771-495A55FA4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206161A6-0A3A-443C-9501-4FF576DBDD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Logo COP3530">
              <a:extLst>
                <a:ext uri="{FF2B5EF4-FFF2-40B4-BE49-F238E27FC236}">
                  <a16:creationId xmlns:a16="http://schemas.microsoft.com/office/drawing/2014/main" id="{0DD5CFE2-D1F2-4A3C-9EE3-20D55A95B7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30475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Growth of Functions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75426" y="3221815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29D149-C33C-4A97-A2B1-D32ADE4D8281}"/>
              </a:ext>
            </a:extLst>
          </p:cNvPr>
          <p:cNvGraphicFramePr>
            <a:graphicFrameLocks noGrp="1"/>
          </p:cNvGraphicFramePr>
          <p:nvPr/>
        </p:nvGraphicFramePr>
        <p:xfrm>
          <a:off x="492549" y="2093110"/>
          <a:ext cx="11037217" cy="22086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12426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83144008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23095018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864596082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53366465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71727618"/>
                    </a:ext>
                  </a:extLst>
                </a:gridCol>
                <a:gridCol w="1261280">
                  <a:extLst>
                    <a:ext uri="{9D8B030D-6E8A-4147-A177-3AD203B41FA5}">
                      <a16:colId xmlns:a16="http://schemas.microsoft.com/office/drawing/2014/main" val="273996885"/>
                    </a:ext>
                  </a:extLst>
                </a:gridCol>
                <a:gridCol w="1362611">
                  <a:extLst>
                    <a:ext uri="{9D8B030D-6E8A-4147-A177-3AD203B41FA5}">
                      <a16:colId xmlns:a16="http://schemas.microsoft.com/office/drawing/2014/main" val="2091591470"/>
                    </a:ext>
                  </a:extLst>
                </a:gridCol>
              </a:tblGrid>
              <a:tr h="4786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log n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 log n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  <a:endParaRPr lang="en-US" sz="1400" b="0" i="0" u="none" strike="noStrike" baseline="30000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400" b="0" i="0" u="none" strike="noStrike" baseline="30000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n!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2060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2635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926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6024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8BFFAC9-800F-4BAA-B58C-FF9E88959A31}"/>
              </a:ext>
            </a:extLst>
          </p:cNvPr>
          <p:cNvSpPr/>
          <p:nvPr/>
        </p:nvSpPr>
        <p:spPr>
          <a:xfrm rot="16200000">
            <a:off x="-291800" y="3215978"/>
            <a:ext cx="11993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Inputs: 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D918F-F4AA-4C15-929D-847192EA6446}"/>
              </a:ext>
            </a:extLst>
          </p:cNvPr>
          <p:cNvSpPr/>
          <p:nvPr/>
        </p:nvSpPr>
        <p:spPr>
          <a:xfrm>
            <a:off x="5103603" y="1622005"/>
            <a:ext cx="1815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Time, y = T(n)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77EFF-AFE2-4959-A15D-CE3E3EFC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41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3FFF340-E6A6-446F-BF84-9333D2D7B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946BAB52-7503-4FC4-B35F-DCE5CDABBA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Logo COP3530">
              <a:extLst>
                <a:ext uri="{FF2B5EF4-FFF2-40B4-BE49-F238E27FC236}">
                  <a16:creationId xmlns:a16="http://schemas.microsoft.com/office/drawing/2014/main" id="{FE8B2F16-A0D6-428F-A1D6-9A00C1D33B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34275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Growth of Functions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75426" y="3221815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29D149-C33C-4A97-A2B1-D32ADE4D8281}"/>
              </a:ext>
            </a:extLst>
          </p:cNvPr>
          <p:cNvGraphicFramePr>
            <a:graphicFrameLocks noGrp="1"/>
          </p:cNvGraphicFramePr>
          <p:nvPr/>
        </p:nvGraphicFramePr>
        <p:xfrm>
          <a:off x="492549" y="2093110"/>
          <a:ext cx="11037217" cy="22086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12426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83144008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23095018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864596082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53366465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71727618"/>
                    </a:ext>
                  </a:extLst>
                </a:gridCol>
                <a:gridCol w="1261280">
                  <a:extLst>
                    <a:ext uri="{9D8B030D-6E8A-4147-A177-3AD203B41FA5}">
                      <a16:colId xmlns:a16="http://schemas.microsoft.com/office/drawing/2014/main" val="273996885"/>
                    </a:ext>
                  </a:extLst>
                </a:gridCol>
                <a:gridCol w="1362611">
                  <a:extLst>
                    <a:ext uri="{9D8B030D-6E8A-4147-A177-3AD203B41FA5}">
                      <a16:colId xmlns:a16="http://schemas.microsoft.com/office/drawing/2014/main" val="2091591470"/>
                    </a:ext>
                  </a:extLst>
                </a:gridCol>
              </a:tblGrid>
              <a:tr h="4786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log n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 log n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  <a:endParaRPr lang="en-US" sz="1400" b="0" i="0" u="none" strike="noStrike" baseline="30000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400" b="0" i="0" u="none" strike="noStrike" baseline="30000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n!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2060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2635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926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6024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8BFFAC9-800F-4BAA-B58C-FF9E88959A31}"/>
              </a:ext>
            </a:extLst>
          </p:cNvPr>
          <p:cNvSpPr/>
          <p:nvPr/>
        </p:nvSpPr>
        <p:spPr>
          <a:xfrm rot="16200000">
            <a:off x="-291800" y="3215978"/>
            <a:ext cx="11993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Inputs: 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D918F-F4AA-4C15-929D-847192EA6446}"/>
              </a:ext>
            </a:extLst>
          </p:cNvPr>
          <p:cNvSpPr/>
          <p:nvPr/>
        </p:nvSpPr>
        <p:spPr>
          <a:xfrm>
            <a:off x="5103603" y="1622005"/>
            <a:ext cx="1815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Time, y = T(n)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9E868-45D1-4158-BBF7-3A8A3BC7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42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8AAE04-D3F7-4D47-AE36-052726058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369363BE-5367-43D3-A64D-1918F4CA4D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Logo COP3530">
              <a:extLst>
                <a:ext uri="{FF2B5EF4-FFF2-40B4-BE49-F238E27FC236}">
                  <a16:creationId xmlns:a16="http://schemas.microsoft.com/office/drawing/2014/main" id="{BF845875-6C17-4DFE-9E55-65D8816A0F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95937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Growth of Functions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75426" y="3221815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29D149-C33C-4A97-A2B1-D32ADE4D8281}"/>
              </a:ext>
            </a:extLst>
          </p:cNvPr>
          <p:cNvGraphicFramePr>
            <a:graphicFrameLocks noGrp="1"/>
          </p:cNvGraphicFramePr>
          <p:nvPr/>
        </p:nvGraphicFramePr>
        <p:xfrm>
          <a:off x="492549" y="2093110"/>
          <a:ext cx="11037217" cy="22086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12426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83144008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23095018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864596082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53366465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71727618"/>
                    </a:ext>
                  </a:extLst>
                </a:gridCol>
                <a:gridCol w="1261280">
                  <a:extLst>
                    <a:ext uri="{9D8B030D-6E8A-4147-A177-3AD203B41FA5}">
                      <a16:colId xmlns:a16="http://schemas.microsoft.com/office/drawing/2014/main" val="273996885"/>
                    </a:ext>
                  </a:extLst>
                </a:gridCol>
                <a:gridCol w="1362611">
                  <a:extLst>
                    <a:ext uri="{9D8B030D-6E8A-4147-A177-3AD203B41FA5}">
                      <a16:colId xmlns:a16="http://schemas.microsoft.com/office/drawing/2014/main" val="2091591470"/>
                    </a:ext>
                  </a:extLst>
                </a:gridCol>
              </a:tblGrid>
              <a:tr h="4786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log n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 log n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  <a:endParaRPr lang="en-US" sz="1400" b="0" i="0" u="none" strike="noStrike" baseline="30000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400" b="0" i="0" u="none" strike="noStrike" baseline="30000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n!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2060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30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1024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3628800</a:t>
                      </a:r>
                      <a:endParaRPr lang="en-US" sz="1100" b="0" i="0" u="none" strike="noStrike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700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100" b="0" i="0" u="none" strike="noStrike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1.26765E+30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9.3326E+157</a:t>
                      </a:r>
                      <a:endParaRPr lang="en-US" sz="1100" b="0" i="0" u="none" strike="noStrike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1000000000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1.0715E+301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130000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1E+12</a:t>
                      </a:r>
                      <a:endParaRPr lang="en-US" sz="1100" b="0" i="0" u="none" strike="noStrike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1700000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1E+15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20000000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1E+12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1E+18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2635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230000000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1E+14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1E+21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926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7</a:t>
                      </a:r>
                      <a:r>
                        <a:rPr lang="en-US" sz="1100" u="none" strike="noStrike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00000000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1E+16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1E+24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60244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428E233-62F6-4E4A-9F22-152EF694A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07660" y="4667250"/>
            <a:ext cx="8658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9511EAA-8FB2-4959-B4FF-FEF3DD6C8983}"/>
              </a:ext>
            </a:extLst>
          </p:cNvPr>
          <p:cNvSpPr txBox="1"/>
          <p:nvPr/>
        </p:nvSpPr>
        <p:spPr>
          <a:xfrm>
            <a:off x="228601" y="4898241"/>
            <a:ext cx="114585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Order of Growth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gets Faster or Functions rise faster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BFFAC9-800F-4BAA-B58C-FF9E88959A31}"/>
              </a:ext>
            </a:extLst>
          </p:cNvPr>
          <p:cNvSpPr/>
          <p:nvPr/>
        </p:nvSpPr>
        <p:spPr>
          <a:xfrm rot="16200000">
            <a:off x="-291800" y="3215978"/>
            <a:ext cx="11993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Inputs: 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D918F-F4AA-4C15-929D-847192EA6446}"/>
              </a:ext>
            </a:extLst>
          </p:cNvPr>
          <p:cNvSpPr/>
          <p:nvPr/>
        </p:nvSpPr>
        <p:spPr>
          <a:xfrm>
            <a:off x="5103603" y="1622005"/>
            <a:ext cx="1815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Time, y = T(n)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6F1C8-8677-4400-BCCC-A1F5AAAD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43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EACF8BE-EC2D-472C-BD6E-95340B33B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8AF0E401-9A20-4880-AE7D-7EE9EB60C0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Logo COP3530">
              <a:extLst>
                <a:ext uri="{FF2B5EF4-FFF2-40B4-BE49-F238E27FC236}">
                  <a16:creationId xmlns:a16="http://schemas.microsoft.com/office/drawing/2014/main" id="{A440265C-041A-41B6-B749-330FE2A717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95712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75426" y="3221815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182BDD-3250-4014-9EC3-14BDA9F8DE00}"/>
              </a:ext>
            </a:extLst>
          </p:cNvPr>
          <p:cNvSpPr/>
          <p:nvPr/>
        </p:nvSpPr>
        <p:spPr>
          <a:xfrm>
            <a:off x="332335" y="693626"/>
            <a:ext cx="111379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Eliminate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functions that grow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slower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phic 12" descr="Turtle-Slow">
            <a:extLst>
              <a:ext uri="{FF2B5EF4-FFF2-40B4-BE49-F238E27FC236}">
                <a16:creationId xmlns:a16="http://schemas.microsoft.com/office/drawing/2014/main" id="{5451C72C-C70D-4BD3-BC8A-66A60DC902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459" y="4050873"/>
            <a:ext cx="2492222" cy="2492222"/>
          </a:xfrm>
          <a:prstGeom prst="rect">
            <a:avLst/>
          </a:prstGeom>
        </p:spPr>
      </p:pic>
      <p:pic>
        <p:nvPicPr>
          <p:cNvPr id="17" name="Graphic 16" descr="Rabbit-Fast">
            <a:extLst>
              <a:ext uri="{FF2B5EF4-FFF2-40B4-BE49-F238E27FC236}">
                <a16:creationId xmlns:a16="http://schemas.microsoft.com/office/drawing/2014/main" id="{8B645498-5292-4162-BC4B-1DBC7578D4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431308" y="4121212"/>
            <a:ext cx="2059171" cy="2059171"/>
          </a:xfrm>
          <a:prstGeom prst="rect">
            <a:avLst/>
          </a:prstGeom>
        </p:spPr>
      </p:pic>
      <p:cxnSp>
        <p:nvCxnSpPr>
          <p:cNvPr id="18" name="Straight Arrow Connector 17" descr="linear growth">
            <a:extLst>
              <a:ext uri="{FF2B5EF4-FFF2-40B4-BE49-F238E27FC236}">
                <a16:creationId xmlns:a16="http://schemas.microsoft.com/office/drawing/2014/main" id="{A5CE0005-8004-43C8-A368-0886826E569E}"/>
              </a:ext>
            </a:extLst>
          </p:cNvPr>
          <p:cNvCxnSpPr>
            <a:cxnSpLocks/>
          </p:cNvCxnSpPr>
          <p:nvPr/>
        </p:nvCxnSpPr>
        <p:spPr>
          <a:xfrm flipV="1">
            <a:off x="5157897" y="4725476"/>
            <a:ext cx="1691215" cy="1473561"/>
          </a:xfrm>
          <a:prstGeom prst="straightConnector1">
            <a:avLst/>
          </a:prstGeom>
          <a:ln w="50800">
            <a:solidFill>
              <a:srgbClr val="E6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 descr="Eliminate slower function">
            <a:extLst>
              <a:ext uri="{FF2B5EF4-FFF2-40B4-BE49-F238E27FC236}">
                <a16:creationId xmlns:a16="http://schemas.microsoft.com/office/drawing/2014/main" id="{CC6EAA2A-F9AC-452E-A805-919916313602}"/>
              </a:ext>
            </a:extLst>
          </p:cNvPr>
          <p:cNvGrpSpPr/>
          <p:nvPr/>
        </p:nvGrpSpPr>
        <p:grpSpPr>
          <a:xfrm>
            <a:off x="4793854" y="4599667"/>
            <a:ext cx="2214954" cy="1965960"/>
            <a:chOff x="6719570" y="1219200"/>
            <a:chExt cx="1924050" cy="192405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5958855-1E73-4DB9-873E-F2606C585CAC}"/>
                </a:ext>
              </a:extLst>
            </p:cNvPr>
            <p:cNvCxnSpPr/>
            <p:nvPr/>
          </p:nvCxnSpPr>
          <p:spPr>
            <a:xfrm>
              <a:off x="7035800" y="1219200"/>
              <a:ext cx="0" cy="19240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284B583-BB8F-4FFD-9206-E3447E8CBCF1}"/>
                </a:ext>
              </a:extLst>
            </p:cNvPr>
            <p:cNvCxnSpPr/>
            <p:nvPr/>
          </p:nvCxnSpPr>
          <p:spPr>
            <a:xfrm rot="5400000">
              <a:off x="7681595" y="1822450"/>
              <a:ext cx="0" cy="19240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Arc 9">
            <a:extLst>
              <a:ext uri="{FF2B5EF4-FFF2-40B4-BE49-F238E27FC236}">
                <a16:creationId xmlns:a16="http://schemas.microsoft.com/office/drawing/2014/main" id="{0364AE06-60FA-4328-9EE9-15EE61D8E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4813577" y="4965524"/>
            <a:ext cx="1754935" cy="1068286"/>
          </a:xfrm>
          <a:custGeom>
            <a:avLst/>
            <a:gdLst>
              <a:gd name="connsiteX0" fmla="*/ 966292 w 1907474"/>
              <a:gd name="connsiteY0" fmla="*/ 96 h 2217582"/>
              <a:gd name="connsiteX1" fmla="*/ 1907474 w 1907474"/>
              <a:gd name="connsiteY1" fmla="*/ 1108791 h 2217582"/>
              <a:gd name="connsiteX2" fmla="*/ 953737 w 1907474"/>
              <a:gd name="connsiteY2" fmla="*/ 1108791 h 2217582"/>
              <a:gd name="connsiteX3" fmla="*/ 966292 w 1907474"/>
              <a:gd name="connsiteY3" fmla="*/ 96 h 2217582"/>
              <a:gd name="connsiteX0" fmla="*/ 966292 w 1907474"/>
              <a:gd name="connsiteY0" fmla="*/ 96 h 2217582"/>
              <a:gd name="connsiteX1" fmla="*/ 1907474 w 1907474"/>
              <a:gd name="connsiteY1" fmla="*/ 1108791 h 2217582"/>
              <a:gd name="connsiteX0" fmla="*/ 12555 w 967915"/>
              <a:gd name="connsiteY0" fmla="*/ 0 h 1108695"/>
              <a:gd name="connsiteX1" fmla="*/ 953737 w 967915"/>
              <a:gd name="connsiteY1" fmla="*/ 1108695 h 1108695"/>
              <a:gd name="connsiteX2" fmla="*/ 0 w 967915"/>
              <a:gd name="connsiteY2" fmla="*/ 1108695 h 1108695"/>
              <a:gd name="connsiteX3" fmla="*/ 12555 w 967915"/>
              <a:gd name="connsiteY3" fmla="*/ 0 h 1108695"/>
              <a:gd name="connsiteX0" fmla="*/ 12555 w 967915"/>
              <a:gd name="connsiteY0" fmla="*/ 0 h 1108695"/>
              <a:gd name="connsiteX1" fmla="*/ 953737 w 967915"/>
              <a:gd name="connsiteY1" fmla="*/ 1108695 h 1108695"/>
              <a:gd name="connsiteX0" fmla="*/ 12555 w 968634"/>
              <a:gd name="connsiteY0" fmla="*/ 1770 h 1110465"/>
              <a:gd name="connsiteX1" fmla="*/ 953737 w 968634"/>
              <a:gd name="connsiteY1" fmla="*/ 1110465 h 1110465"/>
              <a:gd name="connsiteX2" fmla="*/ 0 w 968634"/>
              <a:gd name="connsiteY2" fmla="*/ 1110465 h 1110465"/>
              <a:gd name="connsiteX3" fmla="*/ 12555 w 968634"/>
              <a:gd name="connsiteY3" fmla="*/ 1770 h 1110465"/>
              <a:gd name="connsiteX0" fmla="*/ 12555 w 968634"/>
              <a:gd name="connsiteY0" fmla="*/ 1770 h 1110465"/>
              <a:gd name="connsiteX1" fmla="*/ 953737 w 968634"/>
              <a:gd name="connsiteY1" fmla="*/ 1110465 h 1110465"/>
              <a:gd name="connsiteX0" fmla="*/ 12555 w 968634"/>
              <a:gd name="connsiteY0" fmla="*/ 1770 h 1110465"/>
              <a:gd name="connsiteX1" fmla="*/ 953737 w 968634"/>
              <a:gd name="connsiteY1" fmla="*/ 1110465 h 1110465"/>
              <a:gd name="connsiteX2" fmla="*/ 0 w 968634"/>
              <a:gd name="connsiteY2" fmla="*/ 1110465 h 1110465"/>
              <a:gd name="connsiteX3" fmla="*/ 12555 w 968634"/>
              <a:gd name="connsiteY3" fmla="*/ 1770 h 1110465"/>
              <a:gd name="connsiteX0" fmla="*/ 12555 w 968634"/>
              <a:gd name="connsiteY0" fmla="*/ 1770 h 1110465"/>
              <a:gd name="connsiteX1" fmla="*/ 953737 w 968634"/>
              <a:gd name="connsiteY1" fmla="*/ 1110465 h 1110465"/>
              <a:gd name="connsiteX0" fmla="*/ 12555 w 956108"/>
              <a:gd name="connsiteY0" fmla="*/ 4267 h 1112962"/>
              <a:gd name="connsiteX1" fmla="*/ 953737 w 956108"/>
              <a:gd name="connsiteY1" fmla="*/ 1112962 h 1112962"/>
              <a:gd name="connsiteX2" fmla="*/ 0 w 956108"/>
              <a:gd name="connsiteY2" fmla="*/ 1112962 h 1112962"/>
              <a:gd name="connsiteX3" fmla="*/ 12555 w 956108"/>
              <a:gd name="connsiteY3" fmla="*/ 4267 h 1112962"/>
              <a:gd name="connsiteX0" fmla="*/ 12555 w 956108"/>
              <a:gd name="connsiteY0" fmla="*/ 4267 h 1112962"/>
              <a:gd name="connsiteX1" fmla="*/ 953737 w 956108"/>
              <a:gd name="connsiteY1" fmla="*/ 1112962 h 1112962"/>
              <a:gd name="connsiteX0" fmla="*/ 12555 w 1062887"/>
              <a:gd name="connsiteY0" fmla="*/ 3651 h 1112346"/>
              <a:gd name="connsiteX1" fmla="*/ 953737 w 1062887"/>
              <a:gd name="connsiteY1" fmla="*/ 1112346 h 1112346"/>
              <a:gd name="connsiteX2" fmla="*/ 0 w 1062887"/>
              <a:gd name="connsiteY2" fmla="*/ 1112346 h 1112346"/>
              <a:gd name="connsiteX3" fmla="*/ 12555 w 1062887"/>
              <a:gd name="connsiteY3" fmla="*/ 3651 h 1112346"/>
              <a:gd name="connsiteX0" fmla="*/ 12555 w 1062887"/>
              <a:gd name="connsiteY0" fmla="*/ 3651 h 1112346"/>
              <a:gd name="connsiteX1" fmla="*/ 953737 w 1062887"/>
              <a:gd name="connsiteY1" fmla="*/ 1112346 h 1112346"/>
              <a:gd name="connsiteX0" fmla="*/ 12555 w 1048150"/>
              <a:gd name="connsiteY0" fmla="*/ 0 h 1108695"/>
              <a:gd name="connsiteX1" fmla="*/ 953737 w 1048150"/>
              <a:gd name="connsiteY1" fmla="*/ 1108695 h 1108695"/>
              <a:gd name="connsiteX2" fmla="*/ 0 w 1048150"/>
              <a:gd name="connsiteY2" fmla="*/ 1108695 h 1108695"/>
              <a:gd name="connsiteX3" fmla="*/ 12555 w 1048150"/>
              <a:gd name="connsiteY3" fmla="*/ 0 h 1108695"/>
              <a:gd name="connsiteX0" fmla="*/ 12555 w 1048150"/>
              <a:gd name="connsiteY0" fmla="*/ 0 h 1108695"/>
              <a:gd name="connsiteX1" fmla="*/ 953737 w 1048150"/>
              <a:gd name="connsiteY1" fmla="*/ 1108695 h 1108695"/>
              <a:gd name="connsiteX0" fmla="*/ 12555 w 1048150"/>
              <a:gd name="connsiteY0" fmla="*/ 2229 h 1110924"/>
              <a:gd name="connsiteX1" fmla="*/ 953737 w 1048150"/>
              <a:gd name="connsiteY1" fmla="*/ 1110924 h 1110924"/>
              <a:gd name="connsiteX2" fmla="*/ 0 w 1048150"/>
              <a:gd name="connsiteY2" fmla="*/ 1110924 h 1110924"/>
              <a:gd name="connsiteX3" fmla="*/ 12555 w 1048150"/>
              <a:gd name="connsiteY3" fmla="*/ 2229 h 1110924"/>
              <a:gd name="connsiteX0" fmla="*/ 12555 w 1048150"/>
              <a:gd name="connsiteY0" fmla="*/ 2229 h 1110924"/>
              <a:gd name="connsiteX1" fmla="*/ 953737 w 1048150"/>
              <a:gd name="connsiteY1" fmla="*/ 1110924 h 1110924"/>
              <a:gd name="connsiteX0" fmla="*/ 12555 w 1073755"/>
              <a:gd name="connsiteY0" fmla="*/ 40659 h 1149354"/>
              <a:gd name="connsiteX1" fmla="*/ 953737 w 1073755"/>
              <a:gd name="connsiteY1" fmla="*/ 1149354 h 1149354"/>
              <a:gd name="connsiteX2" fmla="*/ 0 w 1073755"/>
              <a:gd name="connsiteY2" fmla="*/ 1149354 h 1149354"/>
              <a:gd name="connsiteX3" fmla="*/ 12555 w 1073755"/>
              <a:gd name="connsiteY3" fmla="*/ 40659 h 1149354"/>
              <a:gd name="connsiteX0" fmla="*/ 12555 w 1073755"/>
              <a:gd name="connsiteY0" fmla="*/ 40659 h 1149354"/>
              <a:gd name="connsiteX1" fmla="*/ 953737 w 1073755"/>
              <a:gd name="connsiteY1" fmla="*/ 1149354 h 1149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3755" h="1149354" stroke="0" extrusionOk="0">
                <a:moveTo>
                  <a:pt x="12555" y="40659"/>
                </a:moveTo>
                <a:cubicBezTo>
                  <a:pt x="680401" y="-129155"/>
                  <a:pt x="1353790" y="231528"/>
                  <a:pt x="953737" y="1149354"/>
                </a:cubicBezTo>
                <a:lnTo>
                  <a:pt x="0" y="1149354"/>
                </a:lnTo>
                <a:cubicBezTo>
                  <a:pt x="4185" y="779789"/>
                  <a:pt x="402076" y="-8877"/>
                  <a:pt x="12555" y="40659"/>
                </a:cubicBezTo>
                <a:close/>
              </a:path>
              <a:path w="1073755" h="1149354" fill="none">
                <a:moveTo>
                  <a:pt x="12555" y="40659"/>
                </a:moveTo>
                <a:cubicBezTo>
                  <a:pt x="534348" y="48645"/>
                  <a:pt x="953737" y="542678"/>
                  <a:pt x="953737" y="1149354"/>
                </a:cubicBezTo>
              </a:path>
            </a:pathLst>
          </a:custGeom>
          <a:ln w="50800">
            <a:solidFill>
              <a:srgbClr val="00DA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Isosceles Triangle 25" descr="quadratic growth">
            <a:extLst>
              <a:ext uri="{FF2B5EF4-FFF2-40B4-BE49-F238E27FC236}">
                <a16:creationId xmlns:a16="http://schemas.microsoft.com/office/drawing/2014/main" id="{59301486-0AB6-41DB-AB5C-15287FC8F7D6}"/>
              </a:ext>
            </a:extLst>
          </p:cNvPr>
          <p:cNvSpPr/>
          <p:nvPr/>
        </p:nvSpPr>
        <p:spPr>
          <a:xfrm>
            <a:off x="6106048" y="4572576"/>
            <a:ext cx="164152" cy="202523"/>
          </a:xfrm>
          <a:prstGeom prst="triangle">
            <a:avLst/>
          </a:prstGeom>
          <a:solidFill>
            <a:srgbClr val="00DA63"/>
          </a:solidFill>
          <a:ln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5AFC10-73A0-40DA-81AC-6992B9F2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44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F53AB6-70BE-417E-91D7-4D9E85C58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C9899677-0ED1-44A9-90D1-71F09D564E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Logo COP3530">
              <a:extLst>
                <a:ext uri="{FF2B5EF4-FFF2-40B4-BE49-F238E27FC236}">
                  <a16:creationId xmlns:a16="http://schemas.microsoft.com/office/drawing/2014/main" id="{1670F910-2F5C-4C2D-916A-B7B58C7F1F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70794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842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3 (Asymptotic Behavior: Order        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                                                   of Growth)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</a:t>
            </a:r>
          </a:p>
        </p:txBody>
      </p:sp>
      <p:pic>
        <p:nvPicPr>
          <p:cNvPr id="6" name="Graphic 5" descr="Exponential Graph">
            <a:extLst>
              <a:ext uri="{FF2B5EF4-FFF2-40B4-BE49-F238E27FC236}">
                <a16:creationId xmlns:a16="http://schemas.microsoft.com/office/drawing/2014/main" id="{F5C5BD5E-8DFE-4ED1-B74E-C1B03FF9D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5779" y="1827991"/>
            <a:ext cx="3471591" cy="34715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05A61A-8FC7-4A8B-8700-E025FF9F0FD3}"/>
              </a:ext>
            </a:extLst>
          </p:cNvPr>
          <p:cNvSpPr txBox="1"/>
          <p:nvPr/>
        </p:nvSpPr>
        <p:spPr>
          <a:xfrm>
            <a:off x="1572074" y="5299582"/>
            <a:ext cx="4756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Very Large 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DB3F9-1F91-4B7C-99A0-1E0459D8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927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842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Approach 3 (Asymptotic Behavior: Order        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                                                   of Growth)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</a:t>
            </a:r>
          </a:p>
        </p:txBody>
      </p:sp>
      <p:pic>
        <p:nvPicPr>
          <p:cNvPr id="6" name="Graphic 5" descr="Exponential Graph">
            <a:extLst>
              <a:ext uri="{FF2B5EF4-FFF2-40B4-BE49-F238E27FC236}">
                <a16:creationId xmlns:a16="http://schemas.microsoft.com/office/drawing/2014/main" id="{F5C5BD5E-8DFE-4ED1-B74E-C1B03FF9D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5779" y="1827991"/>
            <a:ext cx="3471591" cy="34715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05A61A-8FC7-4A8B-8700-E025FF9F0FD3}"/>
              </a:ext>
            </a:extLst>
          </p:cNvPr>
          <p:cNvSpPr txBox="1"/>
          <p:nvPr/>
        </p:nvSpPr>
        <p:spPr>
          <a:xfrm>
            <a:off x="1572074" y="5299582"/>
            <a:ext cx="4756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Very Large N</a:t>
            </a:r>
          </a:p>
        </p:txBody>
      </p:sp>
      <p:pic>
        <p:nvPicPr>
          <p:cNvPr id="5" name="Picture 2" descr="Who are we | WHO ARE WE? GATORS WHAT DO WE&#10; WANT? SCALABLE ALGORITHMS WHATS THE INPUT SIZE? N -&gt; ∞ | image tagged in who are we | made w/ Imgflip meme maker">
            <a:extLst>
              <a:ext uri="{FF2B5EF4-FFF2-40B4-BE49-F238E27FC236}">
                <a16:creationId xmlns:a16="http://schemas.microsoft.com/office/drawing/2014/main" id="{C019FE7A-47FD-422F-AB0F-CA39C09F1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181" y="1827991"/>
            <a:ext cx="3473745" cy="384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F43102E-14DF-4811-A998-D36D20964B68}"/>
              </a:ext>
            </a:extLst>
          </p:cNvPr>
          <p:cNvSpPr/>
          <p:nvPr/>
        </p:nvSpPr>
        <p:spPr>
          <a:xfrm>
            <a:off x="7474879" y="6009556"/>
            <a:ext cx="2816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https://imgflip.com/i/3z0jdf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63C80-E5AB-4BEC-B209-A2BC4B150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46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D46239E-827E-46F5-8E33-0EFCA9006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532BF5F9-C2FD-4E1D-A97C-2F54FE660B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746C9221-45E5-4C72-AFA3-2DBF4DA4BE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93535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Notations for Algorithm Complexity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C9FA6B-1D54-4D42-9FA5-6C7868BA4F75}"/>
              </a:ext>
            </a:extLst>
          </p:cNvPr>
          <p:cNvSpPr/>
          <p:nvPr/>
        </p:nvSpPr>
        <p:spPr>
          <a:xfrm>
            <a:off x="973123" y="1826432"/>
            <a:ext cx="11073468" cy="3605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Time - Number of Operations: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        </a:t>
            </a:r>
          </a:p>
          <a:p>
            <a:pPr marL="971550" marR="0" lvl="1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1428750" marR="0" lvl="2" indent="-5143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Big-O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: Upper Bound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1428750" marR="0" lvl="2" indent="-5143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Big-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  <a:sym typeface="Symbol" panose="05050102010706020507" pitchFamily="18" charset="2"/>
              </a:rPr>
              <a:t>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  <a:sym typeface="Symbol" panose="05050102010706020507" pitchFamily="18" charset="2"/>
              </a:rPr>
              <a:t>: Lower Bound </a:t>
            </a:r>
          </a:p>
          <a:p>
            <a:pPr marL="1428750" marR="0" lvl="2" indent="-5143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Big-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  <a:sym typeface="Symbol" panose="05050102010706020507" pitchFamily="18" charset="2"/>
              </a:rPr>
              <a:t>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  <a:sym typeface="Symbol" panose="05050102010706020507" pitchFamily="18" charset="2"/>
              </a:rPr>
              <a:t>: Upper + Lower Bound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F1016E-A6B2-4BFA-A8C7-6D914D75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47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E4C37C-A041-44F6-995C-EA3B56A83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2EE4FCCD-C1C0-4D80-83FD-0E51787AF9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9745512C-6874-458E-9544-419EAF4B5E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83707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Asymptotic Bounding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C9FA6B-1D54-4D42-9FA5-6C7868BA4F75}"/>
              </a:ext>
            </a:extLst>
          </p:cNvPr>
          <p:cNvSpPr/>
          <p:nvPr/>
        </p:nvSpPr>
        <p:spPr>
          <a:xfrm>
            <a:off x="973123" y="1826432"/>
            <a:ext cx="6877622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Line that approaches a curve but never meets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Analysis of tail behavior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-&gt; Infinity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pic>
        <p:nvPicPr>
          <p:cNvPr id="6" name="Picture 5" descr="Graph of Asymptote">
            <a:extLst>
              <a:ext uri="{FF2B5EF4-FFF2-40B4-BE49-F238E27FC236}">
                <a16:creationId xmlns:a16="http://schemas.microsoft.com/office/drawing/2014/main" id="{5A9972BE-0FBE-47ED-82E1-7757B0F1A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529748" y="1826432"/>
            <a:ext cx="4145054" cy="25550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447B77-2CD1-411B-88C7-18735AE7B50D}"/>
              </a:ext>
            </a:extLst>
          </p:cNvPr>
          <p:cNvSpPr txBox="1"/>
          <p:nvPr/>
        </p:nvSpPr>
        <p:spPr>
          <a:xfrm>
            <a:off x="8029181" y="4607788"/>
            <a:ext cx="5212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4" tooltip="https://en.wikipedia.org/wiki/File:Nonlinear_asymptote.sv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by Unknown Author is licensed under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A24E-E7BA-40B5-B03E-EB87687D3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529748" y="3295859"/>
            <a:ext cx="4145054" cy="0"/>
          </a:xfrm>
          <a:prstGeom prst="line">
            <a:avLst/>
          </a:prstGeom>
          <a:ln w="19050">
            <a:solidFill>
              <a:srgbClr val="EB6E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1BC404-9774-425B-8ED7-BF1F30EDA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602275" y="1690688"/>
            <a:ext cx="0" cy="2821022"/>
          </a:xfrm>
          <a:prstGeom prst="line">
            <a:avLst/>
          </a:prstGeom>
          <a:ln w="19050">
            <a:solidFill>
              <a:srgbClr val="EB6E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9863C6-1017-49D1-B360-E079969A2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48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4E3102-C6BC-4715-BE64-7ACBD5AF0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E23DC98C-7011-4073-83EA-FA3FCB03DF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Logo COP3530">
              <a:extLst>
                <a:ext uri="{FF2B5EF4-FFF2-40B4-BE49-F238E27FC236}">
                  <a16:creationId xmlns:a16="http://schemas.microsoft.com/office/drawing/2014/main" id="{548EE4D4-9979-4818-9BCF-772010A179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59715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Big O (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  <a:hlinkClick r:id="rId3"/>
              </a:rPr>
              <a:t>Visualize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0C9FA6B-1D54-4D42-9FA5-6C7868BA4F75}"/>
                  </a:ext>
                </a:extLst>
              </p:cNvPr>
              <p:cNvSpPr/>
              <p:nvPr/>
            </p:nvSpPr>
            <p:spPr>
              <a:xfrm>
                <a:off x="600501" y="1841242"/>
                <a:ext cx="11172399" cy="60016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T(n) </a:t>
                </a:r>
                <a14:m>
                  <m:oMath xmlns:m="http://schemas.openxmlformats.org/officeDocument/2006/math">
                    <m:r>
                      <a:rPr kumimoji="0" lang="pt-BR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EB6E1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pt-BR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O(f(n))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If there exists two positive constants, 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n</a:t>
                </a:r>
                <a:r>
                  <a:rPr kumimoji="0" lang="en-US" sz="2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0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and 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c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, such that 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T(n)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≤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c.f(n) 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for all 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n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≥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n</a:t>
                </a:r>
                <a:r>
                  <a:rPr kumimoji="0" lang="en-US" sz="2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0</a:t>
                </a: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f(n) is an upper bound on performance</a:t>
                </a: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T(n) will grow no faster than constant times f(n)</a:t>
                </a: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Use tighter upper bound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0C9FA6B-1D54-4D42-9FA5-6C7868BA4F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01" y="1841242"/>
                <a:ext cx="11172399" cy="6001643"/>
              </a:xfrm>
              <a:prstGeom prst="rect">
                <a:avLst/>
              </a:prstGeom>
              <a:blipFill>
                <a:blip r:embed="rId4"/>
                <a:stretch>
                  <a:fillRect t="-1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0BDC4-F7AA-4E69-936F-4E0BE6C6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49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90B27D-6DA5-49A9-AA78-4A34AB777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9E441FE-2466-45BA-A4F8-C0C85C91C9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7E2DDB8E-252A-41BF-8B6F-9041272783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36587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Big 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  <a:sym typeface="Symbol" panose="05050102010706020507" pitchFamily="18" charset="2"/>
              </a:rPr>
              <a:t></a:t>
            </a: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0C9FA6B-1D54-4D42-9FA5-6C7868BA4F75}"/>
                  </a:ext>
                </a:extLst>
              </p:cNvPr>
              <p:cNvSpPr/>
              <p:nvPr/>
            </p:nvSpPr>
            <p:spPr>
              <a:xfrm>
                <a:off x="938833" y="1841242"/>
                <a:ext cx="10834067" cy="59400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T(n) </a:t>
                </a:r>
                <a14:m>
                  <m:oMath xmlns:m="http://schemas.openxmlformats.org/officeDocument/2006/math">
                    <m:r>
                      <a:rPr kumimoji="0" lang="pt-BR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EB6E1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pt-BR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  <a:sym typeface="Symbol" panose="05050102010706020507" pitchFamily="18" charset="2"/>
                  </a:rPr>
                  <a:t></a:t>
                </a:r>
                <a:r>
                  <a:rPr kumimoji="0" lang="pt-BR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(g(n))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If there exists two positive constants, 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n</a:t>
                </a:r>
                <a:r>
                  <a:rPr kumimoji="0" lang="en-US" sz="2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0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and 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c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, such that 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T(n)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≥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</a:t>
                </a:r>
                <a:r>
                  <a:rPr kumimoji="0" lang="en-US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c.g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(n) 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for all 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n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≥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n</a:t>
                </a:r>
                <a:r>
                  <a:rPr kumimoji="0" lang="en-US" sz="2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0</a:t>
                </a: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g(n) is a lower bound on growth rate of T(n)</a:t>
                </a: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T(n) will grow no slower than constant times g(n)</a:t>
                </a: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Use tighter lower bound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0C9FA6B-1D54-4D42-9FA5-6C7868BA4F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833" y="1841242"/>
                <a:ext cx="10834067" cy="5940088"/>
              </a:xfrm>
              <a:prstGeom prst="rect">
                <a:avLst/>
              </a:prstGeom>
              <a:blipFill>
                <a:blip r:embed="rId3"/>
                <a:stretch>
                  <a:fillRect t="-1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87ABAD-AEA3-42AA-B38E-04958042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50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F3EC8F7-4C1B-4FC8-B5C8-9F72C4DBC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C2CB273-1061-4C52-870B-A9BA4C69C0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BC1AEEDE-3728-4DB5-B815-10F436C694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42562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Big 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  <a:sym typeface="Symbol" panose="05050102010706020507" pitchFamily="18" charset="2"/>
              </a:rPr>
              <a:t></a:t>
            </a: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0C9FA6B-1D54-4D42-9FA5-6C7868BA4F75}"/>
                  </a:ext>
                </a:extLst>
              </p:cNvPr>
              <p:cNvSpPr/>
              <p:nvPr/>
            </p:nvSpPr>
            <p:spPr>
              <a:xfrm>
                <a:off x="938833" y="1841242"/>
                <a:ext cx="10834067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T(n) </a:t>
                </a:r>
                <a14:m>
                  <m:oMath xmlns:m="http://schemas.openxmlformats.org/officeDocument/2006/math">
                    <m:r>
                      <a:rPr kumimoji="0" lang="pt-BR" sz="3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EB6E1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pt-BR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  <a:sym typeface="Symbol" panose="05050102010706020507" pitchFamily="18" charset="2"/>
                  </a:rPr>
                  <a:t></a:t>
                </a:r>
                <a:r>
                  <a:rPr kumimoji="0" lang="pt-BR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(g(n))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0C9FA6B-1D54-4D42-9FA5-6C7868BA4F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833" y="1841242"/>
                <a:ext cx="10834067" cy="1569660"/>
              </a:xfrm>
              <a:prstGeom prst="rect">
                <a:avLst/>
              </a:prstGeom>
              <a:blipFill>
                <a:blip r:embed="rId3"/>
                <a:stretch>
                  <a:fillRect t="-5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8853F68-63E0-41B2-ACAE-9B1A783B80A4}"/>
                  </a:ext>
                </a:extLst>
              </p:cNvPr>
              <p:cNvSpPr/>
              <p:nvPr/>
            </p:nvSpPr>
            <p:spPr>
              <a:xfrm>
                <a:off x="938832" y="2250675"/>
                <a:ext cx="10834067" cy="40318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If T(n) = O(g(n)) and </a:t>
                </a: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T(n) = 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  <a:sym typeface="Symbol" panose="05050102010706020507" pitchFamily="18" charset="2"/>
                  </a:rPr>
                  <a:t></a:t>
                </a:r>
                <a:r>
                  <a:rPr kumimoji="0" lang="pt-BR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(g(n)) </a:t>
                </a: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pt-BR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c</a:t>
                </a:r>
                <a:r>
                  <a:rPr kumimoji="0" lang="en-US" sz="2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1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.g(n)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≤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T(n)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≤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c</a:t>
                </a:r>
                <a:r>
                  <a:rPr kumimoji="0" lang="en-US" sz="2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.g(n) for all n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≥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n</a:t>
                </a:r>
                <a:r>
                  <a:rPr kumimoji="0" lang="en-US" sz="2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0</a:t>
                </a: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g(n) is a tight upper and lower bound on the growth rate of T(n)</a:t>
                </a: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  <a:p>
                <a:pPr marL="914400" marR="0" lvl="1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8853F68-63E0-41B2-ACAE-9B1A783B80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832" y="2250675"/>
                <a:ext cx="10834067" cy="4031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B1006C-D59E-45D7-9BB5-701453A8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51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D5021FF-77DD-4740-AFD6-580AB329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017AFA34-C48D-479F-884B-F6A90892A7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CCBEB574-EC84-4EB6-B0A5-1203464062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86515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Big 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  <a:sym typeface="Symbol" panose="05050102010706020507" pitchFamily="18" charset="2"/>
              </a:rPr>
              <a:t> vs Big O vs Big </a:t>
            </a: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aphicFrame>
        <p:nvGraphicFramePr>
          <p:cNvPr id="5" name="Google Shape;604;p80" descr="Table ">
            <a:extLst>
              <a:ext uri="{FF2B5EF4-FFF2-40B4-BE49-F238E27FC236}">
                <a16:creationId xmlns:a16="http://schemas.microsoft.com/office/drawing/2014/main" id="{FDCFA912-E4E6-47A8-ADF0-68749294FBF1}"/>
              </a:ext>
            </a:extLst>
          </p:cNvPr>
          <p:cNvGraphicFramePr/>
          <p:nvPr/>
        </p:nvGraphicFramePr>
        <p:xfrm>
          <a:off x="941696" y="1860083"/>
          <a:ext cx="10515600" cy="4000380"/>
        </p:xfrm>
        <a:graphic>
          <a:graphicData uri="http://schemas.openxmlformats.org/drawingml/2006/table">
            <a:tbl>
              <a:tblPr firstRow="1" firstCol="1">
                <a:noFill/>
              </a:tblPr>
              <a:tblGrid>
                <a:gridCol w="2476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81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solidFill>
                          <a:srgbClr val="0081E2"/>
                        </a:solidFill>
                        <a:latin typeface="Gotham Bold" pitchFamily="50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081E2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Informal meaning:</a:t>
                      </a:r>
                      <a:endParaRPr sz="2000" dirty="0">
                        <a:solidFill>
                          <a:srgbClr val="0081E2"/>
                        </a:solidFill>
                        <a:latin typeface="Gotham Bold" pitchFamily="50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081E2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Family</a:t>
                      </a:r>
                      <a:endParaRPr sz="2000" dirty="0">
                        <a:solidFill>
                          <a:srgbClr val="0081E2"/>
                        </a:solidFill>
                        <a:latin typeface="Gotham Bold" pitchFamily="50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081E2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Family Members, </a:t>
                      </a: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T(n)</a:t>
                      </a:r>
                      <a:endParaRPr sz="2000" dirty="0">
                        <a:solidFill>
                          <a:srgbClr val="EB6E19"/>
                        </a:solidFill>
                        <a:latin typeface="Gotham Bold" pitchFamily="50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1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081E2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Big Theta</a:t>
                      </a:r>
                      <a:endParaRPr sz="2000" dirty="0">
                        <a:solidFill>
                          <a:srgbClr val="0081E2"/>
                        </a:solidFill>
                        <a:latin typeface="Gotham Bold" pitchFamily="50" charset="0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olidFill>
                            <a:srgbClr val="0081E2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Θ</a:t>
                      </a:r>
                      <a:r>
                        <a:rPr lang="en" sz="2000" dirty="0">
                          <a:solidFill>
                            <a:srgbClr val="0081E2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(f(N))</a:t>
                      </a:r>
                      <a:endParaRPr sz="2000" dirty="0">
                        <a:solidFill>
                          <a:srgbClr val="0081E2"/>
                        </a:solidFill>
                        <a:latin typeface="Gotham Bold" pitchFamily="50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Order of growth is f(N).</a:t>
                      </a:r>
                      <a:endParaRPr sz="2000" dirty="0">
                        <a:solidFill>
                          <a:srgbClr val="EB6E19"/>
                        </a:solidFill>
                        <a:latin typeface="Gotham Bold" pitchFamily="50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Θ</a:t>
                      </a: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(N</a:t>
                      </a:r>
                      <a:r>
                        <a:rPr lang="en" sz="2000" baseline="30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2000" baseline="30000" dirty="0">
                        <a:solidFill>
                          <a:srgbClr val="EB6E19"/>
                        </a:solidFill>
                        <a:latin typeface="Gotham Bold" pitchFamily="50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" sz="2000" baseline="30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/12</a:t>
                      </a:r>
                      <a:endParaRPr sz="2000" dirty="0">
                        <a:solidFill>
                          <a:srgbClr val="EB6E19"/>
                        </a:solidFill>
                        <a:latin typeface="Gotham Bold" pitchFamily="50" charset="0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2N</a:t>
                      </a:r>
                      <a:r>
                        <a:rPr lang="en" sz="2000" baseline="30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baseline="30000" dirty="0">
                        <a:solidFill>
                          <a:srgbClr val="EB6E19"/>
                        </a:solidFill>
                        <a:latin typeface="Gotham Bold" pitchFamily="50" charset="0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" sz="2000" baseline="30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+ 11N</a:t>
                      </a:r>
                      <a:endParaRPr sz="2000" dirty="0">
                        <a:solidFill>
                          <a:srgbClr val="EB6E19"/>
                        </a:solidFill>
                        <a:latin typeface="Gotham Bold" pitchFamily="50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1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081E2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Big O</a:t>
                      </a:r>
                      <a:endParaRPr sz="2000" dirty="0">
                        <a:solidFill>
                          <a:srgbClr val="0081E2"/>
                        </a:solidFill>
                        <a:latin typeface="Gotham Bold" pitchFamily="50" charset="0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081E2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O(f(N))</a:t>
                      </a:r>
                      <a:endParaRPr sz="2000" dirty="0">
                        <a:solidFill>
                          <a:srgbClr val="0081E2"/>
                        </a:solidFill>
                        <a:latin typeface="Gotham Bold" pitchFamily="50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Order of growth is less than or equal to f(N).</a:t>
                      </a:r>
                      <a:endParaRPr sz="2000" dirty="0">
                        <a:solidFill>
                          <a:srgbClr val="EB6E19"/>
                        </a:solidFill>
                        <a:latin typeface="Gotham Bold" pitchFamily="50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O(N</a:t>
                      </a:r>
                      <a:r>
                        <a:rPr lang="en" sz="2000" baseline="30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2000" dirty="0">
                        <a:solidFill>
                          <a:srgbClr val="EB6E19"/>
                        </a:solidFill>
                        <a:latin typeface="Gotham Bold" pitchFamily="50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" sz="2000" baseline="30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/2</a:t>
                      </a:r>
                      <a:endParaRPr sz="2000" dirty="0">
                        <a:solidFill>
                          <a:srgbClr val="EB6E19"/>
                        </a:solidFill>
                        <a:latin typeface="Gotham Bold" pitchFamily="50" charset="0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" sz="2000" baseline="30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r>
                        <a:rPr lang="en" sz="2000" baseline="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000" baseline="0" dirty="0">
                        <a:solidFill>
                          <a:srgbClr val="EB6E19"/>
                        </a:solidFill>
                        <a:latin typeface="Gotham Bold" pitchFamily="50" charset="0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EB6E19"/>
                          </a:solidFill>
                          <a:latin typeface="Gotham Bold" pitchFamily="50" charset="0"/>
                          <a:ea typeface="Times New Roman"/>
                          <a:cs typeface="Times New Roman"/>
                          <a:sym typeface="Times New Roman"/>
                        </a:rPr>
                        <a:t>lg(N)</a:t>
                      </a:r>
                      <a:endParaRPr sz="2000" dirty="0">
                        <a:solidFill>
                          <a:srgbClr val="EB6E19"/>
                        </a:solidFill>
                        <a:latin typeface="Gotham Bold" pitchFamily="50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1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dirty="0">
                          <a:solidFill>
                            <a:srgbClr val="0081E2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Big </a:t>
                      </a:r>
                      <a:r>
                        <a:rPr lang="en-US" sz="2000" dirty="0">
                          <a:solidFill>
                            <a:srgbClr val="0081E2"/>
                          </a:solidFill>
                          <a:latin typeface="Gotham Bold" pitchFamily="50" charset="0"/>
                          <a:sym typeface="Symbol" panose="05050102010706020507" pitchFamily="18" charset="2"/>
                        </a:rPr>
                        <a:t>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0081E2"/>
                          </a:solidFill>
                          <a:latin typeface="Gotham Bold" pitchFamily="50" charset="0"/>
                          <a:sym typeface="Symbol" panose="05050102010706020507" pitchFamily="18" charset="2"/>
                        </a:rPr>
                        <a:t></a:t>
                      </a:r>
                      <a:r>
                        <a:rPr lang="pt-BR" sz="2000" dirty="0">
                          <a:solidFill>
                            <a:srgbClr val="0081E2"/>
                          </a:solidFill>
                          <a:latin typeface="Gotham Bold" pitchFamily="50" charset="0"/>
                          <a:ea typeface="Calibri"/>
                          <a:cs typeface="Calibri"/>
                          <a:sym typeface="Calibri"/>
                        </a:rPr>
                        <a:t>(f(N))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solidFill>
                          <a:srgbClr val="0081E2"/>
                        </a:solidFill>
                        <a:latin typeface="Gotham Bold" pitchFamily="50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solidFill>
                          <a:srgbClr val="0081E2"/>
                        </a:solidFill>
                        <a:latin typeface="Gotham Bold" pitchFamily="50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solidFill>
                          <a:srgbClr val="0081E2"/>
                        </a:solidFill>
                        <a:latin typeface="Gotham Bold" pitchFamily="50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solidFill>
                          <a:srgbClr val="0081E2"/>
                        </a:solidFill>
                        <a:latin typeface="Gotham Bold" pitchFamily="50" charset="0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45459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4A1FE40-9E88-41FA-8F41-60EB2F03CB59}"/>
              </a:ext>
            </a:extLst>
          </p:cNvPr>
          <p:cNvSpPr/>
          <p:nvPr/>
        </p:nvSpPr>
        <p:spPr>
          <a:xfrm>
            <a:off x="3875462" y="6108285"/>
            <a:ext cx="6263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Source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8BF0"/>
                </a:solidFill>
                <a:effectLst/>
                <a:uLnTx/>
                <a:uFillTx/>
                <a:latin typeface="Consolas" panose="020B0609020204030204" pitchFamily="49" charset="0"/>
              </a:rPr>
              <a:t>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8BF0"/>
                </a:solidFill>
                <a:effectLst/>
                <a:uLnTx/>
                <a:uFillTx/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https://sp19.datastructur.es/index.html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8BF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FD49E-8DF7-49D2-926D-3E969D7F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52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B85143-602B-4B2D-83B2-BFA29BCB0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BBD7A859-4564-4292-ABF3-B42F17640A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36E1DF61-0754-4F55-9F1D-488079E154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41313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Constant Growth Rate, O(1)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1256381" y="1654520"/>
            <a:ext cx="89377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If processing time is independent of the number of inputs n, the algorithm grows at a constant rate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D6D3A9-1D4F-40A0-9BA6-5984A22F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1151384" y="3045190"/>
          <a:ext cx="378179" cy="19450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5678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05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07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8C0157-8029-4D02-B305-C03FDD811158}"/>
              </a:ext>
            </a:extLst>
          </p:cNvPr>
          <p:cNvGraphicFramePr>
            <a:graphicFrameLocks noGrp="1"/>
          </p:cNvGraphicFramePr>
          <p:nvPr/>
        </p:nvGraphicFramePr>
        <p:xfrm>
          <a:off x="1529563" y="3045190"/>
          <a:ext cx="3850244" cy="1940098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85024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9400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aseline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4787C7-BD5B-49A2-A21E-55A4E9878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1529563" y="3045190"/>
          <a:ext cx="3944512" cy="32652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4512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6005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sum(int n)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 = 0;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sum += n;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return sum;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  <a:tr h="16005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nn-NO" sz="1600" baseline="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5500"/>
                  </a:ext>
                </a:extLst>
              </a:tr>
            </a:tbl>
          </a:graphicData>
        </a:graphic>
      </p:graphicFrame>
      <p:grpSp>
        <p:nvGrpSpPr>
          <p:cNvPr id="8" name="Group 7" descr="Constant graph">
            <a:extLst>
              <a:ext uri="{FF2B5EF4-FFF2-40B4-BE49-F238E27FC236}">
                <a16:creationId xmlns:a16="http://schemas.microsoft.com/office/drawing/2014/main" id="{CB7BE323-B770-42B6-A3A4-CEF30C1026BE}"/>
              </a:ext>
            </a:extLst>
          </p:cNvPr>
          <p:cNvGrpSpPr/>
          <p:nvPr/>
        </p:nvGrpSpPr>
        <p:grpSpPr>
          <a:xfrm>
            <a:off x="9080929" y="3000359"/>
            <a:ext cx="2214954" cy="1965960"/>
            <a:chOff x="6719570" y="1219200"/>
            <a:chExt cx="1924050" cy="192405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9E3743-72EC-4F02-9142-925B37C1AB2D}"/>
                </a:ext>
              </a:extLst>
            </p:cNvPr>
            <p:cNvCxnSpPr/>
            <p:nvPr/>
          </p:nvCxnSpPr>
          <p:spPr>
            <a:xfrm>
              <a:off x="7035800" y="1219200"/>
              <a:ext cx="0" cy="192405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81AD6DD-9C11-4B12-9E5F-065D6A9250D7}"/>
                </a:ext>
              </a:extLst>
            </p:cNvPr>
            <p:cNvCxnSpPr/>
            <p:nvPr/>
          </p:nvCxnSpPr>
          <p:spPr>
            <a:xfrm rot="5400000">
              <a:off x="7681595" y="1822450"/>
              <a:ext cx="0" cy="192405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 descr="Constant graph">
              <a:extLst>
                <a:ext uri="{FF2B5EF4-FFF2-40B4-BE49-F238E27FC236}">
                  <a16:creationId xmlns:a16="http://schemas.microsoft.com/office/drawing/2014/main" id="{2D2B8CE9-4D09-477F-8B10-AAC2F4110153}"/>
                </a:ext>
              </a:extLst>
            </p:cNvPr>
            <p:cNvCxnSpPr>
              <a:cxnSpLocks/>
            </p:cNvCxnSpPr>
            <p:nvPr/>
          </p:nvCxnSpPr>
          <p:spPr>
            <a:xfrm>
              <a:off x="7035801" y="2320352"/>
              <a:ext cx="1386078" cy="0"/>
            </a:xfrm>
            <a:prstGeom prst="straightConnector1">
              <a:avLst/>
            </a:prstGeom>
            <a:ln w="50800">
              <a:solidFill>
                <a:srgbClr val="EB6E1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B242A71-12B0-4E2E-BFEF-231F472ED3B2}"/>
              </a:ext>
            </a:extLst>
          </p:cNvPr>
          <p:cNvGraphicFramePr>
            <a:graphicFrameLocks noGrp="1"/>
          </p:cNvGraphicFramePr>
          <p:nvPr/>
        </p:nvGraphicFramePr>
        <p:xfrm>
          <a:off x="5895715" y="3019328"/>
          <a:ext cx="2565400" cy="207654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9989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1305411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</a:tblGrid>
              <a:tr h="3620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y = f(c)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2635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926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602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0FA6F9C-83E8-452B-BC1B-23143343EF83}"/>
                  </a:ext>
                </a:extLst>
              </p:cNvPr>
              <p:cNvSpPr/>
              <p:nvPr/>
            </p:nvSpPr>
            <p:spPr>
              <a:xfrm>
                <a:off x="2165881" y="5420095"/>
                <a:ext cx="893778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Calibri" panose="020F0502020204030204" pitchFamily="34" charset="0"/>
                    <a:cs typeface="Mangal" panose="02040503050203030202" pitchFamily="18" charset="0"/>
                  </a:rPr>
                  <a:t>T(n) = 3, </a:t>
                </a:r>
                <a:r>
                  <a:rPr kumimoji="0" lang="pt-B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T(n) </a:t>
                </a:r>
                <a14:m>
                  <m:oMath xmlns:m="http://schemas.openxmlformats.org/officeDocument/2006/math">
                    <m:r>
                      <a:rPr kumimoji="0" lang="pt-BR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81E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pt-B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O(1) 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Gotham Bold" pitchFamily="50" charset="0"/>
                  <a:ea typeface="Calibri" panose="020F0502020204030204" pitchFamily="34" charset="0"/>
                  <a:cs typeface="Mangal" panose="02040503050203030202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0FA6F9C-83E8-452B-BC1B-23143343EF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881" y="5420095"/>
                <a:ext cx="8937784" cy="461665"/>
              </a:xfrm>
              <a:prstGeom prst="rect">
                <a:avLst/>
              </a:prstGeom>
              <a:blipFill>
                <a:blip r:embed="rId3"/>
                <a:stretch>
                  <a:fillRect l="-102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597C9B-5F60-403A-83C7-7105596D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53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558F3A0-60AF-4F20-87BD-6DE6F3E1A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BE93CCC1-3C4F-45C3-BBB7-484F049412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Logo COP3530">
              <a:extLst>
                <a:ext uri="{FF2B5EF4-FFF2-40B4-BE49-F238E27FC236}">
                  <a16:creationId xmlns:a16="http://schemas.microsoft.com/office/drawing/2014/main" id="{D0039307-7C0C-4805-BDF0-44E58EF044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04813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Linear Growth Rate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1256381" y="1654520"/>
            <a:ext cx="89377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If processing time increases in proportion to the number of inputs n, the algorithm grows at a linear rate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D6D3A9-1D4F-40A0-9BA6-5984A22F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1151384" y="3045190"/>
          <a:ext cx="378179" cy="19450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5678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05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07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8C0157-8029-4D02-B305-C03FDD811158}"/>
              </a:ext>
            </a:extLst>
          </p:cNvPr>
          <p:cNvGraphicFramePr>
            <a:graphicFrameLocks noGrp="1"/>
          </p:cNvGraphicFramePr>
          <p:nvPr/>
        </p:nvGraphicFramePr>
        <p:xfrm>
          <a:off x="1529563" y="3045190"/>
          <a:ext cx="3850244" cy="1940098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85024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9400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aseline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4787C7-BD5B-49A2-A21E-55A4E9878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1529563" y="3045190"/>
          <a:ext cx="3944512" cy="35456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4512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6005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sum(int n)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 = 0;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nn-NO" sz="1600" baseline="0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int i=0; i&lt;n; i++</a:t>
                      </a: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	sum += i+1;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return sum;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  <a:tr h="16005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nn-NO" sz="1600" baseline="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5500"/>
                  </a:ext>
                </a:extLst>
              </a:tr>
            </a:tbl>
          </a:graphicData>
        </a:graphic>
      </p:graphicFrame>
      <p:grpSp>
        <p:nvGrpSpPr>
          <p:cNvPr id="8" name="Group 7" descr="Linear graph">
            <a:extLst>
              <a:ext uri="{FF2B5EF4-FFF2-40B4-BE49-F238E27FC236}">
                <a16:creationId xmlns:a16="http://schemas.microsoft.com/office/drawing/2014/main" id="{CB7BE323-B770-42B6-A3A4-CEF30C1026BE}"/>
              </a:ext>
            </a:extLst>
          </p:cNvPr>
          <p:cNvGrpSpPr/>
          <p:nvPr/>
        </p:nvGrpSpPr>
        <p:grpSpPr>
          <a:xfrm>
            <a:off x="9080929" y="3000359"/>
            <a:ext cx="2214954" cy="1965960"/>
            <a:chOff x="6719570" y="1219200"/>
            <a:chExt cx="1924050" cy="192405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9E3743-72EC-4F02-9142-925B37C1AB2D}"/>
                </a:ext>
              </a:extLst>
            </p:cNvPr>
            <p:cNvCxnSpPr/>
            <p:nvPr/>
          </p:nvCxnSpPr>
          <p:spPr>
            <a:xfrm>
              <a:off x="7035800" y="1219200"/>
              <a:ext cx="0" cy="192405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81AD6DD-9C11-4B12-9E5F-065D6A9250D7}"/>
                </a:ext>
              </a:extLst>
            </p:cNvPr>
            <p:cNvCxnSpPr/>
            <p:nvPr/>
          </p:nvCxnSpPr>
          <p:spPr>
            <a:xfrm rot="5400000">
              <a:off x="7681595" y="1822450"/>
              <a:ext cx="0" cy="192405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 descr="Linear graph">
              <a:extLst>
                <a:ext uri="{FF2B5EF4-FFF2-40B4-BE49-F238E27FC236}">
                  <a16:creationId xmlns:a16="http://schemas.microsoft.com/office/drawing/2014/main" id="{2D2B8CE9-4D09-477F-8B10-AAC2F4110153}"/>
                </a:ext>
              </a:extLst>
            </p:cNvPr>
            <p:cNvCxnSpPr/>
            <p:nvPr/>
          </p:nvCxnSpPr>
          <p:spPr>
            <a:xfrm rot="18900000">
              <a:off x="6844030" y="2296980"/>
              <a:ext cx="1358900" cy="0"/>
            </a:xfrm>
            <a:prstGeom prst="straightConnector1">
              <a:avLst/>
            </a:prstGeom>
            <a:ln w="50800">
              <a:solidFill>
                <a:srgbClr val="EB6E1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B242A71-12B0-4E2E-BFEF-231F472ED3B2}"/>
              </a:ext>
            </a:extLst>
          </p:cNvPr>
          <p:cNvGraphicFramePr>
            <a:graphicFrameLocks noGrp="1"/>
          </p:cNvGraphicFramePr>
          <p:nvPr/>
        </p:nvGraphicFramePr>
        <p:xfrm>
          <a:off x="5895715" y="3019328"/>
          <a:ext cx="2565400" cy="207654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9989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1305411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</a:tblGrid>
              <a:tr h="3620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y = f(n)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2635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926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602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0FA6F9C-83E8-452B-BC1B-23143343EF83}"/>
                  </a:ext>
                </a:extLst>
              </p:cNvPr>
              <p:cNvSpPr/>
              <p:nvPr/>
            </p:nvSpPr>
            <p:spPr>
              <a:xfrm>
                <a:off x="2165881" y="5420095"/>
                <a:ext cx="893778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Calibri" panose="020F0502020204030204" pitchFamily="34" charset="0"/>
                    <a:cs typeface="Mangal" panose="02040503050203030202" pitchFamily="18" charset="0"/>
                  </a:rPr>
                  <a:t>T(n) = 3n + 4, </a:t>
                </a:r>
                <a:r>
                  <a:rPr kumimoji="0" lang="pt-B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T(n) </a:t>
                </a:r>
                <a14:m>
                  <m:oMath xmlns:m="http://schemas.openxmlformats.org/officeDocument/2006/math">
                    <m:r>
                      <a:rPr kumimoji="0" lang="pt-BR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81E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pt-B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O(n), c=4, n</a:t>
                </a:r>
                <a:r>
                  <a:rPr kumimoji="0" lang="pt-BR" sz="2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0</a:t>
                </a:r>
                <a:r>
                  <a:rPr kumimoji="0" lang="pt-B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&gt;4 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Gotham Bold" pitchFamily="50" charset="0"/>
                  <a:ea typeface="Calibri" panose="020F0502020204030204" pitchFamily="34" charset="0"/>
                  <a:cs typeface="Mangal" panose="02040503050203030202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0FA6F9C-83E8-452B-BC1B-23143343EF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881" y="5420095"/>
                <a:ext cx="8937784" cy="461665"/>
              </a:xfrm>
              <a:prstGeom prst="rect">
                <a:avLst/>
              </a:prstGeom>
              <a:blipFill>
                <a:blip r:embed="rId3"/>
                <a:stretch>
                  <a:fillRect l="-102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C50875-FE2B-4A2B-AAA4-A05C1A11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54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0B9971-1C38-4958-8249-10D2CCEA1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C7E9D180-9B89-436D-A855-D16EA5FAE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Logo COP3530">
              <a:extLst>
                <a:ext uri="{FF2B5EF4-FFF2-40B4-BE49-F238E27FC236}">
                  <a16:creationId xmlns:a16="http://schemas.microsoft.com/office/drawing/2014/main" id="{F8A1D26D-B8D8-426B-B053-39FE2AB5DD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62916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8C0157-8029-4D02-B305-C03FDD811158}"/>
              </a:ext>
            </a:extLst>
          </p:cNvPr>
          <p:cNvGraphicFramePr>
            <a:graphicFrameLocks noGrp="1"/>
          </p:cNvGraphicFramePr>
          <p:nvPr/>
        </p:nvGraphicFramePr>
        <p:xfrm>
          <a:off x="1529563" y="3045189"/>
          <a:ext cx="3850244" cy="2521219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85024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252121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aseline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4787C7-BD5B-49A2-A21E-55A4E9878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792991"/>
              </p:ext>
            </p:extLst>
          </p:nvPr>
        </p:nvGraphicFramePr>
        <p:xfrm>
          <a:off x="1627301" y="3042188"/>
          <a:ext cx="3850244" cy="27684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024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49459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bool find(int n[][], int t)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{ 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int i, j; 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for(</a:t>
                      </a:r>
                      <a:r>
                        <a:rPr lang="nn-NO" sz="1600" baseline="0" dirty="0"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</a:rPr>
                        <a:t>i=0; i &lt; n.size; i++</a:t>
                      </a: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 for(</a:t>
                      </a:r>
                      <a:r>
                        <a:rPr lang="nn-NO" sz="1600" baseline="0" dirty="0"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</a:rPr>
                        <a:t>j=0; j &lt; n.size; j++</a:t>
                      </a: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if (x[i][j] == t)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   return true;</a:t>
                      </a:r>
                    </a:p>
                    <a:p>
                      <a:pPr marL="0" marR="0" lv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return false;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  <a:tr h="20189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nn-NO" sz="1600" baseline="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550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Quadratic Growth Rate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1256381" y="1654520"/>
            <a:ext cx="89377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If processing time increases in proportion to the square of input size n, the algorithm grows at a quadratic rate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D6D3A9-1D4F-40A0-9BA6-5984A22F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1151384" y="3045191"/>
          <a:ext cx="378179" cy="2521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252122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05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07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08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09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D932D3B6-87D6-4D86-9176-5B2B231769FA}"/>
              </a:ext>
            </a:extLst>
          </p:cNvPr>
          <p:cNvSpPr/>
          <p:nvPr/>
        </p:nvSpPr>
        <p:spPr>
          <a:xfrm>
            <a:off x="2108731" y="5714825"/>
            <a:ext cx="89377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T(n) = 3n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2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+ 4n + 5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18B75-8F17-44FF-BD70-42357AB0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55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B16D13-4A31-4B2B-9270-3B9BBB1CC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D85EAFA9-BBF7-497E-8D73-247BCF7849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OP3530">
              <a:extLst>
                <a:ext uri="{FF2B5EF4-FFF2-40B4-BE49-F238E27FC236}">
                  <a16:creationId xmlns:a16="http://schemas.microsoft.com/office/drawing/2014/main" id="{656DAC37-07F2-4267-BC1E-436D372A4B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7D74D0C-C5C4-69C6-E3C4-286EEE537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636431"/>
              </p:ext>
            </p:extLst>
          </p:nvPr>
        </p:nvGraphicFramePr>
        <p:xfrm>
          <a:off x="5958975" y="2838217"/>
          <a:ext cx="4791342" cy="3352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95671">
                  <a:extLst>
                    <a:ext uri="{9D8B030D-6E8A-4147-A177-3AD203B41FA5}">
                      <a16:colId xmlns:a16="http://schemas.microsoft.com/office/drawing/2014/main" val="1418027169"/>
                    </a:ext>
                  </a:extLst>
                </a:gridCol>
                <a:gridCol w="2395671">
                  <a:extLst>
                    <a:ext uri="{9D8B030D-6E8A-4147-A177-3AD203B41FA5}">
                      <a16:colId xmlns:a16="http://schemas.microsoft.com/office/drawing/2014/main" val="2428586640"/>
                    </a:ext>
                  </a:extLst>
                </a:gridCol>
              </a:tblGrid>
              <a:tr h="1205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Count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555847"/>
                  </a:ext>
                </a:extLst>
              </a:tr>
              <a:tr h="1205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int i, j;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94654"/>
                  </a:ext>
                </a:extLst>
              </a:tr>
              <a:tr h="1205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i=0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279343"/>
                  </a:ext>
                </a:extLst>
              </a:tr>
              <a:tr h="1205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i &lt; n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n+1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750335"/>
                  </a:ext>
                </a:extLst>
              </a:tr>
              <a:tr h="1205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i++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036367"/>
                  </a:ext>
                </a:extLst>
              </a:tr>
              <a:tr h="1205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j=0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747364"/>
                  </a:ext>
                </a:extLst>
              </a:tr>
              <a:tr h="1205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j &lt; n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n(n+1) = n</a:t>
                      </a:r>
                      <a:r>
                        <a:rPr lang="en-US" sz="1400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 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+ n 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485295"/>
                  </a:ext>
                </a:extLst>
              </a:tr>
              <a:tr h="1205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j++</a:t>
                      </a:r>
                      <a:endParaRPr 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n</a:t>
                      </a:r>
                      <a:r>
                        <a:rPr lang="en-US" sz="1400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003240"/>
                  </a:ext>
                </a:extLst>
              </a:tr>
              <a:tr h="1205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x[i][j] == t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n</a:t>
                      </a:r>
                      <a:r>
                        <a:rPr lang="en-US" sz="1400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062619"/>
                  </a:ext>
                </a:extLst>
              </a:tr>
              <a:tr h="1205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return true/false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413152"/>
                  </a:ext>
                </a:extLst>
              </a:tr>
              <a:tr h="1205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T(n)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3n</a:t>
                      </a:r>
                      <a:r>
                        <a:rPr lang="en-US" sz="1400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 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+ 4n + 5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969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8507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8C0157-8029-4D02-B305-C03FDD811158}"/>
              </a:ext>
            </a:extLst>
          </p:cNvPr>
          <p:cNvGraphicFramePr>
            <a:graphicFrameLocks noGrp="1"/>
          </p:cNvGraphicFramePr>
          <p:nvPr/>
        </p:nvGraphicFramePr>
        <p:xfrm>
          <a:off x="1529563" y="3045189"/>
          <a:ext cx="3850244" cy="2521219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85024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252121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aseline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4787C7-BD5B-49A2-A21E-55A4E9878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497308"/>
              </p:ext>
            </p:extLst>
          </p:nvPr>
        </p:nvGraphicFramePr>
        <p:xfrm>
          <a:off x="1627301" y="3042188"/>
          <a:ext cx="3850244" cy="27684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024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49459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bool find(int n[][], int t)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{ 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int i, j; 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for(</a:t>
                      </a:r>
                      <a:r>
                        <a:rPr lang="nn-NO" sz="1600" baseline="0" dirty="0"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</a:rPr>
                        <a:t>i=0; i &lt; n.size; i++</a:t>
                      </a: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 for(</a:t>
                      </a:r>
                      <a:r>
                        <a:rPr lang="nn-NO" sz="1600" baseline="0" dirty="0"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</a:rPr>
                        <a:t>j=0; j &lt; n.size; j++</a:t>
                      </a: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if (x[i][j] == t)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   return true;</a:t>
                      </a:r>
                    </a:p>
                    <a:p>
                      <a:pPr marL="0" marR="0" lv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return false;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  <a:tr h="20189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nn-NO" sz="1600" baseline="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550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Quadratic Growth Rate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1256381" y="1654520"/>
            <a:ext cx="89377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If processing time increases in proportion to the square of input size n, the algorithm grows at a quadratic rate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D6D3A9-1D4F-40A0-9BA6-5984A22F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1151384" y="3045191"/>
          <a:ext cx="378179" cy="2521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252122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05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07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08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09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pSp>
        <p:nvGrpSpPr>
          <p:cNvPr id="8" name="Group 7" descr="Quadratic graph">
            <a:extLst>
              <a:ext uri="{FF2B5EF4-FFF2-40B4-BE49-F238E27FC236}">
                <a16:creationId xmlns:a16="http://schemas.microsoft.com/office/drawing/2014/main" id="{CB7BE323-B770-42B6-A3A4-CEF30C1026BE}"/>
              </a:ext>
            </a:extLst>
          </p:cNvPr>
          <p:cNvGrpSpPr/>
          <p:nvPr/>
        </p:nvGrpSpPr>
        <p:grpSpPr>
          <a:xfrm>
            <a:off x="9080929" y="3000359"/>
            <a:ext cx="2214954" cy="1965960"/>
            <a:chOff x="6719570" y="1219200"/>
            <a:chExt cx="1924050" cy="192405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9E3743-72EC-4F02-9142-925B37C1AB2D}"/>
                </a:ext>
              </a:extLst>
            </p:cNvPr>
            <p:cNvCxnSpPr/>
            <p:nvPr/>
          </p:nvCxnSpPr>
          <p:spPr>
            <a:xfrm>
              <a:off x="7035800" y="1219200"/>
              <a:ext cx="0" cy="192405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81AD6DD-9C11-4B12-9E5F-065D6A9250D7}"/>
                </a:ext>
              </a:extLst>
            </p:cNvPr>
            <p:cNvCxnSpPr/>
            <p:nvPr/>
          </p:nvCxnSpPr>
          <p:spPr>
            <a:xfrm rot="5400000">
              <a:off x="7681595" y="1822450"/>
              <a:ext cx="0" cy="192405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B242A71-12B0-4E2E-BFEF-231F472ED3B2}"/>
              </a:ext>
            </a:extLst>
          </p:cNvPr>
          <p:cNvGraphicFramePr>
            <a:graphicFrameLocks noGrp="1"/>
          </p:cNvGraphicFramePr>
          <p:nvPr/>
        </p:nvGraphicFramePr>
        <p:xfrm>
          <a:off x="5895715" y="3019328"/>
          <a:ext cx="2565400" cy="202892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9989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1305411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</a:tblGrid>
              <a:tr h="3144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y = f(n</a:t>
                      </a:r>
                      <a:r>
                        <a:rPr lang="en-US" sz="1600" b="0" i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1E+12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2635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1E+14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926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1E+16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60244"/>
                  </a:ext>
                </a:extLst>
              </a:tr>
            </a:tbl>
          </a:graphicData>
        </a:graphic>
      </p:graphicFrame>
      <p:sp>
        <p:nvSpPr>
          <p:cNvPr id="13" name="Arc 9" descr="Quadratic graph">
            <a:extLst>
              <a:ext uri="{FF2B5EF4-FFF2-40B4-BE49-F238E27FC236}">
                <a16:creationId xmlns:a16="http://schemas.microsoft.com/office/drawing/2014/main" id="{E932C3E2-D399-453B-8DC1-B309F616344F}"/>
              </a:ext>
            </a:extLst>
          </p:cNvPr>
          <p:cNvSpPr/>
          <p:nvPr/>
        </p:nvSpPr>
        <p:spPr>
          <a:xfrm rot="5400000">
            <a:off x="9533436" y="3686447"/>
            <a:ext cx="891356" cy="1068286"/>
          </a:xfrm>
          <a:custGeom>
            <a:avLst/>
            <a:gdLst>
              <a:gd name="connsiteX0" fmla="*/ 966292 w 1907474"/>
              <a:gd name="connsiteY0" fmla="*/ 96 h 2217582"/>
              <a:gd name="connsiteX1" fmla="*/ 1907474 w 1907474"/>
              <a:gd name="connsiteY1" fmla="*/ 1108791 h 2217582"/>
              <a:gd name="connsiteX2" fmla="*/ 953737 w 1907474"/>
              <a:gd name="connsiteY2" fmla="*/ 1108791 h 2217582"/>
              <a:gd name="connsiteX3" fmla="*/ 966292 w 1907474"/>
              <a:gd name="connsiteY3" fmla="*/ 96 h 2217582"/>
              <a:gd name="connsiteX0" fmla="*/ 966292 w 1907474"/>
              <a:gd name="connsiteY0" fmla="*/ 96 h 2217582"/>
              <a:gd name="connsiteX1" fmla="*/ 1907474 w 1907474"/>
              <a:gd name="connsiteY1" fmla="*/ 1108791 h 2217582"/>
              <a:gd name="connsiteX0" fmla="*/ 12555 w 967915"/>
              <a:gd name="connsiteY0" fmla="*/ 0 h 1108695"/>
              <a:gd name="connsiteX1" fmla="*/ 953737 w 967915"/>
              <a:gd name="connsiteY1" fmla="*/ 1108695 h 1108695"/>
              <a:gd name="connsiteX2" fmla="*/ 0 w 967915"/>
              <a:gd name="connsiteY2" fmla="*/ 1108695 h 1108695"/>
              <a:gd name="connsiteX3" fmla="*/ 12555 w 967915"/>
              <a:gd name="connsiteY3" fmla="*/ 0 h 1108695"/>
              <a:gd name="connsiteX0" fmla="*/ 12555 w 967915"/>
              <a:gd name="connsiteY0" fmla="*/ 0 h 1108695"/>
              <a:gd name="connsiteX1" fmla="*/ 953737 w 967915"/>
              <a:gd name="connsiteY1" fmla="*/ 1108695 h 1108695"/>
              <a:gd name="connsiteX0" fmla="*/ 12555 w 968634"/>
              <a:gd name="connsiteY0" fmla="*/ 1770 h 1110465"/>
              <a:gd name="connsiteX1" fmla="*/ 953737 w 968634"/>
              <a:gd name="connsiteY1" fmla="*/ 1110465 h 1110465"/>
              <a:gd name="connsiteX2" fmla="*/ 0 w 968634"/>
              <a:gd name="connsiteY2" fmla="*/ 1110465 h 1110465"/>
              <a:gd name="connsiteX3" fmla="*/ 12555 w 968634"/>
              <a:gd name="connsiteY3" fmla="*/ 1770 h 1110465"/>
              <a:gd name="connsiteX0" fmla="*/ 12555 w 968634"/>
              <a:gd name="connsiteY0" fmla="*/ 1770 h 1110465"/>
              <a:gd name="connsiteX1" fmla="*/ 953737 w 968634"/>
              <a:gd name="connsiteY1" fmla="*/ 1110465 h 1110465"/>
              <a:gd name="connsiteX0" fmla="*/ 12555 w 968634"/>
              <a:gd name="connsiteY0" fmla="*/ 1770 h 1110465"/>
              <a:gd name="connsiteX1" fmla="*/ 953737 w 968634"/>
              <a:gd name="connsiteY1" fmla="*/ 1110465 h 1110465"/>
              <a:gd name="connsiteX2" fmla="*/ 0 w 968634"/>
              <a:gd name="connsiteY2" fmla="*/ 1110465 h 1110465"/>
              <a:gd name="connsiteX3" fmla="*/ 12555 w 968634"/>
              <a:gd name="connsiteY3" fmla="*/ 1770 h 1110465"/>
              <a:gd name="connsiteX0" fmla="*/ 12555 w 968634"/>
              <a:gd name="connsiteY0" fmla="*/ 1770 h 1110465"/>
              <a:gd name="connsiteX1" fmla="*/ 953737 w 968634"/>
              <a:gd name="connsiteY1" fmla="*/ 1110465 h 1110465"/>
              <a:gd name="connsiteX0" fmla="*/ 12555 w 956108"/>
              <a:gd name="connsiteY0" fmla="*/ 4267 h 1112962"/>
              <a:gd name="connsiteX1" fmla="*/ 953737 w 956108"/>
              <a:gd name="connsiteY1" fmla="*/ 1112962 h 1112962"/>
              <a:gd name="connsiteX2" fmla="*/ 0 w 956108"/>
              <a:gd name="connsiteY2" fmla="*/ 1112962 h 1112962"/>
              <a:gd name="connsiteX3" fmla="*/ 12555 w 956108"/>
              <a:gd name="connsiteY3" fmla="*/ 4267 h 1112962"/>
              <a:gd name="connsiteX0" fmla="*/ 12555 w 956108"/>
              <a:gd name="connsiteY0" fmla="*/ 4267 h 1112962"/>
              <a:gd name="connsiteX1" fmla="*/ 953737 w 956108"/>
              <a:gd name="connsiteY1" fmla="*/ 1112962 h 1112962"/>
              <a:gd name="connsiteX0" fmla="*/ 12555 w 1062887"/>
              <a:gd name="connsiteY0" fmla="*/ 3651 h 1112346"/>
              <a:gd name="connsiteX1" fmla="*/ 953737 w 1062887"/>
              <a:gd name="connsiteY1" fmla="*/ 1112346 h 1112346"/>
              <a:gd name="connsiteX2" fmla="*/ 0 w 1062887"/>
              <a:gd name="connsiteY2" fmla="*/ 1112346 h 1112346"/>
              <a:gd name="connsiteX3" fmla="*/ 12555 w 1062887"/>
              <a:gd name="connsiteY3" fmla="*/ 3651 h 1112346"/>
              <a:gd name="connsiteX0" fmla="*/ 12555 w 1062887"/>
              <a:gd name="connsiteY0" fmla="*/ 3651 h 1112346"/>
              <a:gd name="connsiteX1" fmla="*/ 953737 w 1062887"/>
              <a:gd name="connsiteY1" fmla="*/ 1112346 h 1112346"/>
              <a:gd name="connsiteX0" fmla="*/ 12555 w 1048150"/>
              <a:gd name="connsiteY0" fmla="*/ 0 h 1108695"/>
              <a:gd name="connsiteX1" fmla="*/ 953737 w 1048150"/>
              <a:gd name="connsiteY1" fmla="*/ 1108695 h 1108695"/>
              <a:gd name="connsiteX2" fmla="*/ 0 w 1048150"/>
              <a:gd name="connsiteY2" fmla="*/ 1108695 h 1108695"/>
              <a:gd name="connsiteX3" fmla="*/ 12555 w 1048150"/>
              <a:gd name="connsiteY3" fmla="*/ 0 h 1108695"/>
              <a:gd name="connsiteX0" fmla="*/ 12555 w 1048150"/>
              <a:gd name="connsiteY0" fmla="*/ 0 h 1108695"/>
              <a:gd name="connsiteX1" fmla="*/ 953737 w 1048150"/>
              <a:gd name="connsiteY1" fmla="*/ 1108695 h 1108695"/>
              <a:gd name="connsiteX0" fmla="*/ 12555 w 1048150"/>
              <a:gd name="connsiteY0" fmla="*/ 2229 h 1110924"/>
              <a:gd name="connsiteX1" fmla="*/ 953737 w 1048150"/>
              <a:gd name="connsiteY1" fmla="*/ 1110924 h 1110924"/>
              <a:gd name="connsiteX2" fmla="*/ 0 w 1048150"/>
              <a:gd name="connsiteY2" fmla="*/ 1110924 h 1110924"/>
              <a:gd name="connsiteX3" fmla="*/ 12555 w 1048150"/>
              <a:gd name="connsiteY3" fmla="*/ 2229 h 1110924"/>
              <a:gd name="connsiteX0" fmla="*/ 12555 w 1048150"/>
              <a:gd name="connsiteY0" fmla="*/ 2229 h 1110924"/>
              <a:gd name="connsiteX1" fmla="*/ 953737 w 1048150"/>
              <a:gd name="connsiteY1" fmla="*/ 1110924 h 1110924"/>
              <a:gd name="connsiteX0" fmla="*/ 12555 w 1073755"/>
              <a:gd name="connsiteY0" fmla="*/ 40659 h 1149354"/>
              <a:gd name="connsiteX1" fmla="*/ 953737 w 1073755"/>
              <a:gd name="connsiteY1" fmla="*/ 1149354 h 1149354"/>
              <a:gd name="connsiteX2" fmla="*/ 0 w 1073755"/>
              <a:gd name="connsiteY2" fmla="*/ 1149354 h 1149354"/>
              <a:gd name="connsiteX3" fmla="*/ 12555 w 1073755"/>
              <a:gd name="connsiteY3" fmla="*/ 40659 h 1149354"/>
              <a:gd name="connsiteX0" fmla="*/ 12555 w 1073755"/>
              <a:gd name="connsiteY0" fmla="*/ 40659 h 1149354"/>
              <a:gd name="connsiteX1" fmla="*/ 953737 w 1073755"/>
              <a:gd name="connsiteY1" fmla="*/ 1149354 h 1149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3755" h="1149354" stroke="0" extrusionOk="0">
                <a:moveTo>
                  <a:pt x="12555" y="40659"/>
                </a:moveTo>
                <a:cubicBezTo>
                  <a:pt x="680401" y="-129155"/>
                  <a:pt x="1353790" y="231528"/>
                  <a:pt x="953737" y="1149354"/>
                </a:cubicBezTo>
                <a:lnTo>
                  <a:pt x="0" y="1149354"/>
                </a:lnTo>
                <a:cubicBezTo>
                  <a:pt x="4185" y="779789"/>
                  <a:pt x="402076" y="-8877"/>
                  <a:pt x="12555" y="40659"/>
                </a:cubicBezTo>
                <a:close/>
              </a:path>
              <a:path w="1073755" h="1149354" fill="none">
                <a:moveTo>
                  <a:pt x="12555" y="40659"/>
                </a:moveTo>
                <a:cubicBezTo>
                  <a:pt x="534348" y="48645"/>
                  <a:pt x="953737" y="542678"/>
                  <a:pt x="953737" y="1149354"/>
                </a:cubicBezTo>
              </a:path>
            </a:pathLst>
          </a:custGeom>
          <a:ln w="50800">
            <a:solidFill>
              <a:srgbClr val="EB6E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C75D154B-ECE6-45A5-848F-0028EEA2E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00547" y="3572389"/>
            <a:ext cx="164152" cy="202523"/>
          </a:xfrm>
          <a:prstGeom prst="triangle">
            <a:avLst/>
          </a:prstGeom>
          <a:solidFill>
            <a:schemeClr val="accent2"/>
          </a:solidFill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932D3B6-87D6-4D86-9176-5B2B231769FA}"/>
                  </a:ext>
                </a:extLst>
              </p:cNvPr>
              <p:cNvSpPr/>
              <p:nvPr/>
            </p:nvSpPr>
            <p:spPr>
              <a:xfrm>
                <a:off x="2108731" y="5714825"/>
                <a:ext cx="893778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Calibri" panose="020F0502020204030204" pitchFamily="34" charset="0"/>
                    <a:cs typeface="Mangal" panose="02040503050203030202" pitchFamily="18" charset="0"/>
                  </a:rPr>
                  <a:t>T(n) = 3n</a:t>
                </a:r>
                <a:r>
                  <a:rPr kumimoji="0" lang="en-US" sz="24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Calibri" panose="020F0502020204030204" pitchFamily="34" charset="0"/>
                    <a:cs typeface="Mangal" panose="02040503050203030202" pitchFamily="18" charset="0"/>
                  </a:rPr>
                  <a:t>2 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Calibri" panose="020F0502020204030204" pitchFamily="34" charset="0"/>
                    <a:cs typeface="Mangal" panose="02040503050203030202" pitchFamily="18" charset="0"/>
                  </a:rPr>
                  <a:t>+ 4n + 5, </a:t>
                </a:r>
                <a:r>
                  <a:rPr kumimoji="0" lang="pt-B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T(n) </a:t>
                </a:r>
                <a14:m>
                  <m:oMath xmlns:m="http://schemas.openxmlformats.org/officeDocument/2006/math">
                    <m:r>
                      <a:rPr kumimoji="0" lang="pt-BR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81E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pt-B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O(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Calibri" panose="020F0502020204030204" pitchFamily="34" charset="0"/>
                    <a:cs typeface="Mangal" panose="02040503050203030202" pitchFamily="18" charset="0"/>
                  </a:rPr>
                  <a:t>n</a:t>
                </a:r>
                <a:r>
                  <a:rPr kumimoji="0" lang="en-US" sz="24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Calibri" panose="020F0502020204030204" pitchFamily="34" charset="0"/>
                    <a:cs typeface="Mangal" panose="02040503050203030202" pitchFamily="18" charset="0"/>
                  </a:rPr>
                  <a:t>2</a:t>
                </a:r>
                <a:r>
                  <a:rPr kumimoji="0" lang="pt-B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), c=?, n</a:t>
                </a:r>
                <a:r>
                  <a:rPr kumimoji="0" lang="pt-BR" sz="24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0</a:t>
                </a:r>
                <a:r>
                  <a:rPr kumimoji="0" lang="pt-B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&gt;?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Gotham Bold" pitchFamily="50" charset="0"/>
                  <a:ea typeface="Calibri" panose="020F0502020204030204" pitchFamily="34" charset="0"/>
                  <a:cs typeface="Mangal" panose="02040503050203030202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932D3B6-87D6-4D86-9176-5B2B231769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731" y="5714825"/>
                <a:ext cx="8937784" cy="461665"/>
              </a:xfrm>
              <a:prstGeom prst="rect">
                <a:avLst/>
              </a:prstGeom>
              <a:blipFill>
                <a:blip r:embed="rId3"/>
                <a:stretch>
                  <a:fillRect l="-1091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18B75-8F17-44FF-BD70-42357AB0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56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B16D13-4A31-4B2B-9270-3B9BBB1CC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D85EAFA9-BBF7-497E-8D73-247BCF7849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OP3530">
              <a:extLst>
                <a:ext uri="{FF2B5EF4-FFF2-40B4-BE49-F238E27FC236}">
                  <a16:creationId xmlns:a16="http://schemas.microsoft.com/office/drawing/2014/main" id="{656DAC37-07F2-4267-BC1E-436D372A4B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38235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Inclass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Activity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1256381" y="1654520"/>
            <a:ext cx="89377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Complete this program and determine growth rate.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C50875-FE2B-4A2B-AAA4-A05C1A11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57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0B9971-1C38-4958-8249-10D2CCEA1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C7E9D180-9B89-436D-A855-D16EA5FAE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Logo COP3530">
              <a:extLst>
                <a:ext uri="{FF2B5EF4-FFF2-40B4-BE49-F238E27FC236}">
                  <a16:creationId xmlns:a16="http://schemas.microsoft.com/office/drawing/2014/main" id="{F8A1D26D-B8D8-426B-B053-39FE2AB5DD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1139E2B0-E25D-E54B-4B35-25A10D1B5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152" y="2712632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386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Logarithmic Growth Rate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1256381" y="1654520"/>
            <a:ext cx="89377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If processing time increases in proportion to the log n, the algorithm grows at a logarithmic rate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D6D3A9-1D4F-40A0-9BA6-5984A22F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1151384" y="3045190"/>
          <a:ext cx="378179" cy="19450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5678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05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07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8C0157-8029-4D02-B305-C03FDD811158}"/>
              </a:ext>
            </a:extLst>
          </p:cNvPr>
          <p:cNvGraphicFramePr>
            <a:graphicFrameLocks noGrp="1"/>
          </p:cNvGraphicFramePr>
          <p:nvPr/>
        </p:nvGraphicFramePr>
        <p:xfrm>
          <a:off x="1529563" y="3045190"/>
          <a:ext cx="3850244" cy="1940098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85024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9400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aseline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4787C7-BD5B-49A2-A21E-55A4E9878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1529563" y="3045190"/>
          <a:ext cx="3944512" cy="35456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4512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6005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sum(int n)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 = 0;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nn-NO" sz="1600" baseline="0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int i=1; i&lt;=n; i*=2</a:t>
                      </a: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	sum += i;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return sum;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  <a:tr h="16005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nn-NO" sz="1600" baseline="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5500"/>
                  </a:ext>
                </a:extLst>
              </a:tr>
            </a:tbl>
          </a:graphicData>
        </a:graphic>
      </p:graphicFrame>
      <p:grpSp>
        <p:nvGrpSpPr>
          <p:cNvPr id="8" name="Group 7" descr="Logarithmic graph">
            <a:extLst>
              <a:ext uri="{FF2B5EF4-FFF2-40B4-BE49-F238E27FC236}">
                <a16:creationId xmlns:a16="http://schemas.microsoft.com/office/drawing/2014/main" id="{CB7BE323-B770-42B6-A3A4-CEF30C1026BE}"/>
              </a:ext>
            </a:extLst>
          </p:cNvPr>
          <p:cNvGrpSpPr/>
          <p:nvPr/>
        </p:nvGrpSpPr>
        <p:grpSpPr>
          <a:xfrm>
            <a:off x="9080929" y="3000359"/>
            <a:ext cx="2214954" cy="1965960"/>
            <a:chOff x="6719570" y="1219200"/>
            <a:chExt cx="1924050" cy="192405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9E3743-72EC-4F02-9142-925B37C1AB2D}"/>
                </a:ext>
              </a:extLst>
            </p:cNvPr>
            <p:cNvCxnSpPr/>
            <p:nvPr/>
          </p:nvCxnSpPr>
          <p:spPr>
            <a:xfrm>
              <a:off x="7035800" y="1219200"/>
              <a:ext cx="0" cy="192405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81AD6DD-9C11-4B12-9E5F-065D6A9250D7}"/>
                </a:ext>
              </a:extLst>
            </p:cNvPr>
            <p:cNvCxnSpPr/>
            <p:nvPr/>
          </p:nvCxnSpPr>
          <p:spPr>
            <a:xfrm rot="5400000">
              <a:off x="7681595" y="1822450"/>
              <a:ext cx="0" cy="192405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B242A71-12B0-4E2E-BFEF-231F472ED3B2}"/>
              </a:ext>
            </a:extLst>
          </p:cNvPr>
          <p:cNvGraphicFramePr>
            <a:graphicFrameLocks noGrp="1"/>
          </p:cNvGraphicFramePr>
          <p:nvPr/>
        </p:nvGraphicFramePr>
        <p:xfrm>
          <a:off x="5895715" y="3019328"/>
          <a:ext cx="2565400" cy="207350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9989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1305411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</a:tblGrid>
              <a:tr h="35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y = f(log</a:t>
                      </a:r>
                      <a:r>
                        <a:rPr lang="en-US" sz="1600" b="0" i="0" u="none" strike="noStrike" baseline="-25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2635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926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60244"/>
                  </a:ext>
                </a:extLst>
              </a:tr>
            </a:tbl>
          </a:graphicData>
        </a:graphic>
      </p:graphicFrame>
      <p:grpSp>
        <p:nvGrpSpPr>
          <p:cNvPr id="13" name="Group 12" descr="Logarithmic graph">
            <a:extLst>
              <a:ext uri="{FF2B5EF4-FFF2-40B4-BE49-F238E27FC236}">
                <a16:creationId xmlns:a16="http://schemas.microsoft.com/office/drawing/2014/main" id="{5FF03C17-7D41-46E5-90ED-4BF28DBF0FF6}"/>
              </a:ext>
            </a:extLst>
          </p:cNvPr>
          <p:cNvGrpSpPr/>
          <p:nvPr/>
        </p:nvGrpSpPr>
        <p:grpSpPr>
          <a:xfrm>
            <a:off x="9444971" y="3168056"/>
            <a:ext cx="1734994" cy="1431673"/>
            <a:chOff x="9357362" y="2312388"/>
            <a:chExt cx="1734994" cy="1431673"/>
          </a:xfrm>
        </p:grpSpPr>
        <p:sp>
          <p:nvSpPr>
            <p:cNvPr id="14" name="Arc 9">
              <a:extLst>
                <a:ext uri="{FF2B5EF4-FFF2-40B4-BE49-F238E27FC236}">
                  <a16:creationId xmlns:a16="http://schemas.microsoft.com/office/drawing/2014/main" id="{C4B43875-4E66-4D83-9D5F-37AD31CD66E0}"/>
                </a:ext>
              </a:extLst>
            </p:cNvPr>
            <p:cNvSpPr/>
            <p:nvPr/>
          </p:nvSpPr>
          <p:spPr>
            <a:xfrm rot="16200000">
              <a:off x="9407761" y="2261989"/>
              <a:ext cx="1431673" cy="1532472"/>
            </a:xfrm>
            <a:custGeom>
              <a:avLst/>
              <a:gdLst>
                <a:gd name="connsiteX0" fmla="*/ 966292 w 1907474"/>
                <a:gd name="connsiteY0" fmla="*/ 96 h 2217582"/>
                <a:gd name="connsiteX1" fmla="*/ 1907474 w 1907474"/>
                <a:gd name="connsiteY1" fmla="*/ 1108791 h 2217582"/>
                <a:gd name="connsiteX2" fmla="*/ 953737 w 1907474"/>
                <a:gd name="connsiteY2" fmla="*/ 1108791 h 2217582"/>
                <a:gd name="connsiteX3" fmla="*/ 966292 w 1907474"/>
                <a:gd name="connsiteY3" fmla="*/ 96 h 2217582"/>
                <a:gd name="connsiteX0" fmla="*/ 966292 w 1907474"/>
                <a:gd name="connsiteY0" fmla="*/ 96 h 2217582"/>
                <a:gd name="connsiteX1" fmla="*/ 1907474 w 1907474"/>
                <a:gd name="connsiteY1" fmla="*/ 1108791 h 2217582"/>
                <a:gd name="connsiteX0" fmla="*/ 12555 w 967915"/>
                <a:gd name="connsiteY0" fmla="*/ 0 h 1108695"/>
                <a:gd name="connsiteX1" fmla="*/ 953737 w 967915"/>
                <a:gd name="connsiteY1" fmla="*/ 1108695 h 1108695"/>
                <a:gd name="connsiteX2" fmla="*/ 0 w 967915"/>
                <a:gd name="connsiteY2" fmla="*/ 1108695 h 1108695"/>
                <a:gd name="connsiteX3" fmla="*/ 12555 w 967915"/>
                <a:gd name="connsiteY3" fmla="*/ 0 h 1108695"/>
                <a:gd name="connsiteX0" fmla="*/ 12555 w 967915"/>
                <a:gd name="connsiteY0" fmla="*/ 0 h 1108695"/>
                <a:gd name="connsiteX1" fmla="*/ 953737 w 967915"/>
                <a:gd name="connsiteY1" fmla="*/ 1108695 h 110869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2" fmla="*/ 0 w 968634"/>
                <a:gd name="connsiteY2" fmla="*/ 1110465 h 1110465"/>
                <a:gd name="connsiteX3" fmla="*/ 12555 w 968634"/>
                <a:gd name="connsiteY3" fmla="*/ 1770 h 111046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2" fmla="*/ 0 w 968634"/>
                <a:gd name="connsiteY2" fmla="*/ 1110465 h 1110465"/>
                <a:gd name="connsiteX3" fmla="*/ 12555 w 968634"/>
                <a:gd name="connsiteY3" fmla="*/ 1770 h 111046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0" fmla="*/ 12555 w 956108"/>
                <a:gd name="connsiteY0" fmla="*/ 4267 h 1112962"/>
                <a:gd name="connsiteX1" fmla="*/ 953737 w 956108"/>
                <a:gd name="connsiteY1" fmla="*/ 1112962 h 1112962"/>
                <a:gd name="connsiteX2" fmla="*/ 0 w 956108"/>
                <a:gd name="connsiteY2" fmla="*/ 1112962 h 1112962"/>
                <a:gd name="connsiteX3" fmla="*/ 12555 w 956108"/>
                <a:gd name="connsiteY3" fmla="*/ 4267 h 1112962"/>
                <a:gd name="connsiteX0" fmla="*/ 12555 w 956108"/>
                <a:gd name="connsiteY0" fmla="*/ 4267 h 1112962"/>
                <a:gd name="connsiteX1" fmla="*/ 953737 w 956108"/>
                <a:gd name="connsiteY1" fmla="*/ 1112962 h 1112962"/>
                <a:gd name="connsiteX0" fmla="*/ 12555 w 1062887"/>
                <a:gd name="connsiteY0" fmla="*/ 3651 h 1112346"/>
                <a:gd name="connsiteX1" fmla="*/ 953737 w 1062887"/>
                <a:gd name="connsiteY1" fmla="*/ 1112346 h 1112346"/>
                <a:gd name="connsiteX2" fmla="*/ 0 w 1062887"/>
                <a:gd name="connsiteY2" fmla="*/ 1112346 h 1112346"/>
                <a:gd name="connsiteX3" fmla="*/ 12555 w 1062887"/>
                <a:gd name="connsiteY3" fmla="*/ 3651 h 1112346"/>
                <a:gd name="connsiteX0" fmla="*/ 12555 w 1062887"/>
                <a:gd name="connsiteY0" fmla="*/ 3651 h 1112346"/>
                <a:gd name="connsiteX1" fmla="*/ 953737 w 1062887"/>
                <a:gd name="connsiteY1" fmla="*/ 1112346 h 1112346"/>
                <a:gd name="connsiteX0" fmla="*/ 12555 w 1048150"/>
                <a:gd name="connsiteY0" fmla="*/ 0 h 1108695"/>
                <a:gd name="connsiteX1" fmla="*/ 953737 w 1048150"/>
                <a:gd name="connsiteY1" fmla="*/ 1108695 h 1108695"/>
                <a:gd name="connsiteX2" fmla="*/ 0 w 1048150"/>
                <a:gd name="connsiteY2" fmla="*/ 1108695 h 1108695"/>
                <a:gd name="connsiteX3" fmla="*/ 12555 w 1048150"/>
                <a:gd name="connsiteY3" fmla="*/ 0 h 1108695"/>
                <a:gd name="connsiteX0" fmla="*/ 12555 w 1048150"/>
                <a:gd name="connsiteY0" fmla="*/ 0 h 1108695"/>
                <a:gd name="connsiteX1" fmla="*/ 953737 w 1048150"/>
                <a:gd name="connsiteY1" fmla="*/ 1108695 h 1108695"/>
                <a:gd name="connsiteX0" fmla="*/ 12555 w 1048150"/>
                <a:gd name="connsiteY0" fmla="*/ 2229 h 1110924"/>
                <a:gd name="connsiteX1" fmla="*/ 953737 w 1048150"/>
                <a:gd name="connsiteY1" fmla="*/ 1110924 h 1110924"/>
                <a:gd name="connsiteX2" fmla="*/ 0 w 1048150"/>
                <a:gd name="connsiteY2" fmla="*/ 1110924 h 1110924"/>
                <a:gd name="connsiteX3" fmla="*/ 12555 w 1048150"/>
                <a:gd name="connsiteY3" fmla="*/ 2229 h 1110924"/>
                <a:gd name="connsiteX0" fmla="*/ 12555 w 1048150"/>
                <a:gd name="connsiteY0" fmla="*/ 2229 h 1110924"/>
                <a:gd name="connsiteX1" fmla="*/ 953737 w 1048150"/>
                <a:gd name="connsiteY1" fmla="*/ 1110924 h 1110924"/>
                <a:gd name="connsiteX0" fmla="*/ 12555 w 1073755"/>
                <a:gd name="connsiteY0" fmla="*/ 40659 h 1149354"/>
                <a:gd name="connsiteX1" fmla="*/ 953737 w 1073755"/>
                <a:gd name="connsiteY1" fmla="*/ 1149354 h 1149354"/>
                <a:gd name="connsiteX2" fmla="*/ 0 w 1073755"/>
                <a:gd name="connsiteY2" fmla="*/ 1149354 h 1149354"/>
                <a:gd name="connsiteX3" fmla="*/ 12555 w 1073755"/>
                <a:gd name="connsiteY3" fmla="*/ 40659 h 1149354"/>
                <a:gd name="connsiteX0" fmla="*/ 12555 w 1073755"/>
                <a:gd name="connsiteY0" fmla="*/ 40659 h 1149354"/>
                <a:gd name="connsiteX1" fmla="*/ 953737 w 1073755"/>
                <a:gd name="connsiteY1" fmla="*/ 1149354 h 1149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3755" h="1149354" stroke="0" extrusionOk="0">
                  <a:moveTo>
                    <a:pt x="12555" y="40659"/>
                  </a:moveTo>
                  <a:cubicBezTo>
                    <a:pt x="680401" y="-129155"/>
                    <a:pt x="1353790" y="231528"/>
                    <a:pt x="953737" y="1149354"/>
                  </a:cubicBezTo>
                  <a:lnTo>
                    <a:pt x="0" y="1149354"/>
                  </a:lnTo>
                  <a:cubicBezTo>
                    <a:pt x="4185" y="779789"/>
                    <a:pt x="402076" y="-8877"/>
                    <a:pt x="12555" y="40659"/>
                  </a:cubicBezTo>
                  <a:close/>
                </a:path>
                <a:path w="1073755" h="1149354" fill="none">
                  <a:moveTo>
                    <a:pt x="12555" y="40659"/>
                  </a:moveTo>
                  <a:cubicBezTo>
                    <a:pt x="534348" y="48645"/>
                    <a:pt x="953737" y="542678"/>
                    <a:pt x="953737" y="1149354"/>
                  </a:cubicBezTo>
                </a:path>
              </a:pathLst>
            </a:custGeom>
            <a:ln w="50800">
              <a:solidFill>
                <a:srgbClr val="EB6E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7424F3A6-BD50-418B-ACA9-C75E6F13016C}"/>
                </a:ext>
              </a:extLst>
            </p:cNvPr>
            <p:cNvSpPr/>
            <p:nvPr/>
          </p:nvSpPr>
          <p:spPr>
            <a:xfrm rot="5400000">
              <a:off x="10909019" y="2366500"/>
              <a:ext cx="164152" cy="202523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B99F7D-B6C0-4B12-886F-D583FB2A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58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B6F76D-2CA9-4D69-9CE4-C002B38E7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4A4EFE8-4013-4C42-A072-FF568531EC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OP3530">
              <a:extLst>
                <a:ext uri="{FF2B5EF4-FFF2-40B4-BE49-F238E27FC236}">
                  <a16:creationId xmlns:a16="http://schemas.microsoft.com/office/drawing/2014/main" id="{A8FF43A6-79C0-4288-BDC5-ABE2D033ED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01800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Logarithmic Growth Rate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1256381" y="1654520"/>
            <a:ext cx="89377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If processing time increases in proportion to the log n, the algorithm grows at a logarithmic rate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D6D3A9-1D4F-40A0-9BA6-5984A22F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1151384" y="3045190"/>
          <a:ext cx="378179" cy="19450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5678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05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07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8C0157-8029-4D02-B305-C03FDD811158}"/>
              </a:ext>
            </a:extLst>
          </p:cNvPr>
          <p:cNvGraphicFramePr>
            <a:graphicFrameLocks noGrp="1"/>
          </p:cNvGraphicFramePr>
          <p:nvPr/>
        </p:nvGraphicFramePr>
        <p:xfrm>
          <a:off x="1529563" y="3045190"/>
          <a:ext cx="3850244" cy="1940098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85024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9400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aseline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4787C7-BD5B-49A2-A21E-55A4E9878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1529563" y="3045190"/>
          <a:ext cx="3944512" cy="35456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4512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6005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sum(int n)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 = 0;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nn-NO" sz="1600" baseline="0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int i=1; i&lt;=n; i*=2</a:t>
                      </a: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	sum += i;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return sum;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  <a:tr h="16005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nn-NO" sz="1600" baseline="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5500"/>
                  </a:ext>
                </a:extLst>
              </a:tr>
            </a:tbl>
          </a:graphicData>
        </a:graphic>
      </p:graphicFrame>
      <p:grpSp>
        <p:nvGrpSpPr>
          <p:cNvPr id="8" name="Group 7" descr="Logarithmic graph">
            <a:extLst>
              <a:ext uri="{FF2B5EF4-FFF2-40B4-BE49-F238E27FC236}">
                <a16:creationId xmlns:a16="http://schemas.microsoft.com/office/drawing/2014/main" id="{CB7BE323-B770-42B6-A3A4-CEF30C1026BE}"/>
              </a:ext>
            </a:extLst>
          </p:cNvPr>
          <p:cNvGrpSpPr/>
          <p:nvPr/>
        </p:nvGrpSpPr>
        <p:grpSpPr>
          <a:xfrm>
            <a:off x="9080929" y="3000359"/>
            <a:ext cx="2214954" cy="1965960"/>
            <a:chOff x="6719570" y="1219200"/>
            <a:chExt cx="1924050" cy="192405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9E3743-72EC-4F02-9142-925B37C1AB2D}"/>
                </a:ext>
              </a:extLst>
            </p:cNvPr>
            <p:cNvCxnSpPr/>
            <p:nvPr/>
          </p:nvCxnSpPr>
          <p:spPr>
            <a:xfrm>
              <a:off x="7035800" y="1219200"/>
              <a:ext cx="0" cy="192405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81AD6DD-9C11-4B12-9E5F-065D6A9250D7}"/>
                </a:ext>
              </a:extLst>
            </p:cNvPr>
            <p:cNvCxnSpPr/>
            <p:nvPr/>
          </p:nvCxnSpPr>
          <p:spPr>
            <a:xfrm rot="5400000">
              <a:off x="7681595" y="1822450"/>
              <a:ext cx="0" cy="192405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B242A71-12B0-4E2E-BFEF-231F472ED3B2}"/>
              </a:ext>
            </a:extLst>
          </p:cNvPr>
          <p:cNvGraphicFramePr>
            <a:graphicFrameLocks noGrp="1"/>
          </p:cNvGraphicFramePr>
          <p:nvPr/>
        </p:nvGraphicFramePr>
        <p:xfrm>
          <a:off x="5895715" y="3019328"/>
          <a:ext cx="2565400" cy="207350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9989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1305411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</a:tblGrid>
              <a:tr h="35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y = f(log</a:t>
                      </a:r>
                      <a:r>
                        <a:rPr lang="en-US" sz="1600" b="0" i="0" u="none" strike="noStrike" baseline="-25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2635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926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60244"/>
                  </a:ext>
                </a:extLst>
              </a:tr>
            </a:tbl>
          </a:graphicData>
        </a:graphic>
      </p:graphicFrame>
      <p:grpSp>
        <p:nvGrpSpPr>
          <p:cNvPr id="13" name="Group 12" descr="Logarithmic graph">
            <a:extLst>
              <a:ext uri="{FF2B5EF4-FFF2-40B4-BE49-F238E27FC236}">
                <a16:creationId xmlns:a16="http://schemas.microsoft.com/office/drawing/2014/main" id="{5FF03C17-7D41-46E5-90ED-4BF28DBF0FF6}"/>
              </a:ext>
            </a:extLst>
          </p:cNvPr>
          <p:cNvGrpSpPr/>
          <p:nvPr/>
        </p:nvGrpSpPr>
        <p:grpSpPr>
          <a:xfrm>
            <a:off x="9444971" y="3168056"/>
            <a:ext cx="1734994" cy="1431673"/>
            <a:chOff x="9357362" y="2312388"/>
            <a:chExt cx="1734994" cy="1431673"/>
          </a:xfrm>
        </p:grpSpPr>
        <p:sp>
          <p:nvSpPr>
            <p:cNvPr id="14" name="Arc 9">
              <a:extLst>
                <a:ext uri="{FF2B5EF4-FFF2-40B4-BE49-F238E27FC236}">
                  <a16:creationId xmlns:a16="http://schemas.microsoft.com/office/drawing/2014/main" id="{C4B43875-4E66-4D83-9D5F-37AD31CD66E0}"/>
                </a:ext>
              </a:extLst>
            </p:cNvPr>
            <p:cNvSpPr/>
            <p:nvPr/>
          </p:nvSpPr>
          <p:spPr>
            <a:xfrm rot="16200000">
              <a:off x="9407761" y="2261989"/>
              <a:ext cx="1431673" cy="1532472"/>
            </a:xfrm>
            <a:custGeom>
              <a:avLst/>
              <a:gdLst>
                <a:gd name="connsiteX0" fmla="*/ 966292 w 1907474"/>
                <a:gd name="connsiteY0" fmla="*/ 96 h 2217582"/>
                <a:gd name="connsiteX1" fmla="*/ 1907474 w 1907474"/>
                <a:gd name="connsiteY1" fmla="*/ 1108791 h 2217582"/>
                <a:gd name="connsiteX2" fmla="*/ 953737 w 1907474"/>
                <a:gd name="connsiteY2" fmla="*/ 1108791 h 2217582"/>
                <a:gd name="connsiteX3" fmla="*/ 966292 w 1907474"/>
                <a:gd name="connsiteY3" fmla="*/ 96 h 2217582"/>
                <a:gd name="connsiteX0" fmla="*/ 966292 w 1907474"/>
                <a:gd name="connsiteY0" fmla="*/ 96 h 2217582"/>
                <a:gd name="connsiteX1" fmla="*/ 1907474 w 1907474"/>
                <a:gd name="connsiteY1" fmla="*/ 1108791 h 2217582"/>
                <a:gd name="connsiteX0" fmla="*/ 12555 w 967915"/>
                <a:gd name="connsiteY0" fmla="*/ 0 h 1108695"/>
                <a:gd name="connsiteX1" fmla="*/ 953737 w 967915"/>
                <a:gd name="connsiteY1" fmla="*/ 1108695 h 1108695"/>
                <a:gd name="connsiteX2" fmla="*/ 0 w 967915"/>
                <a:gd name="connsiteY2" fmla="*/ 1108695 h 1108695"/>
                <a:gd name="connsiteX3" fmla="*/ 12555 w 967915"/>
                <a:gd name="connsiteY3" fmla="*/ 0 h 1108695"/>
                <a:gd name="connsiteX0" fmla="*/ 12555 w 967915"/>
                <a:gd name="connsiteY0" fmla="*/ 0 h 1108695"/>
                <a:gd name="connsiteX1" fmla="*/ 953737 w 967915"/>
                <a:gd name="connsiteY1" fmla="*/ 1108695 h 110869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2" fmla="*/ 0 w 968634"/>
                <a:gd name="connsiteY2" fmla="*/ 1110465 h 1110465"/>
                <a:gd name="connsiteX3" fmla="*/ 12555 w 968634"/>
                <a:gd name="connsiteY3" fmla="*/ 1770 h 111046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2" fmla="*/ 0 w 968634"/>
                <a:gd name="connsiteY2" fmla="*/ 1110465 h 1110465"/>
                <a:gd name="connsiteX3" fmla="*/ 12555 w 968634"/>
                <a:gd name="connsiteY3" fmla="*/ 1770 h 111046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0" fmla="*/ 12555 w 956108"/>
                <a:gd name="connsiteY0" fmla="*/ 4267 h 1112962"/>
                <a:gd name="connsiteX1" fmla="*/ 953737 w 956108"/>
                <a:gd name="connsiteY1" fmla="*/ 1112962 h 1112962"/>
                <a:gd name="connsiteX2" fmla="*/ 0 w 956108"/>
                <a:gd name="connsiteY2" fmla="*/ 1112962 h 1112962"/>
                <a:gd name="connsiteX3" fmla="*/ 12555 w 956108"/>
                <a:gd name="connsiteY3" fmla="*/ 4267 h 1112962"/>
                <a:gd name="connsiteX0" fmla="*/ 12555 w 956108"/>
                <a:gd name="connsiteY0" fmla="*/ 4267 h 1112962"/>
                <a:gd name="connsiteX1" fmla="*/ 953737 w 956108"/>
                <a:gd name="connsiteY1" fmla="*/ 1112962 h 1112962"/>
                <a:gd name="connsiteX0" fmla="*/ 12555 w 1062887"/>
                <a:gd name="connsiteY0" fmla="*/ 3651 h 1112346"/>
                <a:gd name="connsiteX1" fmla="*/ 953737 w 1062887"/>
                <a:gd name="connsiteY1" fmla="*/ 1112346 h 1112346"/>
                <a:gd name="connsiteX2" fmla="*/ 0 w 1062887"/>
                <a:gd name="connsiteY2" fmla="*/ 1112346 h 1112346"/>
                <a:gd name="connsiteX3" fmla="*/ 12555 w 1062887"/>
                <a:gd name="connsiteY3" fmla="*/ 3651 h 1112346"/>
                <a:gd name="connsiteX0" fmla="*/ 12555 w 1062887"/>
                <a:gd name="connsiteY0" fmla="*/ 3651 h 1112346"/>
                <a:gd name="connsiteX1" fmla="*/ 953737 w 1062887"/>
                <a:gd name="connsiteY1" fmla="*/ 1112346 h 1112346"/>
                <a:gd name="connsiteX0" fmla="*/ 12555 w 1048150"/>
                <a:gd name="connsiteY0" fmla="*/ 0 h 1108695"/>
                <a:gd name="connsiteX1" fmla="*/ 953737 w 1048150"/>
                <a:gd name="connsiteY1" fmla="*/ 1108695 h 1108695"/>
                <a:gd name="connsiteX2" fmla="*/ 0 w 1048150"/>
                <a:gd name="connsiteY2" fmla="*/ 1108695 h 1108695"/>
                <a:gd name="connsiteX3" fmla="*/ 12555 w 1048150"/>
                <a:gd name="connsiteY3" fmla="*/ 0 h 1108695"/>
                <a:gd name="connsiteX0" fmla="*/ 12555 w 1048150"/>
                <a:gd name="connsiteY0" fmla="*/ 0 h 1108695"/>
                <a:gd name="connsiteX1" fmla="*/ 953737 w 1048150"/>
                <a:gd name="connsiteY1" fmla="*/ 1108695 h 1108695"/>
                <a:gd name="connsiteX0" fmla="*/ 12555 w 1048150"/>
                <a:gd name="connsiteY0" fmla="*/ 2229 h 1110924"/>
                <a:gd name="connsiteX1" fmla="*/ 953737 w 1048150"/>
                <a:gd name="connsiteY1" fmla="*/ 1110924 h 1110924"/>
                <a:gd name="connsiteX2" fmla="*/ 0 w 1048150"/>
                <a:gd name="connsiteY2" fmla="*/ 1110924 h 1110924"/>
                <a:gd name="connsiteX3" fmla="*/ 12555 w 1048150"/>
                <a:gd name="connsiteY3" fmla="*/ 2229 h 1110924"/>
                <a:gd name="connsiteX0" fmla="*/ 12555 w 1048150"/>
                <a:gd name="connsiteY0" fmla="*/ 2229 h 1110924"/>
                <a:gd name="connsiteX1" fmla="*/ 953737 w 1048150"/>
                <a:gd name="connsiteY1" fmla="*/ 1110924 h 1110924"/>
                <a:gd name="connsiteX0" fmla="*/ 12555 w 1073755"/>
                <a:gd name="connsiteY0" fmla="*/ 40659 h 1149354"/>
                <a:gd name="connsiteX1" fmla="*/ 953737 w 1073755"/>
                <a:gd name="connsiteY1" fmla="*/ 1149354 h 1149354"/>
                <a:gd name="connsiteX2" fmla="*/ 0 w 1073755"/>
                <a:gd name="connsiteY2" fmla="*/ 1149354 h 1149354"/>
                <a:gd name="connsiteX3" fmla="*/ 12555 w 1073755"/>
                <a:gd name="connsiteY3" fmla="*/ 40659 h 1149354"/>
                <a:gd name="connsiteX0" fmla="*/ 12555 w 1073755"/>
                <a:gd name="connsiteY0" fmla="*/ 40659 h 1149354"/>
                <a:gd name="connsiteX1" fmla="*/ 953737 w 1073755"/>
                <a:gd name="connsiteY1" fmla="*/ 1149354 h 1149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3755" h="1149354" stroke="0" extrusionOk="0">
                  <a:moveTo>
                    <a:pt x="12555" y="40659"/>
                  </a:moveTo>
                  <a:cubicBezTo>
                    <a:pt x="680401" y="-129155"/>
                    <a:pt x="1353790" y="231528"/>
                    <a:pt x="953737" y="1149354"/>
                  </a:cubicBezTo>
                  <a:lnTo>
                    <a:pt x="0" y="1149354"/>
                  </a:lnTo>
                  <a:cubicBezTo>
                    <a:pt x="4185" y="779789"/>
                    <a:pt x="402076" y="-8877"/>
                    <a:pt x="12555" y="40659"/>
                  </a:cubicBezTo>
                  <a:close/>
                </a:path>
                <a:path w="1073755" h="1149354" fill="none">
                  <a:moveTo>
                    <a:pt x="12555" y="40659"/>
                  </a:moveTo>
                  <a:cubicBezTo>
                    <a:pt x="534348" y="48645"/>
                    <a:pt x="953737" y="542678"/>
                    <a:pt x="953737" y="1149354"/>
                  </a:cubicBezTo>
                </a:path>
              </a:pathLst>
            </a:custGeom>
            <a:ln w="50800">
              <a:solidFill>
                <a:srgbClr val="EB6E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7424F3A6-BD50-418B-ACA9-C75E6F13016C}"/>
                </a:ext>
              </a:extLst>
            </p:cNvPr>
            <p:cNvSpPr/>
            <p:nvPr/>
          </p:nvSpPr>
          <p:spPr>
            <a:xfrm rot="5400000">
              <a:off x="10909019" y="2366500"/>
              <a:ext cx="164152" cy="202523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B99F7D-B6C0-4B12-886F-D583FB2A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59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B6F76D-2CA9-4D69-9CE4-C002B38E7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4A4EFE8-4013-4C42-A072-FF568531EC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OP3530">
              <a:extLst>
                <a:ext uri="{FF2B5EF4-FFF2-40B4-BE49-F238E27FC236}">
                  <a16:creationId xmlns:a16="http://schemas.microsoft.com/office/drawing/2014/main" id="{A8FF43A6-79C0-4288-BDC5-ABE2D033ED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graphicFrame>
        <p:nvGraphicFramePr>
          <p:cNvPr id="22" name="Table 18">
            <a:extLst>
              <a:ext uri="{FF2B5EF4-FFF2-40B4-BE49-F238E27FC236}">
                <a16:creationId xmlns:a16="http://schemas.microsoft.com/office/drawing/2014/main" id="{F2867F90-C798-CF42-76D7-F49C36905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678956"/>
              </p:ext>
            </p:extLst>
          </p:nvPr>
        </p:nvGraphicFramePr>
        <p:xfrm>
          <a:off x="1106813" y="5187209"/>
          <a:ext cx="8545987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6155">
                  <a:extLst>
                    <a:ext uri="{9D8B030D-6E8A-4147-A177-3AD203B41FA5}">
                      <a16:colId xmlns:a16="http://schemas.microsoft.com/office/drawing/2014/main" val="1382610456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2815675454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428854703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2392374617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1956085355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4260354363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3668328071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3697032455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5027947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3860904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DA63"/>
                          </a:solidFill>
                          <a:latin typeface="Consolas" panose="020B0609020204030204" pitchFamily="49" charset="0"/>
                        </a:rPr>
                        <a:t>?</a:t>
                      </a:r>
                      <a:endParaRPr lang="en-US" baseline="30000" dirty="0">
                        <a:solidFill>
                          <a:srgbClr val="00DA63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536499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</a:rPr>
                        <a:t>n (in powers of two)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DA63"/>
                          </a:solidFill>
                          <a:latin typeface="Consolas" panose="020B0609020204030204" pitchFamily="49" charset="0"/>
                        </a:rPr>
                        <a:t>?</a:t>
                      </a:r>
                      <a:endParaRPr lang="en-US" baseline="30000" dirty="0">
                        <a:solidFill>
                          <a:srgbClr val="00DA63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868259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</a:rPr>
                        <a:t># of times the loop executes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Consolas" panose="020B0609020204030204" pitchFamily="49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4949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19858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Logarithmic Growth Rate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1256381" y="1654520"/>
            <a:ext cx="89377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If processing time increases in proportion to the log n, the algorithm grows at a logarithmic rate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D6D3A9-1D4F-40A0-9BA6-5984A22F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1151384" y="3045190"/>
          <a:ext cx="378179" cy="19450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5678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05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07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8C0157-8029-4D02-B305-C03FDD811158}"/>
              </a:ext>
            </a:extLst>
          </p:cNvPr>
          <p:cNvGraphicFramePr>
            <a:graphicFrameLocks noGrp="1"/>
          </p:cNvGraphicFramePr>
          <p:nvPr/>
        </p:nvGraphicFramePr>
        <p:xfrm>
          <a:off x="1529563" y="3045190"/>
          <a:ext cx="3850244" cy="1940098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85024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9400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aseline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4787C7-BD5B-49A2-A21E-55A4E9878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1529563" y="3045190"/>
          <a:ext cx="3944512" cy="35456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4512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6005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sum(int n)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 = 0;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nn-NO" sz="1600" baseline="0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int i=1; i&lt;=n; i*=2</a:t>
                      </a: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	sum += i;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return sum;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  <a:tr h="16005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nn-NO" sz="1600" baseline="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5500"/>
                  </a:ext>
                </a:extLst>
              </a:tr>
            </a:tbl>
          </a:graphicData>
        </a:graphic>
      </p:graphicFrame>
      <p:grpSp>
        <p:nvGrpSpPr>
          <p:cNvPr id="8" name="Group 7" descr="Logarithmic graph">
            <a:extLst>
              <a:ext uri="{FF2B5EF4-FFF2-40B4-BE49-F238E27FC236}">
                <a16:creationId xmlns:a16="http://schemas.microsoft.com/office/drawing/2014/main" id="{CB7BE323-B770-42B6-A3A4-CEF30C1026BE}"/>
              </a:ext>
            </a:extLst>
          </p:cNvPr>
          <p:cNvGrpSpPr/>
          <p:nvPr/>
        </p:nvGrpSpPr>
        <p:grpSpPr>
          <a:xfrm>
            <a:off x="9080929" y="3000359"/>
            <a:ext cx="2214954" cy="1965960"/>
            <a:chOff x="6719570" y="1219200"/>
            <a:chExt cx="1924050" cy="192405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9E3743-72EC-4F02-9142-925B37C1AB2D}"/>
                </a:ext>
              </a:extLst>
            </p:cNvPr>
            <p:cNvCxnSpPr/>
            <p:nvPr/>
          </p:nvCxnSpPr>
          <p:spPr>
            <a:xfrm>
              <a:off x="7035800" y="1219200"/>
              <a:ext cx="0" cy="192405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81AD6DD-9C11-4B12-9E5F-065D6A9250D7}"/>
                </a:ext>
              </a:extLst>
            </p:cNvPr>
            <p:cNvCxnSpPr/>
            <p:nvPr/>
          </p:nvCxnSpPr>
          <p:spPr>
            <a:xfrm rot="5400000">
              <a:off x="7681595" y="1822450"/>
              <a:ext cx="0" cy="192405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B242A71-12B0-4E2E-BFEF-231F472ED3B2}"/>
              </a:ext>
            </a:extLst>
          </p:cNvPr>
          <p:cNvGraphicFramePr>
            <a:graphicFrameLocks noGrp="1"/>
          </p:cNvGraphicFramePr>
          <p:nvPr/>
        </p:nvGraphicFramePr>
        <p:xfrm>
          <a:off x="5895715" y="3019328"/>
          <a:ext cx="2565400" cy="207350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9989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1305411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</a:tblGrid>
              <a:tr h="35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y = f(log</a:t>
                      </a:r>
                      <a:r>
                        <a:rPr lang="en-US" sz="1600" b="0" i="0" u="none" strike="noStrike" baseline="-25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2635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926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60244"/>
                  </a:ext>
                </a:extLst>
              </a:tr>
            </a:tbl>
          </a:graphicData>
        </a:graphic>
      </p:graphicFrame>
      <p:grpSp>
        <p:nvGrpSpPr>
          <p:cNvPr id="13" name="Group 12" descr="Logarithmic graph">
            <a:extLst>
              <a:ext uri="{FF2B5EF4-FFF2-40B4-BE49-F238E27FC236}">
                <a16:creationId xmlns:a16="http://schemas.microsoft.com/office/drawing/2014/main" id="{5FF03C17-7D41-46E5-90ED-4BF28DBF0FF6}"/>
              </a:ext>
            </a:extLst>
          </p:cNvPr>
          <p:cNvGrpSpPr/>
          <p:nvPr/>
        </p:nvGrpSpPr>
        <p:grpSpPr>
          <a:xfrm>
            <a:off x="9444971" y="3168056"/>
            <a:ext cx="1734994" cy="1431673"/>
            <a:chOff x="9357362" y="2312388"/>
            <a:chExt cx="1734994" cy="1431673"/>
          </a:xfrm>
        </p:grpSpPr>
        <p:sp>
          <p:nvSpPr>
            <p:cNvPr id="14" name="Arc 9">
              <a:extLst>
                <a:ext uri="{FF2B5EF4-FFF2-40B4-BE49-F238E27FC236}">
                  <a16:creationId xmlns:a16="http://schemas.microsoft.com/office/drawing/2014/main" id="{C4B43875-4E66-4D83-9D5F-37AD31CD66E0}"/>
                </a:ext>
              </a:extLst>
            </p:cNvPr>
            <p:cNvSpPr/>
            <p:nvPr/>
          </p:nvSpPr>
          <p:spPr>
            <a:xfrm rot="16200000">
              <a:off x="9407761" y="2261989"/>
              <a:ext cx="1431673" cy="1532472"/>
            </a:xfrm>
            <a:custGeom>
              <a:avLst/>
              <a:gdLst>
                <a:gd name="connsiteX0" fmla="*/ 966292 w 1907474"/>
                <a:gd name="connsiteY0" fmla="*/ 96 h 2217582"/>
                <a:gd name="connsiteX1" fmla="*/ 1907474 w 1907474"/>
                <a:gd name="connsiteY1" fmla="*/ 1108791 h 2217582"/>
                <a:gd name="connsiteX2" fmla="*/ 953737 w 1907474"/>
                <a:gd name="connsiteY2" fmla="*/ 1108791 h 2217582"/>
                <a:gd name="connsiteX3" fmla="*/ 966292 w 1907474"/>
                <a:gd name="connsiteY3" fmla="*/ 96 h 2217582"/>
                <a:gd name="connsiteX0" fmla="*/ 966292 w 1907474"/>
                <a:gd name="connsiteY0" fmla="*/ 96 h 2217582"/>
                <a:gd name="connsiteX1" fmla="*/ 1907474 w 1907474"/>
                <a:gd name="connsiteY1" fmla="*/ 1108791 h 2217582"/>
                <a:gd name="connsiteX0" fmla="*/ 12555 w 967915"/>
                <a:gd name="connsiteY0" fmla="*/ 0 h 1108695"/>
                <a:gd name="connsiteX1" fmla="*/ 953737 w 967915"/>
                <a:gd name="connsiteY1" fmla="*/ 1108695 h 1108695"/>
                <a:gd name="connsiteX2" fmla="*/ 0 w 967915"/>
                <a:gd name="connsiteY2" fmla="*/ 1108695 h 1108695"/>
                <a:gd name="connsiteX3" fmla="*/ 12555 w 967915"/>
                <a:gd name="connsiteY3" fmla="*/ 0 h 1108695"/>
                <a:gd name="connsiteX0" fmla="*/ 12555 w 967915"/>
                <a:gd name="connsiteY0" fmla="*/ 0 h 1108695"/>
                <a:gd name="connsiteX1" fmla="*/ 953737 w 967915"/>
                <a:gd name="connsiteY1" fmla="*/ 1108695 h 110869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2" fmla="*/ 0 w 968634"/>
                <a:gd name="connsiteY2" fmla="*/ 1110465 h 1110465"/>
                <a:gd name="connsiteX3" fmla="*/ 12555 w 968634"/>
                <a:gd name="connsiteY3" fmla="*/ 1770 h 111046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2" fmla="*/ 0 w 968634"/>
                <a:gd name="connsiteY2" fmla="*/ 1110465 h 1110465"/>
                <a:gd name="connsiteX3" fmla="*/ 12555 w 968634"/>
                <a:gd name="connsiteY3" fmla="*/ 1770 h 111046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0" fmla="*/ 12555 w 956108"/>
                <a:gd name="connsiteY0" fmla="*/ 4267 h 1112962"/>
                <a:gd name="connsiteX1" fmla="*/ 953737 w 956108"/>
                <a:gd name="connsiteY1" fmla="*/ 1112962 h 1112962"/>
                <a:gd name="connsiteX2" fmla="*/ 0 w 956108"/>
                <a:gd name="connsiteY2" fmla="*/ 1112962 h 1112962"/>
                <a:gd name="connsiteX3" fmla="*/ 12555 w 956108"/>
                <a:gd name="connsiteY3" fmla="*/ 4267 h 1112962"/>
                <a:gd name="connsiteX0" fmla="*/ 12555 w 956108"/>
                <a:gd name="connsiteY0" fmla="*/ 4267 h 1112962"/>
                <a:gd name="connsiteX1" fmla="*/ 953737 w 956108"/>
                <a:gd name="connsiteY1" fmla="*/ 1112962 h 1112962"/>
                <a:gd name="connsiteX0" fmla="*/ 12555 w 1062887"/>
                <a:gd name="connsiteY0" fmla="*/ 3651 h 1112346"/>
                <a:gd name="connsiteX1" fmla="*/ 953737 w 1062887"/>
                <a:gd name="connsiteY1" fmla="*/ 1112346 h 1112346"/>
                <a:gd name="connsiteX2" fmla="*/ 0 w 1062887"/>
                <a:gd name="connsiteY2" fmla="*/ 1112346 h 1112346"/>
                <a:gd name="connsiteX3" fmla="*/ 12555 w 1062887"/>
                <a:gd name="connsiteY3" fmla="*/ 3651 h 1112346"/>
                <a:gd name="connsiteX0" fmla="*/ 12555 w 1062887"/>
                <a:gd name="connsiteY0" fmla="*/ 3651 h 1112346"/>
                <a:gd name="connsiteX1" fmla="*/ 953737 w 1062887"/>
                <a:gd name="connsiteY1" fmla="*/ 1112346 h 1112346"/>
                <a:gd name="connsiteX0" fmla="*/ 12555 w 1048150"/>
                <a:gd name="connsiteY0" fmla="*/ 0 h 1108695"/>
                <a:gd name="connsiteX1" fmla="*/ 953737 w 1048150"/>
                <a:gd name="connsiteY1" fmla="*/ 1108695 h 1108695"/>
                <a:gd name="connsiteX2" fmla="*/ 0 w 1048150"/>
                <a:gd name="connsiteY2" fmla="*/ 1108695 h 1108695"/>
                <a:gd name="connsiteX3" fmla="*/ 12555 w 1048150"/>
                <a:gd name="connsiteY3" fmla="*/ 0 h 1108695"/>
                <a:gd name="connsiteX0" fmla="*/ 12555 w 1048150"/>
                <a:gd name="connsiteY0" fmla="*/ 0 h 1108695"/>
                <a:gd name="connsiteX1" fmla="*/ 953737 w 1048150"/>
                <a:gd name="connsiteY1" fmla="*/ 1108695 h 1108695"/>
                <a:gd name="connsiteX0" fmla="*/ 12555 w 1048150"/>
                <a:gd name="connsiteY0" fmla="*/ 2229 h 1110924"/>
                <a:gd name="connsiteX1" fmla="*/ 953737 w 1048150"/>
                <a:gd name="connsiteY1" fmla="*/ 1110924 h 1110924"/>
                <a:gd name="connsiteX2" fmla="*/ 0 w 1048150"/>
                <a:gd name="connsiteY2" fmla="*/ 1110924 h 1110924"/>
                <a:gd name="connsiteX3" fmla="*/ 12555 w 1048150"/>
                <a:gd name="connsiteY3" fmla="*/ 2229 h 1110924"/>
                <a:gd name="connsiteX0" fmla="*/ 12555 w 1048150"/>
                <a:gd name="connsiteY0" fmla="*/ 2229 h 1110924"/>
                <a:gd name="connsiteX1" fmla="*/ 953737 w 1048150"/>
                <a:gd name="connsiteY1" fmla="*/ 1110924 h 1110924"/>
                <a:gd name="connsiteX0" fmla="*/ 12555 w 1073755"/>
                <a:gd name="connsiteY0" fmla="*/ 40659 h 1149354"/>
                <a:gd name="connsiteX1" fmla="*/ 953737 w 1073755"/>
                <a:gd name="connsiteY1" fmla="*/ 1149354 h 1149354"/>
                <a:gd name="connsiteX2" fmla="*/ 0 w 1073755"/>
                <a:gd name="connsiteY2" fmla="*/ 1149354 h 1149354"/>
                <a:gd name="connsiteX3" fmla="*/ 12555 w 1073755"/>
                <a:gd name="connsiteY3" fmla="*/ 40659 h 1149354"/>
                <a:gd name="connsiteX0" fmla="*/ 12555 w 1073755"/>
                <a:gd name="connsiteY0" fmla="*/ 40659 h 1149354"/>
                <a:gd name="connsiteX1" fmla="*/ 953737 w 1073755"/>
                <a:gd name="connsiteY1" fmla="*/ 1149354 h 1149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3755" h="1149354" stroke="0" extrusionOk="0">
                  <a:moveTo>
                    <a:pt x="12555" y="40659"/>
                  </a:moveTo>
                  <a:cubicBezTo>
                    <a:pt x="680401" y="-129155"/>
                    <a:pt x="1353790" y="231528"/>
                    <a:pt x="953737" y="1149354"/>
                  </a:cubicBezTo>
                  <a:lnTo>
                    <a:pt x="0" y="1149354"/>
                  </a:lnTo>
                  <a:cubicBezTo>
                    <a:pt x="4185" y="779789"/>
                    <a:pt x="402076" y="-8877"/>
                    <a:pt x="12555" y="40659"/>
                  </a:cubicBezTo>
                  <a:close/>
                </a:path>
                <a:path w="1073755" h="1149354" fill="none">
                  <a:moveTo>
                    <a:pt x="12555" y="40659"/>
                  </a:moveTo>
                  <a:cubicBezTo>
                    <a:pt x="534348" y="48645"/>
                    <a:pt x="953737" y="542678"/>
                    <a:pt x="953737" y="1149354"/>
                  </a:cubicBezTo>
                </a:path>
              </a:pathLst>
            </a:custGeom>
            <a:ln w="50800">
              <a:solidFill>
                <a:srgbClr val="EB6E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7424F3A6-BD50-418B-ACA9-C75E6F13016C}"/>
                </a:ext>
              </a:extLst>
            </p:cNvPr>
            <p:cNvSpPr/>
            <p:nvPr/>
          </p:nvSpPr>
          <p:spPr>
            <a:xfrm rot="5400000">
              <a:off x="10909019" y="2366500"/>
              <a:ext cx="164152" cy="202523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B99F7D-B6C0-4B12-886F-D583FB2A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60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B6F76D-2CA9-4D69-9CE4-C002B38E7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4A4EFE8-4013-4C42-A072-FF568531EC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OP3530">
              <a:extLst>
                <a:ext uri="{FF2B5EF4-FFF2-40B4-BE49-F238E27FC236}">
                  <a16:creationId xmlns:a16="http://schemas.microsoft.com/office/drawing/2014/main" id="{A8FF43A6-79C0-4288-BDC5-ABE2D033ED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graphicFrame>
        <p:nvGraphicFramePr>
          <p:cNvPr id="20" name="Table 18">
            <a:extLst>
              <a:ext uri="{FF2B5EF4-FFF2-40B4-BE49-F238E27FC236}">
                <a16:creationId xmlns:a16="http://schemas.microsoft.com/office/drawing/2014/main" id="{2C7CAA00-BCBB-A019-1132-0F709F4E8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757759"/>
              </p:ext>
            </p:extLst>
          </p:nvPr>
        </p:nvGraphicFramePr>
        <p:xfrm>
          <a:off x="1106813" y="5187209"/>
          <a:ext cx="8545987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6155">
                  <a:extLst>
                    <a:ext uri="{9D8B030D-6E8A-4147-A177-3AD203B41FA5}">
                      <a16:colId xmlns:a16="http://schemas.microsoft.com/office/drawing/2014/main" val="1382610456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2815675454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428854703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2392374617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1956085355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4260354363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3668328071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3697032455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5027947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3860904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DA63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rgbClr val="00DA63"/>
                          </a:solidFill>
                          <a:latin typeface="Consolas" panose="020B0609020204030204" pitchFamily="49" charset="0"/>
                        </a:rPr>
                        <a:t>k-1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536499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</a:rPr>
                        <a:t>n (in powers of two)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DA63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rgbClr val="00DA63"/>
                          </a:solidFill>
                          <a:latin typeface="Consolas" panose="020B0609020204030204" pitchFamily="49" charset="0"/>
                        </a:rPr>
                        <a:t>k-1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868259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</a:rPr>
                        <a:t># of times the loop executes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Consolas" panose="020B0609020204030204" pitchFamily="49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4949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5943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Logarithmic Growth Rate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C4300-EF28-4D7A-A12A-1540CCF74959}"/>
              </a:ext>
            </a:extLst>
          </p:cNvPr>
          <p:cNvSpPr/>
          <p:nvPr/>
        </p:nvSpPr>
        <p:spPr>
          <a:xfrm>
            <a:off x="1256381" y="1654520"/>
            <a:ext cx="89377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Calibri" panose="020F0502020204030204" pitchFamily="34" charset="0"/>
                <a:cs typeface="Mangal" panose="02040503050203030202" pitchFamily="18" charset="0"/>
              </a:rPr>
              <a:t>If processing time increases in proportion to the log n, the algorithm grows at a logarithmic rate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D6D3A9-1D4F-40A0-9BA6-5984A22F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358096"/>
              </p:ext>
            </p:extLst>
          </p:nvPr>
        </p:nvGraphicFramePr>
        <p:xfrm>
          <a:off x="1151384" y="2575290"/>
          <a:ext cx="378179" cy="19450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56782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05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07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8C0157-8029-4D02-B305-C03FDD811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50866"/>
              </p:ext>
            </p:extLst>
          </p:nvPr>
        </p:nvGraphicFramePr>
        <p:xfrm>
          <a:off x="1529562" y="2574678"/>
          <a:ext cx="3850244" cy="1940098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385024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9400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aseline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pSp>
        <p:nvGrpSpPr>
          <p:cNvPr id="8" name="Group 7" descr="Logarithmic graph">
            <a:extLst>
              <a:ext uri="{FF2B5EF4-FFF2-40B4-BE49-F238E27FC236}">
                <a16:creationId xmlns:a16="http://schemas.microsoft.com/office/drawing/2014/main" id="{CB7BE323-B770-42B6-A3A4-CEF30C1026BE}"/>
              </a:ext>
            </a:extLst>
          </p:cNvPr>
          <p:cNvGrpSpPr/>
          <p:nvPr/>
        </p:nvGrpSpPr>
        <p:grpSpPr>
          <a:xfrm>
            <a:off x="9080929" y="2530459"/>
            <a:ext cx="2214954" cy="1965960"/>
            <a:chOff x="6719570" y="1219200"/>
            <a:chExt cx="1924050" cy="192405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9E3743-72EC-4F02-9142-925B37C1AB2D}"/>
                </a:ext>
              </a:extLst>
            </p:cNvPr>
            <p:cNvCxnSpPr/>
            <p:nvPr/>
          </p:nvCxnSpPr>
          <p:spPr>
            <a:xfrm>
              <a:off x="7035800" y="1219200"/>
              <a:ext cx="0" cy="192405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81AD6DD-9C11-4B12-9E5F-065D6A9250D7}"/>
                </a:ext>
              </a:extLst>
            </p:cNvPr>
            <p:cNvCxnSpPr/>
            <p:nvPr/>
          </p:nvCxnSpPr>
          <p:spPr>
            <a:xfrm rot="5400000">
              <a:off x="7681595" y="1822450"/>
              <a:ext cx="0" cy="192405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B242A71-12B0-4E2E-BFEF-231F472ED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177233"/>
              </p:ext>
            </p:extLst>
          </p:nvPr>
        </p:nvGraphicFramePr>
        <p:xfrm>
          <a:off x="5895715" y="2549428"/>
          <a:ext cx="2565400" cy="207350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9989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1305411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</a:tblGrid>
              <a:tr h="35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endParaRPr lang="en-US" sz="1600" b="0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y = f(log</a:t>
                      </a:r>
                      <a:r>
                        <a:rPr lang="en-US" sz="1600" b="0" i="0" u="none" strike="noStrike" baseline="-25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  <a:r>
                        <a:rPr lang="en-US" sz="16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2635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926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EB6E19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200" b="1" i="0" u="none" strike="noStrike" dirty="0">
                        <a:solidFill>
                          <a:srgbClr val="EB6E19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60244"/>
                  </a:ext>
                </a:extLst>
              </a:tr>
            </a:tbl>
          </a:graphicData>
        </a:graphic>
      </p:graphicFrame>
      <p:grpSp>
        <p:nvGrpSpPr>
          <p:cNvPr id="13" name="Group 12" descr="Logarithmic graph">
            <a:extLst>
              <a:ext uri="{FF2B5EF4-FFF2-40B4-BE49-F238E27FC236}">
                <a16:creationId xmlns:a16="http://schemas.microsoft.com/office/drawing/2014/main" id="{5FF03C17-7D41-46E5-90ED-4BF28DBF0FF6}"/>
              </a:ext>
            </a:extLst>
          </p:cNvPr>
          <p:cNvGrpSpPr/>
          <p:nvPr/>
        </p:nvGrpSpPr>
        <p:grpSpPr>
          <a:xfrm>
            <a:off x="9444971" y="2698156"/>
            <a:ext cx="1734994" cy="1431673"/>
            <a:chOff x="9357362" y="2312388"/>
            <a:chExt cx="1734994" cy="1431673"/>
          </a:xfrm>
        </p:grpSpPr>
        <p:sp>
          <p:nvSpPr>
            <p:cNvPr id="14" name="Arc 9">
              <a:extLst>
                <a:ext uri="{FF2B5EF4-FFF2-40B4-BE49-F238E27FC236}">
                  <a16:creationId xmlns:a16="http://schemas.microsoft.com/office/drawing/2014/main" id="{C4B43875-4E66-4D83-9D5F-37AD31CD66E0}"/>
                </a:ext>
              </a:extLst>
            </p:cNvPr>
            <p:cNvSpPr/>
            <p:nvPr/>
          </p:nvSpPr>
          <p:spPr>
            <a:xfrm rot="16200000">
              <a:off x="9407761" y="2261989"/>
              <a:ext cx="1431673" cy="1532472"/>
            </a:xfrm>
            <a:custGeom>
              <a:avLst/>
              <a:gdLst>
                <a:gd name="connsiteX0" fmla="*/ 966292 w 1907474"/>
                <a:gd name="connsiteY0" fmla="*/ 96 h 2217582"/>
                <a:gd name="connsiteX1" fmla="*/ 1907474 w 1907474"/>
                <a:gd name="connsiteY1" fmla="*/ 1108791 h 2217582"/>
                <a:gd name="connsiteX2" fmla="*/ 953737 w 1907474"/>
                <a:gd name="connsiteY2" fmla="*/ 1108791 h 2217582"/>
                <a:gd name="connsiteX3" fmla="*/ 966292 w 1907474"/>
                <a:gd name="connsiteY3" fmla="*/ 96 h 2217582"/>
                <a:gd name="connsiteX0" fmla="*/ 966292 w 1907474"/>
                <a:gd name="connsiteY0" fmla="*/ 96 h 2217582"/>
                <a:gd name="connsiteX1" fmla="*/ 1907474 w 1907474"/>
                <a:gd name="connsiteY1" fmla="*/ 1108791 h 2217582"/>
                <a:gd name="connsiteX0" fmla="*/ 12555 w 967915"/>
                <a:gd name="connsiteY0" fmla="*/ 0 h 1108695"/>
                <a:gd name="connsiteX1" fmla="*/ 953737 w 967915"/>
                <a:gd name="connsiteY1" fmla="*/ 1108695 h 1108695"/>
                <a:gd name="connsiteX2" fmla="*/ 0 w 967915"/>
                <a:gd name="connsiteY2" fmla="*/ 1108695 h 1108695"/>
                <a:gd name="connsiteX3" fmla="*/ 12555 w 967915"/>
                <a:gd name="connsiteY3" fmla="*/ 0 h 1108695"/>
                <a:gd name="connsiteX0" fmla="*/ 12555 w 967915"/>
                <a:gd name="connsiteY0" fmla="*/ 0 h 1108695"/>
                <a:gd name="connsiteX1" fmla="*/ 953737 w 967915"/>
                <a:gd name="connsiteY1" fmla="*/ 1108695 h 110869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2" fmla="*/ 0 w 968634"/>
                <a:gd name="connsiteY2" fmla="*/ 1110465 h 1110465"/>
                <a:gd name="connsiteX3" fmla="*/ 12555 w 968634"/>
                <a:gd name="connsiteY3" fmla="*/ 1770 h 111046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2" fmla="*/ 0 w 968634"/>
                <a:gd name="connsiteY2" fmla="*/ 1110465 h 1110465"/>
                <a:gd name="connsiteX3" fmla="*/ 12555 w 968634"/>
                <a:gd name="connsiteY3" fmla="*/ 1770 h 1110465"/>
                <a:gd name="connsiteX0" fmla="*/ 12555 w 968634"/>
                <a:gd name="connsiteY0" fmla="*/ 1770 h 1110465"/>
                <a:gd name="connsiteX1" fmla="*/ 953737 w 968634"/>
                <a:gd name="connsiteY1" fmla="*/ 1110465 h 1110465"/>
                <a:gd name="connsiteX0" fmla="*/ 12555 w 956108"/>
                <a:gd name="connsiteY0" fmla="*/ 4267 h 1112962"/>
                <a:gd name="connsiteX1" fmla="*/ 953737 w 956108"/>
                <a:gd name="connsiteY1" fmla="*/ 1112962 h 1112962"/>
                <a:gd name="connsiteX2" fmla="*/ 0 w 956108"/>
                <a:gd name="connsiteY2" fmla="*/ 1112962 h 1112962"/>
                <a:gd name="connsiteX3" fmla="*/ 12555 w 956108"/>
                <a:gd name="connsiteY3" fmla="*/ 4267 h 1112962"/>
                <a:gd name="connsiteX0" fmla="*/ 12555 w 956108"/>
                <a:gd name="connsiteY0" fmla="*/ 4267 h 1112962"/>
                <a:gd name="connsiteX1" fmla="*/ 953737 w 956108"/>
                <a:gd name="connsiteY1" fmla="*/ 1112962 h 1112962"/>
                <a:gd name="connsiteX0" fmla="*/ 12555 w 1062887"/>
                <a:gd name="connsiteY0" fmla="*/ 3651 h 1112346"/>
                <a:gd name="connsiteX1" fmla="*/ 953737 w 1062887"/>
                <a:gd name="connsiteY1" fmla="*/ 1112346 h 1112346"/>
                <a:gd name="connsiteX2" fmla="*/ 0 w 1062887"/>
                <a:gd name="connsiteY2" fmla="*/ 1112346 h 1112346"/>
                <a:gd name="connsiteX3" fmla="*/ 12555 w 1062887"/>
                <a:gd name="connsiteY3" fmla="*/ 3651 h 1112346"/>
                <a:gd name="connsiteX0" fmla="*/ 12555 w 1062887"/>
                <a:gd name="connsiteY0" fmla="*/ 3651 h 1112346"/>
                <a:gd name="connsiteX1" fmla="*/ 953737 w 1062887"/>
                <a:gd name="connsiteY1" fmla="*/ 1112346 h 1112346"/>
                <a:gd name="connsiteX0" fmla="*/ 12555 w 1048150"/>
                <a:gd name="connsiteY0" fmla="*/ 0 h 1108695"/>
                <a:gd name="connsiteX1" fmla="*/ 953737 w 1048150"/>
                <a:gd name="connsiteY1" fmla="*/ 1108695 h 1108695"/>
                <a:gd name="connsiteX2" fmla="*/ 0 w 1048150"/>
                <a:gd name="connsiteY2" fmla="*/ 1108695 h 1108695"/>
                <a:gd name="connsiteX3" fmla="*/ 12555 w 1048150"/>
                <a:gd name="connsiteY3" fmla="*/ 0 h 1108695"/>
                <a:gd name="connsiteX0" fmla="*/ 12555 w 1048150"/>
                <a:gd name="connsiteY0" fmla="*/ 0 h 1108695"/>
                <a:gd name="connsiteX1" fmla="*/ 953737 w 1048150"/>
                <a:gd name="connsiteY1" fmla="*/ 1108695 h 1108695"/>
                <a:gd name="connsiteX0" fmla="*/ 12555 w 1048150"/>
                <a:gd name="connsiteY0" fmla="*/ 2229 h 1110924"/>
                <a:gd name="connsiteX1" fmla="*/ 953737 w 1048150"/>
                <a:gd name="connsiteY1" fmla="*/ 1110924 h 1110924"/>
                <a:gd name="connsiteX2" fmla="*/ 0 w 1048150"/>
                <a:gd name="connsiteY2" fmla="*/ 1110924 h 1110924"/>
                <a:gd name="connsiteX3" fmla="*/ 12555 w 1048150"/>
                <a:gd name="connsiteY3" fmla="*/ 2229 h 1110924"/>
                <a:gd name="connsiteX0" fmla="*/ 12555 w 1048150"/>
                <a:gd name="connsiteY0" fmla="*/ 2229 h 1110924"/>
                <a:gd name="connsiteX1" fmla="*/ 953737 w 1048150"/>
                <a:gd name="connsiteY1" fmla="*/ 1110924 h 1110924"/>
                <a:gd name="connsiteX0" fmla="*/ 12555 w 1073755"/>
                <a:gd name="connsiteY0" fmla="*/ 40659 h 1149354"/>
                <a:gd name="connsiteX1" fmla="*/ 953737 w 1073755"/>
                <a:gd name="connsiteY1" fmla="*/ 1149354 h 1149354"/>
                <a:gd name="connsiteX2" fmla="*/ 0 w 1073755"/>
                <a:gd name="connsiteY2" fmla="*/ 1149354 h 1149354"/>
                <a:gd name="connsiteX3" fmla="*/ 12555 w 1073755"/>
                <a:gd name="connsiteY3" fmla="*/ 40659 h 1149354"/>
                <a:gd name="connsiteX0" fmla="*/ 12555 w 1073755"/>
                <a:gd name="connsiteY0" fmla="*/ 40659 h 1149354"/>
                <a:gd name="connsiteX1" fmla="*/ 953737 w 1073755"/>
                <a:gd name="connsiteY1" fmla="*/ 1149354 h 1149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3755" h="1149354" stroke="0" extrusionOk="0">
                  <a:moveTo>
                    <a:pt x="12555" y="40659"/>
                  </a:moveTo>
                  <a:cubicBezTo>
                    <a:pt x="680401" y="-129155"/>
                    <a:pt x="1353790" y="231528"/>
                    <a:pt x="953737" y="1149354"/>
                  </a:cubicBezTo>
                  <a:lnTo>
                    <a:pt x="0" y="1149354"/>
                  </a:lnTo>
                  <a:cubicBezTo>
                    <a:pt x="4185" y="779789"/>
                    <a:pt x="402076" y="-8877"/>
                    <a:pt x="12555" y="40659"/>
                  </a:cubicBezTo>
                  <a:close/>
                </a:path>
                <a:path w="1073755" h="1149354" fill="none">
                  <a:moveTo>
                    <a:pt x="12555" y="40659"/>
                  </a:moveTo>
                  <a:cubicBezTo>
                    <a:pt x="534348" y="48645"/>
                    <a:pt x="953737" y="542678"/>
                    <a:pt x="953737" y="1149354"/>
                  </a:cubicBezTo>
                </a:path>
              </a:pathLst>
            </a:custGeom>
            <a:ln w="50800">
              <a:solidFill>
                <a:srgbClr val="EB6E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7424F3A6-BD50-418B-ACA9-C75E6F13016C}"/>
                </a:ext>
              </a:extLst>
            </p:cNvPr>
            <p:cNvSpPr/>
            <p:nvPr/>
          </p:nvSpPr>
          <p:spPr>
            <a:xfrm rot="5400000">
              <a:off x="10909019" y="2366500"/>
              <a:ext cx="164152" cy="202523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B99F7D-B6C0-4B12-886F-D583FB2A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61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B6F76D-2CA9-4D69-9CE4-C002B38E7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4A4EFE8-4013-4C42-A072-FF568531EC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OP3530">
              <a:extLst>
                <a:ext uri="{FF2B5EF4-FFF2-40B4-BE49-F238E27FC236}">
                  <a16:creationId xmlns:a16="http://schemas.microsoft.com/office/drawing/2014/main" id="{A8FF43A6-79C0-4288-BDC5-ABE2D033ED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graphicFrame>
        <p:nvGraphicFramePr>
          <p:cNvPr id="11" name="Table 18">
            <a:extLst>
              <a:ext uri="{FF2B5EF4-FFF2-40B4-BE49-F238E27FC236}">
                <a16:creationId xmlns:a16="http://schemas.microsoft.com/office/drawing/2014/main" id="{E2A2DDBF-E588-F459-7C60-F0A049DA2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579051"/>
              </p:ext>
            </p:extLst>
          </p:nvPr>
        </p:nvGraphicFramePr>
        <p:xfrm>
          <a:off x="1452279" y="4845442"/>
          <a:ext cx="8545987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6155">
                  <a:extLst>
                    <a:ext uri="{9D8B030D-6E8A-4147-A177-3AD203B41FA5}">
                      <a16:colId xmlns:a16="http://schemas.microsoft.com/office/drawing/2014/main" val="1382610456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2815675454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428854703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2392374617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1956085355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4260354363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3668328071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3697032455"/>
                    </a:ext>
                  </a:extLst>
                </a:gridCol>
                <a:gridCol w="458719">
                  <a:extLst>
                    <a:ext uri="{9D8B030D-6E8A-4147-A177-3AD203B41FA5}">
                      <a16:colId xmlns:a16="http://schemas.microsoft.com/office/drawing/2014/main" val="5027947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3860904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DA63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rgbClr val="00DA63"/>
                          </a:solidFill>
                          <a:latin typeface="Consolas" panose="020B0609020204030204" pitchFamily="49" charset="0"/>
                        </a:rPr>
                        <a:t>k-1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536499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</a:rPr>
                        <a:t>n (in powers of two)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DA63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solidFill>
                            <a:srgbClr val="00DA63"/>
                          </a:solidFill>
                          <a:latin typeface="Consolas" panose="020B0609020204030204" pitchFamily="49" charset="0"/>
                        </a:rPr>
                        <a:t>k-1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868259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</a:rPr>
                        <a:t># of times the loop executes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Consolas" panose="020B0609020204030204" pitchFamily="49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494934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605AA13-85E9-59AD-67CB-A2B405E6DE94}"/>
              </a:ext>
            </a:extLst>
          </p:cNvPr>
          <p:cNvSpPr txBox="1"/>
          <p:nvPr/>
        </p:nvSpPr>
        <p:spPr>
          <a:xfrm>
            <a:off x="838200" y="6043980"/>
            <a:ext cx="97115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We</a:t>
            </a:r>
            <a:r>
              <a:rPr lang="en-US" baseline="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know that i&lt;=n; Therefore, at iteration k, i 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= 2</a:t>
            </a:r>
            <a:r>
              <a:rPr lang="en-US" baseline="300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k-1</a:t>
            </a:r>
            <a:r>
              <a:rPr lang="en-US" baseline="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; Since the loop continues while i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&lt;=</a:t>
            </a:r>
            <a:r>
              <a:rPr lang="en-US" baseline="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n, we have: 2</a:t>
            </a:r>
            <a:r>
              <a:rPr lang="en-US" baseline="300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k-1</a:t>
            </a:r>
            <a:r>
              <a:rPr lang="en-US" baseline="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&lt;= n; k &lt;= (log</a:t>
            </a:r>
            <a:r>
              <a:rPr lang="en-US" baseline="-250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US" baseline="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n + 1); </a:t>
            </a:r>
            <a:r>
              <a:rPr lang="en-US" baseline="0" dirty="0">
                <a:solidFill>
                  <a:srgbClr val="00DA63"/>
                </a:solidFill>
                <a:latin typeface="Consolas" panose="020B0609020204030204" pitchFamily="49" charset="0"/>
              </a:rPr>
              <a:t>k </a:t>
            </a:r>
            <a:r>
              <a:rPr lang="en-US" baseline="0" dirty="0">
                <a:solidFill>
                  <a:srgbClr val="00DA63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∝ </a:t>
            </a:r>
            <a:r>
              <a:rPr lang="en-US" baseline="0" dirty="0">
                <a:solidFill>
                  <a:srgbClr val="00DA63"/>
                </a:solidFill>
                <a:latin typeface="Consolas" panose="020B0609020204030204" pitchFamily="49" charset="0"/>
              </a:rPr>
              <a:t>log</a:t>
            </a:r>
            <a:r>
              <a:rPr lang="en-US" baseline="-25000" dirty="0">
                <a:solidFill>
                  <a:srgbClr val="00DA63"/>
                </a:solidFill>
                <a:latin typeface="Consolas" panose="020B0609020204030204" pitchFamily="49" charset="0"/>
              </a:rPr>
              <a:t>2</a:t>
            </a:r>
            <a:r>
              <a:rPr lang="en-US" baseline="0" dirty="0">
                <a:solidFill>
                  <a:srgbClr val="00DA63"/>
                </a:solidFill>
                <a:latin typeface="Consolas" panose="020B0609020204030204" pitchFamily="49" charset="0"/>
              </a:rPr>
              <a:t> n; </a:t>
            </a:r>
          </a:p>
          <a:p>
            <a:pPr algn="ctr">
              <a:defRPr/>
            </a:pPr>
            <a:r>
              <a:rPr lang="en-US" baseline="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A4787C7-BD5B-49A2-A21E-55A4E9878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145226"/>
              </p:ext>
            </p:extLst>
          </p:nvPr>
        </p:nvGraphicFramePr>
        <p:xfrm>
          <a:off x="1529562" y="2575291"/>
          <a:ext cx="3956837" cy="29142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56837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1778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sum(int n)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int sum = 0;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nn-NO" sz="1600" baseline="0" dirty="0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int i=1; i&lt;=n; i*=2</a:t>
                      </a: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	sum += i;</a:t>
                      </a:r>
                    </a:p>
                    <a:p>
                      <a:pPr marL="457200" marR="0" lvl="1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return sum;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  <a:tr h="96918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nn-NO" sz="1600" baseline="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5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0151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17108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Different Growth Rates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75426" y="3221815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29D149-C33C-4A97-A2B1-D32ADE4D8281}"/>
              </a:ext>
            </a:extLst>
          </p:cNvPr>
          <p:cNvGraphicFramePr>
            <a:graphicFrameLocks noGrp="1"/>
          </p:cNvGraphicFramePr>
          <p:nvPr/>
        </p:nvGraphicFramePr>
        <p:xfrm>
          <a:off x="492549" y="2093110"/>
          <a:ext cx="11037217" cy="22086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12426">
                  <a:extLst>
                    <a:ext uri="{9D8B030D-6E8A-4147-A177-3AD203B41FA5}">
                      <a16:colId xmlns:a16="http://schemas.microsoft.com/office/drawing/2014/main" val="3548972164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83144008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23095018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134879893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864596082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53366465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71727618"/>
                    </a:ext>
                  </a:extLst>
                </a:gridCol>
                <a:gridCol w="1261280">
                  <a:extLst>
                    <a:ext uri="{9D8B030D-6E8A-4147-A177-3AD203B41FA5}">
                      <a16:colId xmlns:a16="http://schemas.microsoft.com/office/drawing/2014/main" val="273996885"/>
                    </a:ext>
                  </a:extLst>
                </a:gridCol>
                <a:gridCol w="1362611">
                  <a:extLst>
                    <a:ext uri="{9D8B030D-6E8A-4147-A177-3AD203B41FA5}">
                      <a16:colId xmlns:a16="http://schemas.microsoft.com/office/drawing/2014/main" val="2091591470"/>
                    </a:ext>
                  </a:extLst>
                </a:gridCol>
              </a:tblGrid>
              <a:tr h="4786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O(1)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O(log n)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O(n)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O(n log n)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O(n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)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O(n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)</a:t>
                      </a:r>
                      <a:endParaRPr lang="en-US" sz="1400" b="0" i="0" u="none" strike="noStrike" baseline="30000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O(2</a:t>
                      </a:r>
                      <a:r>
                        <a:rPr lang="en-US" sz="1400" b="0" u="none" strike="noStrike" baseline="30000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n</a:t>
                      </a:r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)</a:t>
                      </a:r>
                      <a:endParaRPr lang="en-US" sz="1400" b="0" i="0" u="none" strike="noStrike" baseline="30000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O(n!)</a:t>
                      </a:r>
                      <a:endParaRPr lang="en-US" sz="14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80214"/>
                  </a:ext>
                </a:extLst>
              </a:tr>
              <a:tr h="2060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33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1024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3628800</a:t>
                      </a:r>
                      <a:endParaRPr lang="en-US" sz="1100" b="0" i="0" u="none" strike="noStrike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7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200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100" b="0" i="0" u="none" strike="noStrike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1.26765E+30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9.3326E+157</a:t>
                      </a:r>
                      <a:endParaRPr lang="en-US" sz="1100" b="0" i="0" u="none" strike="noStrike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3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3000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1000000000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1.0715E+301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4144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40000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1E+12</a:t>
                      </a:r>
                      <a:endParaRPr lang="en-US" sz="1100" b="0" i="0" u="none" strike="noStrike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9923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500000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1E+15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1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6000000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1E+12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1E+18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2635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70000000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1E+14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1E+21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4926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rgbClr val="0081E2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200" b="0" i="0" u="none" strike="noStrike" dirty="0">
                        <a:solidFill>
                          <a:srgbClr val="0081E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DA63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DA63"/>
                          </a:solidFill>
                          <a:effectLst/>
                          <a:latin typeface="Gotham Bold" pitchFamily="50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100000000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800000000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F7FA82"/>
                          </a:solidFill>
                          <a:effectLst/>
                          <a:latin typeface="Gotham Bold" pitchFamily="50" charset="0"/>
                        </a:rPr>
                        <a:t>1E+16</a:t>
                      </a:r>
                      <a:endParaRPr lang="en-US" sz="1100" b="0" i="0" u="none" strike="noStrike" dirty="0">
                        <a:solidFill>
                          <a:srgbClr val="F7FA82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1E+24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rgbClr val="E60000"/>
                          </a:solidFill>
                          <a:effectLst/>
                          <a:latin typeface="Gotham Bold" pitchFamily="50" charset="0"/>
                        </a:rPr>
                        <a:t>#NUM!</a:t>
                      </a:r>
                      <a:endParaRPr lang="en-US" sz="1100" b="0" i="0" u="none" strike="noStrike" dirty="0">
                        <a:solidFill>
                          <a:srgbClr val="E60000"/>
                        </a:solidFill>
                        <a:effectLst/>
                        <a:latin typeface="Gotham Bold" pitchFamily="50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60244"/>
                  </a:ext>
                </a:extLst>
              </a:tr>
            </a:tbl>
          </a:graphicData>
        </a:graphic>
      </p:graphicFrame>
      <p:cxnSp>
        <p:nvCxnSpPr>
          <p:cNvPr id="5" name="Straight Arrow Connector 4" descr="Increasing across table">
            <a:extLst>
              <a:ext uri="{FF2B5EF4-FFF2-40B4-BE49-F238E27FC236}">
                <a16:creationId xmlns:a16="http://schemas.microsoft.com/office/drawing/2014/main" id="{2428E233-62F6-4E4A-9F22-152EF694AF51}"/>
              </a:ext>
            </a:extLst>
          </p:cNvPr>
          <p:cNvCxnSpPr/>
          <p:nvPr/>
        </p:nvCxnSpPr>
        <p:spPr>
          <a:xfrm>
            <a:off x="2107660" y="4667250"/>
            <a:ext cx="8658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9511EAA-8FB2-4959-B4FF-FEF3DD6C8983}"/>
              </a:ext>
            </a:extLst>
          </p:cNvPr>
          <p:cNvSpPr txBox="1"/>
          <p:nvPr/>
        </p:nvSpPr>
        <p:spPr>
          <a:xfrm>
            <a:off x="228601" y="4898241"/>
            <a:ext cx="114585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Order of Growth gets Faster, Complexity increases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Constant &lt; Logarithmic &lt; Linear &lt; Loglinear &lt; Polynomial &lt; Exponential &lt; Factorial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BFFAC9-800F-4BAA-B58C-FF9E88959A31}"/>
              </a:ext>
            </a:extLst>
          </p:cNvPr>
          <p:cNvSpPr/>
          <p:nvPr/>
        </p:nvSpPr>
        <p:spPr>
          <a:xfrm rot="16200000">
            <a:off x="-291800" y="3215978"/>
            <a:ext cx="11993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Inputs: 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D918F-F4AA-4C15-929D-847192EA6446}"/>
              </a:ext>
            </a:extLst>
          </p:cNvPr>
          <p:cNvSpPr/>
          <p:nvPr/>
        </p:nvSpPr>
        <p:spPr>
          <a:xfrm>
            <a:off x="5630636" y="1622005"/>
            <a:ext cx="761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D760F-71D2-4F46-B1C9-77CA165C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62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F3FF6-7B28-46FD-95C7-1EB826215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108224A6-3266-4AB4-A4D3-F078D9073F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Logo COP3530">
              <a:extLst>
                <a:ext uri="{FF2B5EF4-FFF2-40B4-BE49-F238E27FC236}">
                  <a16:creationId xmlns:a16="http://schemas.microsoft.com/office/drawing/2014/main" id="{FC7D5091-4BDD-4B72-B99D-176222B97B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32395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17108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Different Growth Rates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pic>
        <p:nvPicPr>
          <p:cNvPr id="12" name="Picture 2" descr="Graph of different growth functions">
            <a:extLst>
              <a:ext uri="{FF2B5EF4-FFF2-40B4-BE49-F238E27FC236}">
                <a16:creationId xmlns:a16="http://schemas.microsoft.com/office/drawing/2014/main" id="{9B95B669-92E2-43EA-8036-7953BF6C6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3549" y="2021306"/>
            <a:ext cx="6067571" cy="347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82541E4-59E9-4D0F-AD22-0852222D7D8A}"/>
              </a:ext>
            </a:extLst>
          </p:cNvPr>
          <p:cNvSpPr/>
          <p:nvPr/>
        </p:nvSpPr>
        <p:spPr>
          <a:xfrm>
            <a:off x="4188717" y="5653808"/>
            <a:ext cx="3603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8B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http://bigocheatsheet.com/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8B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0A2317-F7CC-4039-8032-89E88B2F9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63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2F32D4-77CB-4291-A714-9BE1E273A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3BC9BABE-785E-472C-860F-4670E33B42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FEA72FD9-8529-42F6-9A98-520D2C0D4C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65328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07" y="1579777"/>
            <a:ext cx="11353800" cy="13255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9600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sz="9600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sz="9600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sz="6000" dirty="0">
                <a:solidFill>
                  <a:schemeClr val="bg1"/>
                </a:solidFill>
                <a:latin typeface="Gotham Bold" pitchFamily="50" charset="0"/>
              </a:rPr>
              <a:t>Tips for Asymptotic Analysis (</a:t>
            </a:r>
            <a:r>
              <a:rPr lang="en-US" sz="6000" dirty="0">
                <a:solidFill>
                  <a:srgbClr val="EB6E19"/>
                </a:solidFill>
                <a:latin typeface="Gotham Bold" pitchFamily="50" charset="0"/>
              </a:rPr>
              <a:t>Big </a:t>
            </a:r>
            <a:r>
              <a:rPr lang="en-US" sz="6000" dirty="0">
                <a:solidFill>
                  <a:srgbClr val="0081E2"/>
                </a:solidFill>
                <a:latin typeface="Gotham Bold" pitchFamily="50" charset="0"/>
              </a:rPr>
              <a:t>O</a:t>
            </a:r>
            <a:r>
              <a:rPr lang="en-US" sz="6000" dirty="0">
                <a:solidFill>
                  <a:schemeClr val="bg1"/>
                </a:solidFill>
                <a:latin typeface="Gotham Bold" pitchFamily="50" charset="0"/>
              </a:rPr>
              <a:t>)</a:t>
            </a:r>
            <a:br>
              <a:rPr lang="en-US" sz="6000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sz="6000" dirty="0">
                <a:solidFill>
                  <a:schemeClr val="bg1"/>
                </a:solidFill>
                <a:latin typeface="Gotham Bold" pitchFamily="50" charset="0"/>
              </a:rPr>
            </a:br>
            <a:endParaRPr lang="en-US" sz="9600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75426" y="3221815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589B15-648A-4734-8BAF-D9C6B70FD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2A10AD-A3A1-4042-B691-3A6588222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427717CD-9D42-4EB3-9002-BF50CA541D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602A6F68-C346-4885-A08F-C54AE7314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97982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Gotham Bold" pitchFamily="50" charset="0"/>
              </a:rPr>
              <a:t>Tip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#1: Addition (Independence)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7F965-479F-4BA6-A6BD-33F1EB2AA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65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202824-BFF0-4128-ACA2-BA1388241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903AF68B-5F52-4A27-B016-2DC0A2B2E2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Logo COP3530">
              <a:extLst>
                <a:ext uri="{FF2B5EF4-FFF2-40B4-BE49-F238E27FC236}">
                  <a16:creationId xmlns:a16="http://schemas.microsoft.com/office/drawing/2014/main" id="{55746DA2-4FD7-48E9-994B-9EA09477B9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FBA1BC1-7361-B49A-5079-6A1D4CC89AD1}"/>
              </a:ext>
            </a:extLst>
          </p:cNvPr>
          <p:cNvSpPr txBox="1"/>
          <p:nvPr/>
        </p:nvSpPr>
        <p:spPr>
          <a:xfrm>
            <a:off x="1229723" y="2340797"/>
            <a:ext cx="5733052" cy="255454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func1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 err="1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76737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Gotham Bold" pitchFamily="50" charset="0"/>
              </a:rPr>
              <a:t>Tip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#1: Addition (Independence)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C021C9-B3AC-4747-A5AE-E1A92A445EDA}"/>
              </a:ext>
            </a:extLst>
          </p:cNvPr>
          <p:cNvSpPr/>
          <p:nvPr/>
        </p:nvSpPr>
        <p:spPr>
          <a:xfrm>
            <a:off x="3057525" y="274535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https://www.loom.com/share/336adfe079264fdfaf32726b45eec8cf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F4E6616-FB1D-42A9-8447-206AFE799508}"/>
                  </a:ext>
                </a:extLst>
              </p:cNvPr>
              <p:cNvSpPr/>
              <p:nvPr/>
            </p:nvSpPr>
            <p:spPr>
              <a:xfrm>
                <a:off x="6776923" y="3136612"/>
                <a:ext cx="441819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T(n, m) </a:t>
                </a:r>
                <a14:m>
                  <m:oMath xmlns:m="http://schemas.openxmlformats.org/officeDocument/2006/math">
                    <m:r>
                      <a:rPr kumimoji="0" lang="pt-BR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O(n+m)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F4E6616-FB1D-42A9-8447-206AFE799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923" y="3136612"/>
                <a:ext cx="4418197" cy="584775"/>
              </a:xfrm>
              <a:prstGeom prst="rect">
                <a:avLst/>
              </a:prstGeom>
              <a:blipFill>
                <a:blip r:embed="rId3"/>
                <a:stretch>
                  <a:fillRect t="-13684" r="-2486" b="-34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7F965-479F-4BA6-A6BD-33F1EB2AA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66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202824-BFF0-4128-ACA2-BA1388241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903AF68B-5F52-4A27-B016-2DC0A2B2E2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Logo COP3530">
              <a:extLst>
                <a:ext uri="{FF2B5EF4-FFF2-40B4-BE49-F238E27FC236}">
                  <a16:creationId xmlns:a16="http://schemas.microsoft.com/office/drawing/2014/main" id="{55746DA2-4FD7-48E9-994B-9EA09477B9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0D1C1C0-C990-F4A8-7D19-4C35F0935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29723" y="2340797"/>
            <a:ext cx="5733052" cy="2554545"/>
            <a:chOff x="1229723" y="2340797"/>
            <a:chExt cx="5733052" cy="255454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D76B7D-8CB8-6D6A-1309-16DAF2D12F9D}"/>
                </a:ext>
              </a:extLst>
            </p:cNvPr>
            <p:cNvSpPr txBox="1"/>
            <p:nvPr/>
          </p:nvSpPr>
          <p:spPr>
            <a:xfrm>
              <a:off x="1229723" y="2340797"/>
              <a:ext cx="5733052" cy="2554545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void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func1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7F7F7F"/>
                  </a:solidFill>
                  <a:effectLst/>
                  <a:latin typeface="Consolas" panose="020B0609020204030204" pitchFamily="49" charset="0"/>
                </a:rPr>
                <a:t>n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7F7F7F"/>
                  </a:solidFill>
                  <a:effectLst/>
                  <a:latin typeface="Consolas" panose="020B0609020204030204" pitchFamily="49" charset="0"/>
                </a:rPr>
                <a:t>m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{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7F7F7F"/>
                  </a:solidFill>
                  <a:effectLst/>
                  <a:latin typeface="Consolas" panose="020B0609020204030204" pitchFamily="49" charset="0"/>
                </a:rPr>
                <a:t>n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2000" b="0" dirty="0" err="1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7F7F7F"/>
                  </a:solidFill>
                  <a:effectLst/>
                  <a:latin typeface="Consolas" panose="020B0609020204030204" pitchFamily="49" charset="0"/>
                </a:rPr>
                <a:t>m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sz="2000" b="0" dirty="0" err="1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2000" b="0" dirty="0" err="1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2000" b="0" dirty="0" err="1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B340B90-4387-7EC8-296C-29C314B68DC0}"/>
                </a:ext>
              </a:extLst>
            </p:cNvPr>
            <p:cNvSpPr/>
            <p:nvPr/>
          </p:nvSpPr>
          <p:spPr>
            <a:xfrm>
              <a:off x="5019674" y="2989800"/>
              <a:ext cx="395403" cy="371475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BEC1D1C-038A-BF45-A835-60A3D64D6CA3}"/>
                </a:ext>
              </a:extLst>
            </p:cNvPr>
            <p:cNvSpPr/>
            <p:nvPr/>
          </p:nvSpPr>
          <p:spPr>
            <a:xfrm>
              <a:off x="5019673" y="3875108"/>
              <a:ext cx="395403" cy="371475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25734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Gotham Bold" pitchFamily="50" charset="0"/>
              </a:rPr>
              <a:t>Tip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#2: Drop Constant Multipliers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C021C9-B3AC-4747-A5AE-E1A92A445EDA}"/>
              </a:ext>
            </a:extLst>
          </p:cNvPr>
          <p:cNvSpPr/>
          <p:nvPr/>
        </p:nvSpPr>
        <p:spPr>
          <a:xfrm>
            <a:off x="2571750" y="24544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https://www.loom.com/share/336adfe079264fdfaf32726b45eec8cf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F7ED7-E384-4B8D-AEA3-67F4476E8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67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1DA30DF-F597-4DE3-B2C4-58CCE0BBC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710B3FC8-4E89-45D9-86A3-9F3A172F34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Logo COP3530">
              <a:extLst>
                <a:ext uri="{FF2B5EF4-FFF2-40B4-BE49-F238E27FC236}">
                  <a16:creationId xmlns:a16="http://schemas.microsoft.com/office/drawing/2014/main" id="{BF200A27-A8B8-4F56-A7F4-6FA529340A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925331D-F865-98C9-13DF-843F3B2C3B91}"/>
              </a:ext>
            </a:extLst>
          </p:cNvPr>
          <p:cNvSpPr txBox="1"/>
          <p:nvPr/>
        </p:nvSpPr>
        <p:spPr>
          <a:xfrm>
            <a:off x="1229723" y="2340797"/>
            <a:ext cx="5733052" cy="255454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func2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7F7F7F"/>
                </a:solidFill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 err="1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39182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Gotham Bold" pitchFamily="50" charset="0"/>
              </a:rPr>
              <a:t>Tip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#2: Drop Constant Multipliers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C021C9-B3AC-4747-A5AE-E1A92A445EDA}"/>
              </a:ext>
            </a:extLst>
          </p:cNvPr>
          <p:cNvSpPr/>
          <p:nvPr/>
        </p:nvSpPr>
        <p:spPr>
          <a:xfrm>
            <a:off x="2571750" y="24544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https://www.loom.com/share/336adfe079264fdfaf32726b45eec8cf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F7ED7-E384-4B8D-AEA3-67F4476E8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68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1DA30DF-F597-4DE3-B2C4-58CCE0BBC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710B3FC8-4E89-45D9-86A3-9F3A172F34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Logo COP3530">
              <a:extLst>
                <a:ext uri="{FF2B5EF4-FFF2-40B4-BE49-F238E27FC236}">
                  <a16:creationId xmlns:a16="http://schemas.microsoft.com/office/drawing/2014/main" id="{BF200A27-A8B8-4F56-A7F4-6FA529340A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FCD4A7-AFEC-F311-F8AF-D36D2F1F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29723" y="2340797"/>
            <a:ext cx="5733052" cy="2554545"/>
            <a:chOff x="1229723" y="2340797"/>
            <a:chExt cx="5733052" cy="255454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F3CB8F3-AAF2-33AC-E718-3F0AA5E15F67}"/>
                </a:ext>
              </a:extLst>
            </p:cNvPr>
            <p:cNvSpPr txBox="1"/>
            <p:nvPr/>
          </p:nvSpPr>
          <p:spPr>
            <a:xfrm>
              <a:off x="1229723" y="2340797"/>
              <a:ext cx="5733052" cy="2554545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void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func2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7F7F7F"/>
                  </a:solidFill>
                  <a:effectLst/>
                  <a:latin typeface="Consolas" panose="020B0609020204030204" pitchFamily="49" charset="0"/>
                </a:rPr>
                <a:t>n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{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7F7F7F"/>
                  </a:solidFill>
                  <a:effectLst/>
                  <a:latin typeface="Consolas" panose="020B0609020204030204" pitchFamily="49" charset="0"/>
                </a:rPr>
                <a:t>n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2000" b="0" dirty="0" err="1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dirty="0">
                  <a:solidFill>
                    <a:srgbClr val="7F7F7F"/>
                  </a:solidFill>
                  <a:latin typeface="Consolas" panose="020B0609020204030204" pitchFamily="49" charset="0"/>
                </a:rPr>
                <a:t>n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sz="2000" b="0" dirty="0" err="1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2000" b="0" dirty="0" err="1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2000" b="0" dirty="0" err="1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18E0BB7-93F8-1378-C62C-425591626EFF}"/>
                </a:ext>
              </a:extLst>
            </p:cNvPr>
            <p:cNvSpPr/>
            <p:nvPr/>
          </p:nvSpPr>
          <p:spPr>
            <a:xfrm>
              <a:off x="5019674" y="2989800"/>
              <a:ext cx="395403" cy="371475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8AD0CB-F0BF-4457-256E-E941C8BEA8CD}"/>
                </a:ext>
              </a:extLst>
            </p:cNvPr>
            <p:cNvSpPr/>
            <p:nvPr/>
          </p:nvSpPr>
          <p:spPr>
            <a:xfrm>
              <a:off x="5019673" y="3875108"/>
              <a:ext cx="395403" cy="371475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1EBFCB2-E230-7F4C-6CE4-E6B4E6012273}"/>
                  </a:ext>
                </a:extLst>
              </p:cNvPr>
              <p:cNvSpPr/>
              <p:nvPr/>
            </p:nvSpPr>
            <p:spPr>
              <a:xfrm>
                <a:off x="7125228" y="2644170"/>
                <a:ext cx="4466697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T(n) </a:t>
                </a:r>
                <a14:m>
                  <m:oMath xmlns:m="http://schemas.openxmlformats.org/officeDocument/2006/math">
                    <m:r>
                      <a:rPr kumimoji="0" lang="pt-BR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O(n+n) 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200" dirty="0">
                    <a:solidFill>
                      <a:srgbClr val="EB6E19"/>
                    </a:solidFill>
                    <a:latin typeface="Gotham Bold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3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        </m:t>
                    </m:r>
                    <m:r>
                      <a:rPr kumimoji="0" lang="en-US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pt-BR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O(2n) </a:t>
                </a:r>
                <a:endParaRPr lang="en-US" sz="3200" dirty="0">
                  <a:solidFill>
                    <a:srgbClr val="EB6E19"/>
                  </a:solidFill>
                  <a:latin typeface="Gotham Bold" pitchFamily="50" charset="0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       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65000"/>
                      </a:schemeClr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~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O(n)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1EBFCB2-E230-7F4C-6CE4-E6B4E60122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5228" y="2644170"/>
                <a:ext cx="4466697" cy="1569660"/>
              </a:xfrm>
              <a:prstGeom prst="rect">
                <a:avLst/>
              </a:prstGeom>
              <a:blipFill>
                <a:blip r:embed="rId5"/>
                <a:stretch>
                  <a:fillRect t="-5058" b="-1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83139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Gotham Bold" pitchFamily="50" charset="0"/>
              </a:rPr>
              <a:t>Tip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#3: Different Input Variables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C021C9-B3AC-4747-A5AE-E1A92A445EDA}"/>
              </a:ext>
            </a:extLst>
          </p:cNvPr>
          <p:cNvSpPr/>
          <p:nvPr/>
        </p:nvSpPr>
        <p:spPr>
          <a:xfrm>
            <a:off x="2533650" y="24544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https://www.loom.com/share/336adfe079264fdfaf32726b45eec8cf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ED68A-6728-40C2-A1C3-2B7F454A5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69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C8E4D5-62FC-48AC-A73E-952E96B7F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AEC8352C-E1C1-4C4E-94D8-C67093FFE9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Logo COP3530">
              <a:extLst>
                <a:ext uri="{FF2B5EF4-FFF2-40B4-BE49-F238E27FC236}">
                  <a16:creationId xmlns:a16="http://schemas.microsoft.com/office/drawing/2014/main" id="{E3DE4482-C74E-4B00-B318-D3910AE07C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E0F3893-F930-5232-2114-3786404A6EC8}"/>
              </a:ext>
            </a:extLst>
          </p:cNvPr>
          <p:cNvSpPr txBox="1"/>
          <p:nvPr/>
        </p:nvSpPr>
        <p:spPr>
          <a:xfrm>
            <a:off x="1229723" y="2340797"/>
            <a:ext cx="5733052" cy="255454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func3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 err="1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265563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Gotham Bold" pitchFamily="50" charset="0"/>
              </a:rPr>
              <a:t>Tip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#3: Different Input Variables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C021C9-B3AC-4747-A5AE-E1A92A445EDA}"/>
              </a:ext>
            </a:extLst>
          </p:cNvPr>
          <p:cNvSpPr/>
          <p:nvPr/>
        </p:nvSpPr>
        <p:spPr>
          <a:xfrm>
            <a:off x="2533650" y="24544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https://www.loom.com/share/336adfe079264fdfaf32726b45eec8cf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F4E6616-FB1D-42A9-8447-206AFE799508}"/>
                  </a:ext>
                </a:extLst>
              </p:cNvPr>
              <p:cNvSpPr/>
              <p:nvPr/>
            </p:nvSpPr>
            <p:spPr>
              <a:xfrm>
                <a:off x="7038975" y="3290333"/>
                <a:ext cx="668654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T(x, y) </a:t>
                </a:r>
                <a14:m>
                  <m:oMath xmlns:m="http://schemas.openxmlformats.org/officeDocument/2006/math">
                    <m:r>
                      <a:rPr kumimoji="0" lang="pt-BR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O(</a:t>
                </a:r>
                <a:r>
                  <a:rPr kumimoji="0" lang="en-US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x+y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F4E6616-FB1D-42A9-8447-206AFE799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75" y="3290333"/>
                <a:ext cx="6686549" cy="584775"/>
              </a:xfrm>
              <a:prstGeom prst="rect">
                <a:avLst/>
              </a:prstGeom>
              <a:blipFill>
                <a:blip r:embed="rId3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008CD8F-BDCC-4613-8189-8B082E9129EC}"/>
              </a:ext>
            </a:extLst>
          </p:cNvPr>
          <p:cNvSpPr txBox="1"/>
          <p:nvPr/>
        </p:nvSpPr>
        <p:spPr>
          <a:xfrm>
            <a:off x="795590" y="5164729"/>
            <a:ext cx="103912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Describe what the variable is,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Always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!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Example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O(x) where x is the size or length of a string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ED68A-6728-40C2-A1C3-2B7F454A5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70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C8E4D5-62FC-48AC-A73E-952E96B7F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AEC8352C-E1C1-4C4E-94D8-C67093FFE9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Logo COP3530">
              <a:extLst>
                <a:ext uri="{FF2B5EF4-FFF2-40B4-BE49-F238E27FC236}">
                  <a16:creationId xmlns:a16="http://schemas.microsoft.com/office/drawing/2014/main" id="{E3DE4482-C74E-4B00-B318-D3910AE07C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A6DDFB1-4670-56C3-BD80-C7D7A0D46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29723" y="2340797"/>
            <a:ext cx="5733052" cy="2554545"/>
            <a:chOff x="1229723" y="2340797"/>
            <a:chExt cx="5733052" cy="25545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83C7E0-8F86-8867-B29A-C18F17B43D68}"/>
                </a:ext>
              </a:extLst>
            </p:cNvPr>
            <p:cNvSpPr txBox="1"/>
            <p:nvPr/>
          </p:nvSpPr>
          <p:spPr>
            <a:xfrm>
              <a:off x="1229723" y="2340797"/>
              <a:ext cx="5733052" cy="2554545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void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func3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7F7F7F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7F7F7F"/>
                  </a:solidFill>
                  <a:effectLst/>
                  <a:latin typeface="Consolas" panose="020B0609020204030204" pitchFamily="49" charset="0"/>
                </a:rPr>
                <a:t>y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{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7F7F7F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2000" b="0" dirty="0" err="1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sz="20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7F7F7F"/>
                  </a:solidFill>
                  <a:effectLst/>
                  <a:latin typeface="Consolas" panose="020B0609020204030204" pitchFamily="49" charset="0"/>
                </a:rPr>
                <a:t>y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 </a:t>
              </a:r>
              <a:r>
                <a:rPr lang="en-US" sz="2000" b="0" dirty="0" err="1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2000" b="0" dirty="0" err="1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2000" b="0" dirty="0" err="1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B4B4B4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000" b="0" dirty="0">
                  <a:solidFill>
                    <a:srgbClr val="C8C8C8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342900" indent="-457200">
                <a:buClr>
                  <a:schemeClr val="tx1">
                    <a:lumMod val="50000"/>
                    <a:lumOff val="50000"/>
                  </a:schemeClr>
                </a:buClr>
                <a:buFont typeface="+mj-lt"/>
                <a:buAutoNum type="arabicPeriod"/>
              </a:pPr>
              <a:r>
                <a:rPr lang="en-US" sz="20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F9CC589-3292-887B-5791-585AA76787FD}"/>
                </a:ext>
              </a:extLst>
            </p:cNvPr>
            <p:cNvSpPr/>
            <p:nvPr/>
          </p:nvSpPr>
          <p:spPr>
            <a:xfrm>
              <a:off x="5019674" y="2989800"/>
              <a:ext cx="395403" cy="371475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247B6F-B7A8-6919-C7B7-FEDD1BC39B3C}"/>
                </a:ext>
              </a:extLst>
            </p:cNvPr>
            <p:cNvSpPr/>
            <p:nvPr/>
          </p:nvSpPr>
          <p:spPr>
            <a:xfrm>
              <a:off x="5019673" y="3875108"/>
              <a:ext cx="395403" cy="371475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929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Gotham Bold" pitchFamily="50" charset="0"/>
              </a:rPr>
              <a:t>Tip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#4a: Drop Lower Order Terms with Similar Growth Rates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C021C9-B3AC-4747-A5AE-E1A92A445EDA}"/>
              </a:ext>
            </a:extLst>
          </p:cNvPr>
          <p:cNvSpPr/>
          <p:nvPr/>
        </p:nvSpPr>
        <p:spPr>
          <a:xfrm>
            <a:off x="2571750" y="24544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https://www.loom.com/share/336adfe079264fdfaf32726b45eec8cf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8B8DD-A1B7-44F6-8260-9A1483396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71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C271BD-B5BB-43FB-BD50-79EA94D75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4516FC4E-40A9-4B30-B965-E01A072659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Logo COP3530">
              <a:extLst>
                <a:ext uri="{FF2B5EF4-FFF2-40B4-BE49-F238E27FC236}">
                  <a16:creationId xmlns:a16="http://schemas.microsoft.com/office/drawing/2014/main" id="{3F00F602-2274-42FF-B318-E0C791FFF9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2A61836-6E41-3552-B570-AB5989E655E4}"/>
              </a:ext>
            </a:extLst>
          </p:cNvPr>
          <p:cNvSpPr txBox="1"/>
          <p:nvPr/>
        </p:nvSpPr>
        <p:spPr>
          <a:xfrm>
            <a:off x="1229723" y="2340797"/>
            <a:ext cx="5733052" cy="255454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func4a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*=2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04582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Gotham Bold" pitchFamily="50" charset="0"/>
              </a:rPr>
              <a:t>Tip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#4a: Drop Lower Order Terms with Similar Growth Rates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C021C9-B3AC-4747-A5AE-E1A92A445EDA}"/>
              </a:ext>
            </a:extLst>
          </p:cNvPr>
          <p:cNvSpPr/>
          <p:nvPr/>
        </p:nvSpPr>
        <p:spPr>
          <a:xfrm>
            <a:off x="2571750" y="24544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https://www.loom.com/share/336adfe079264fdfaf32726b45eec8cf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F4E6616-FB1D-42A9-8447-206AFE799508}"/>
                  </a:ext>
                </a:extLst>
              </p:cNvPr>
              <p:cNvSpPr/>
              <p:nvPr/>
            </p:nvSpPr>
            <p:spPr>
              <a:xfrm>
                <a:off x="6652741" y="2777590"/>
                <a:ext cx="5438775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T(n) </a:t>
                </a:r>
                <a14:m>
                  <m:oMath xmlns:m="http://schemas.openxmlformats.org/officeDocument/2006/math">
                    <m:r>
                      <a:rPr kumimoji="0" lang="pt-BR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O(n + log</a:t>
                </a:r>
                <a:r>
                  <a:rPr kumimoji="0" lang="en-US" sz="32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n) </a:t>
                </a:r>
              </a:p>
              <a:p>
                <a:pPr marL="457200" marR="0" lvl="1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~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O(n)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*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F4E6616-FB1D-42A9-8447-206AFE799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741" y="2777590"/>
                <a:ext cx="5438775" cy="1077218"/>
              </a:xfrm>
              <a:prstGeom prst="rect">
                <a:avLst/>
              </a:prstGeom>
              <a:blipFill>
                <a:blip r:embed="rId3"/>
                <a:stretch>
                  <a:fillRect t="-7386" r="-4815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7F4A400-67FA-415A-A45E-4533B51C419D}"/>
              </a:ext>
            </a:extLst>
          </p:cNvPr>
          <p:cNvSpPr txBox="1"/>
          <p:nvPr/>
        </p:nvSpPr>
        <p:spPr>
          <a:xfrm>
            <a:off x="7370516" y="4428649"/>
            <a:ext cx="43877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Both variables are n and grow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at the same rate.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8B8DD-A1B7-44F6-8260-9A1483396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72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C271BD-B5BB-43FB-BD50-79EA94D75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4516FC4E-40A9-4B30-B965-E01A072659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Logo COP3530">
              <a:extLst>
                <a:ext uri="{FF2B5EF4-FFF2-40B4-BE49-F238E27FC236}">
                  <a16:creationId xmlns:a16="http://schemas.microsoft.com/office/drawing/2014/main" id="{3F00F602-2274-42FF-B318-E0C791FFF9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9E51148-0052-2289-633B-7C592CF19978}"/>
              </a:ext>
            </a:extLst>
          </p:cNvPr>
          <p:cNvSpPr txBox="1"/>
          <p:nvPr/>
        </p:nvSpPr>
        <p:spPr>
          <a:xfrm>
            <a:off x="1229723" y="2340797"/>
            <a:ext cx="5733052" cy="255454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func4a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*=2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72504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Gotham Bold" pitchFamily="50" charset="0"/>
              </a:rPr>
              <a:t>Tip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#4b: Drop Lower Order Terms with Similar Growth Rates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C021C9-B3AC-4747-A5AE-E1A92A445EDA}"/>
              </a:ext>
            </a:extLst>
          </p:cNvPr>
          <p:cNvSpPr/>
          <p:nvPr/>
        </p:nvSpPr>
        <p:spPr>
          <a:xfrm>
            <a:off x="2571750" y="24544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https://www.loom.com/share/336adfe079264fdfaf32726b45eec8cf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A8522-9CBD-4989-A5A0-5B994DAC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73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FC87A0-3A00-4D07-99D4-0ADD70C72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FB07F7C2-54C9-4E22-9D32-DA2264A727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83A31142-73F6-4E30-860E-9942EF89A3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859A3A6-8214-0321-3EEE-2D1A5CBB22FB}"/>
              </a:ext>
            </a:extLst>
          </p:cNvPr>
          <p:cNvSpPr txBox="1"/>
          <p:nvPr/>
        </p:nvSpPr>
        <p:spPr>
          <a:xfrm>
            <a:off x="1229723" y="2340797"/>
            <a:ext cx="5733052" cy="255454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func4b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*=2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40742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Gotham Bold" pitchFamily="50" charset="0"/>
              </a:rPr>
              <a:t>Tip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#4b: Drop Lower Order Terms with Similar Growth Rates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C021C9-B3AC-4747-A5AE-E1A92A445EDA}"/>
              </a:ext>
            </a:extLst>
          </p:cNvPr>
          <p:cNvSpPr/>
          <p:nvPr/>
        </p:nvSpPr>
        <p:spPr>
          <a:xfrm>
            <a:off x="2571750" y="24544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https://www.loom.com/share/336adfe079264fdfaf32726b45eec8cf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F4E6616-FB1D-42A9-8447-206AFE799508}"/>
                  </a:ext>
                </a:extLst>
              </p:cNvPr>
              <p:cNvSpPr/>
              <p:nvPr/>
            </p:nvSpPr>
            <p:spPr>
              <a:xfrm>
                <a:off x="6746730" y="2870440"/>
                <a:ext cx="5747039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T(n, m) </a:t>
                </a:r>
                <a14:m>
                  <m:oMath xmlns:m="http://schemas.openxmlformats.org/officeDocument/2006/math">
                    <m:r>
                      <a:rPr kumimoji="0" lang="pt-BR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O(n + log</a:t>
                </a:r>
                <a:r>
                  <a:rPr kumimoji="0" lang="en-US" sz="32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m)     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200" dirty="0">
                    <a:solidFill>
                      <a:srgbClr val="EB6E19"/>
                    </a:solidFill>
                    <a:latin typeface="Gotham Bold" pitchFamily="50" charset="0"/>
                  </a:rPr>
                  <a:t>             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65000"/>
                      </a:schemeClr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~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O(n)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*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F4E6616-FB1D-42A9-8447-206AFE799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730" y="2870440"/>
                <a:ext cx="5747039" cy="1077218"/>
              </a:xfrm>
              <a:prstGeom prst="rect">
                <a:avLst/>
              </a:prstGeom>
              <a:blipFill>
                <a:blip r:embed="rId3"/>
                <a:stretch>
                  <a:fillRect t="-7345" b="-17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7F4A400-67FA-415A-A45E-4533B51C419D}"/>
              </a:ext>
            </a:extLst>
          </p:cNvPr>
          <p:cNvSpPr txBox="1"/>
          <p:nvPr/>
        </p:nvSpPr>
        <p:spPr>
          <a:xfrm>
            <a:off x="7291864" y="4112991"/>
            <a:ext cx="43877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Assuming n and m are growing at the same rate.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105952-643A-42C6-8264-E6D78DBDA209}"/>
              </a:ext>
            </a:extLst>
          </p:cNvPr>
          <p:cNvSpPr txBox="1"/>
          <p:nvPr/>
        </p:nvSpPr>
        <p:spPr>
          <a:xfrm>
            <a:off x="2497957" y="5256844"/>
            <a:ext cx="86595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you are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given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 the question that n and m are growing at the same rate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if you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assume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they are growing at the same rate, then simplifying is fine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A8522-9CBD-4989-A5A0-5B994DAC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74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FC87A0-3A00-4D07-99D4-0ADD70C72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FB07F7C2-54C9-4E22-9D32-DA2264A727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83A31142-73F6-4E30-860E-9942EF89A3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8E1782C-241B-F97B-30A5-CDE9033EBAF0}"/>
              </a:ext>
            </a:extLst>
          </p:cNvPr>
          <p:cNvSpPr txBox="1"/>
          <p:nvPr/>
        </p:nvSpPr>
        <p:spPr>
          <a:xfrm>
            <a:off x="1229723" y="2340797"/>
            <a:ext cx="5733052" cy="255454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func4b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*=2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676665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Gotham Bold" pitchFamily="50" charset="0"/>
              </a:rPr>
              <a:t>Tip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#4c: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Gotham Bold" pitchFamily="50" charset="0"/>
              </a:rPr>
              <a:t>Do not 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drop Lower Order Terms with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Gotham Bold" pitchFamily="50" charset="0"/>
              </a:rPr>
              <a:t>different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Growth Rates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C021C9-B3AC-4747-A5AE-E1A92A445EDA}"/>
              </a:ext>
            </a:extLst>
          </p:cNvPr>
          <p:cNvSpPr/>
          <p:nvPr/>
        </p:nvSpPr>
        <p:spPr>
          <a:xfrm>
            <a:off x="2571750" y="24544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https://www.loom.com/share/336adfe079264fdfaf32726b45eec8cf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F4E6616-FB1D-42A9-8447-206AFE799508}"/>
                  </a:ext>
                </a:extLst>
              </p:cNvPr>
              <p:cNvSpPr/>
              <p:nvPr/>
            </p:nvSpPr>
            <p:spPr>
              <a:xfrm>
                <a:off x="6610350" y="2867197"/>
                <a:ext cx="574703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T(n, m) </a:t>
                </a:r>
                <a14:m>
                  <m:oMath xmlns:m="http://schemas.openxmlformats.org/officeDocument/2006/math">
                    <m:r>
                      <a:rPr kumimoji="0" lang="pt-BR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∈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O(n + log</a:t>
                </a:r>
                <a:r>
                  <a:rPr kumimoji="0" lang="en-US" sz="32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 m)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*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F4E6616-FB1D-42A9-8447-206AFE799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350" y="2867197"/>
                <a:ext cx="5747039" cy="584775"/>
              </a:xfrm>
              <a:prstGeom prst="rect">
                <a:avLst/>
              </a:prstGeom>
              <a:blipFill>
                <a:blip r:embed="rId3"/>
                <a:stretch>
                  <a:fillRect t="-13542" r="-275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7F4A400-67FA-415A-A45E-4533B51C419D}"/>
              </a:ext>
            </a:extLst>
          </p:cNvPr>
          <p:cNvSpPr txBox="1"/>
          <p:nvPr/>
        </p:nvSpPr>
        <p:spPr>
          <a:xfrm>
            <a:off x="7370516" y="3618069"/>
            <a:ext cx="43877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Assuming no relationship is given between n and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m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8AB52-6380-498A-B131-DBCFC93AC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75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536618-D28E-4394-B337-0D1A7AB5C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98336AAB-329E-405D-AA71-5C8CECA7B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Logo COP3530">
              <a:extLst>
                <a:ext uri="{FF2B5EF4-FFF2-40B4-BE49-F238E27FC236}">
                  <a16:creationId xmlns:a16="http://schemas.microsoft.com/office/drawing/2014/main" id="{7662BAF1-3880-478B-AA5C-B1D639760F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9D0D2F5-5512-D127-19D3-F3B7BB464252}"/>
              </a:ext>
            </a:extLst>
          </p:cNvPr>
          <p:cNvSpPr txBox="1"/>
          <p:nvPr/>
        </p:nvSpPr>
        <p:spPr>
          <a:xfrm>
            <a:off x="1229723" y="2340797"/>
            <a:ext cx="5733052" cy="255454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func4c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*=2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609762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Mentimeter</a:t>
            </a: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81B293-5981-4365-A28F-8A90301A3253}"/>
              </a:ext>
            </a:extLst>
          </p:cNvPr>
          <p:cNvSpPr/>
          <p:nvPr/>
        </p:nvSpPr>
        <p:spPr>
          <a:xfrm>
            <a:off x="1980742" y="2953844"/>
            <a:ext cx="33212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 Menti.com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CAF668-8118-4B2D-8FB0-5237FB8E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76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8C023BD-5AE1-4C8D-B4DF-6C55C35E3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20B4EEA1-9400-47A3-A166-D348A7FB12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60E79DCC-77C1-4FA7-82EB-EB6D7BA856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16303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Mentimeter</a:t>
            </a: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051245-9EA5-4049-9948-0EEB6602D601}"/>
              </a:ext>
            </a:extLst>
          </p:cNvPr>
          <p:cNvSpPr txBox="1"/>
          <p:nvPr/>
        </p:nvSpPr>
        <p:spPr>
          <a:xfrm>
            <a:off x="5568462" y="5544686"/>
            <a:ext cx="3396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O(n log 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146DD-3FBB-4F0F-9D40-9ABDC6453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77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AC87E0-3593-4F0C-B143-B3EB57019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36C16D99-2302-4BCC-9ACF-19B90E4C22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DC6FD119-4C6F-45E7-BA3B-412BFC8B03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42497F-FED6-8C50-F18D-E838FEB01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1290638"/>
            <a:ext cx="11572875" cy="42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983816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Logarithmic growth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051245-9EA5-4049-9948-0EEB6602D601}"/>
              </a:ext>
            </a:extLst>
          </p:cNvPr>
          <p:cNvSpPr txBox="1"/>
          <p:nvPr/>
        </p:nvSpPr>
        <p:spPr>
          <a:xfrm>
            <a:off x="1970697" y="1859340"/>
            <a:ext cx="108212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for(i = 1; i &lt;= n; i *= 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dirty="0">
              <a:solidFill>
                <a:srgbClr val="0081E2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for(i = n; i &gt;= 1; i /= 2)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2D139-D246-4A65-8BB4-3006ECD1C920}"/>
              </a:ext>
            </a:extLst>
          </p:cNvPr>
          <p:cNvSpPr txBox="1"/>
          <p:nvPr/>
        </p:nvSpPr>
        <p:spPr>
          <a:xfrm>
            <a:off x="2427682" y="5754211"/>
            <a:ext cx="990726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https://en.wikipedia.org/wiki/1_%2B_2_%2B_3_%2B_4_%2B_%E2%8B%AF</a:t>
            </a:r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 </a:t>
            </a:r>
            <a:endParaRPr lang="en-US" sz="1400" dirty="0">
              <a:solidFill>
                <a:srgbClr val="0081E2"/>
              </a:solidFill>
              <a:latin typeface="Consolas" panose="020B0609020204030204" pitchFamily="49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https://en.wikipedia.org/wiki/1_%2B_2_%2B_4_%2B_8_%2B_%E2%8B%AF</a:t>
            </a:r>
            <a:endParaRPr lang="en-US" sz="1400" dirty="0">
              <a:solidFill>
                <a:srgbClr val="0081E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https://en.wikipedia.org/wiki/1/2_%2B_1/4_%2B_1/8_%2B_1/16_%2B_%E2%8B%AF</a:t>
            </a:r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6DDB84-D8C6-4193-960C-CC7633239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F0C1AC-E2F7-456B-AD90-76D834CD6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1D65E155-E89A-427D-BD3F-2C02B57693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23338089-1728-4590-A2AA-41717896E6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04670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Mentimeter</a:t>
            </a: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3FC291-91E0-4FBA-9F64-FB51D69C0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238" y="1995487"/>
            <a:ext cx="8115300" cy="2867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051245-9EA5-4049-9948-0EEB6602D601}"/>
              </a:ext>
            </a:extLst>
          </p:cNvPr>
          <p:cNvSpPr txBox="1"/>
          <p:nvPr/>
        </p:nvSpPr>
        <p:spPr>
          <a:xfrm>
            <a:off x="5556739" y="5305530"/>
            <a:ext cx="3396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O(1)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146DD-3FBB-4F0F-9D40-9ABDC6453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79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AC87E0-3593-4F0C-B143-B3EB57019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36C16D99-2302-4BCC-9ACF-19B90E4C22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DC6FD119-4C6F-45E7-BA3B-412BFC8B03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46313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Mentimeter</a:t>
            </a: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051245-9EA5-4049-9948-0EEB6602D601}"/>
              </a:ext>
            </a:extLst>
          </p:cNvPr>
          <p:cNvSpPr txBox="1"/>
          <p:nvPr/>
        </p:nvSpPr>
        <p:spPr>
          <a:xfrm>
            <a:off x="4823210" y="4321631"/>
            <a:ext cx="3396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O(n)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7082CC-8D15-4CC0-8A92-E845C20BB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583" y="2203353"/>
            <a:ext cx="6354834" cy="211827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A5D2BF-1D29-439D-8620-E1D28136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80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343709-4FEB-4B2A-B1F2-566364F2C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E6341D8-6D42-44B3-97CA-3A2629795E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4FE49F8F-CBA2-4213-89CD-3536C8F582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95049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Mentimeter</a:t>
            </a: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051245-9EA5-4049-9948-0EEB6602D601}"/>
              </a:ext>
            </a:extLst>
          </p:cNvPr>
          <p:cNvSpPr txBox="1"/>
          <p:nvPr/>
        </p:nvSpPr>
        <p:spPr>
          <a:xfrm>
            <a:off x="1457013" y="4482404"/>
            <a:ext cx="10821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They both take same time in terms of Big 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71A79C-F891-47F4-BC93-53C2545E5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665" y="2305207"/>
            <a:ext cx="3457575" cy="170497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98B72C-6A35-47A2-B6EA-1C2D2347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81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07B35F6-FD9D-46C7-8878-FD0BACF61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3EE34039-8271-4EE0-92E1-F917721C69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7B88FA89-E343-4EBD-B341-77FABBAA49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961127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Mentimeter</a:t>
            </a: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051245-9EA5-4049-9948-0EEB6602D601}"/>
              </a:ext>
            </a:extLst>
          </p:cNvPr>
          <p:cNvSpPr txBox="1"/>
          <p:nvPr/>
        </p:nvSpPr>
        <p:spPr>
          <a:xfrm>
            <a:off x="1527352" y="4552743"/>
            <a:ext cx="108212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 will be faster in terms of execution time/simulation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71A79C-F891-47F4-BC93-53C2545E5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665" y="2305207"/>
            <a:ext cx="3457575" cy="170497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BF4DA-71E1-4987-BCC3-63C9E836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82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8F0E30F-A5F2-44F1-B3AA-F6FB8A5BC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FAB8C9DF-BEA5-4B00-868B-1204262440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8EE5735B-127D-4550-9200-E598466709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238165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Enter Data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6CFA39F-46FB-4C07-A9BA-8F32E226AFA6}"/>
              </a:ext>
            </a:extLst>
          </p:cNvPr>
          <p:cNvGraphicFramePr>
            <a:graphicFrameLocks noGrp="1"/>
          </p:cNvGraphicFramePr>
          <p:nvPr/>
        </p:nvGraphicFramePr>
        <p:xfrm>
          <a:off x="1332505" y="2231907"/>
          <a:ext cx="9888729" cy="10363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24897">
                  <a:extLst>
                    <a:ext uri="{9D8B030D-6E8A-4147-A177-3AD203B41FA5}">
                      <a16:colId xmlns:a16="http://schemas.microsoft.com/office/drawing/2014/main" val="938629726"/>
                    </a:ext>
                  </a:extLst>
                </a:gridCol>
                <a:gridCol w="4048843">
                  <a:extLst>
                    <a:ext uri="{9D8B030D-6E8A-4147-A177-3AD203B41FA5}">
                      <a16:colId xmlns:a16="http://schemas.microsoft.com/office/drawing/2014/main" val="4168578608"/>
                    </a:ext>
                  </a:extLst>
                </a:gridCol>
                <a:gridCol w="3114989">
                  <a:extLst>
                    <a:ext uri="{9D8B030D-6E8A-4147-A177-3AD203B41FA5}">
                      <a16:colId xmlns:a16="http://schemas.microsoft.com/office/drawing/2014/main" val="3018128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EB6E19"/>
                          </a:solidFill>
                          <a:latin typeface="Gotham Bold" pitchFamily="50" charset="0"/>
                        </a:rPr>
                        <a:t>Best Case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EB6E19"/>
                          </a:solidFill>
                          <a:latin typeface="Gotham Bold" pitchFamily="50" charset="0"/>
                        </a:rPr>
                        <a:t>Average Case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EB6E19"/>
                          </a:solidFill>
                          <a:latin typeface="Gotham Bold" pitchFamily="50" charset="0"/>
                        </a:rPr>
                        <a:t>Worst Case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143955"/>
                  </a:ext>
                </a:extLst>
              </a:tr>
              <a:tr h="34248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Gotham Bold" pitchFamily="50" charset="0"/>
                        </a:rPr>
                        <a:t>Lowest cost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Gotham Bold" pitchFamily="50" charset="0"/>
                        </a:rPr>
                        <a:t>Average cost for all n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Gotham Bold" pitchFamily="50" charset="0"/>
                        </a:rPr>
                        <a:t>Highest cost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7177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AAE82-F8FE-4ADF-83E5-269F389EF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83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7CF0CE-BA1C-4DC2-A4D3-5A45D14AB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6CBAB66E-74FA-4494-8877-666DA9DA2B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4E32EC23-20C7-4167-9DEC-43AFF5621F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1750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Enter Data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6CFA39F-46FB-4C07-A9BA-8F32E226AFA6}"/>
              </a:ext>
            </a:extLst>
          </p:cNvPr>
          <p:cNvGraphicFramePr>
            <a:graphicFrameLocks noGrp="1"/>
          </p:cNvGraphicFramePr>
          <p:nvPr/>
        </p:nvGraphicFramePr>
        <p:xfrm>
          <a:off x="1332505" y="2231907"/>
          <a:ext cx="9888729" cy="10363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24897">
                  <a:extLst>
                    <a:ext uri="{9D8B030D-6E8A-4147-A177-3AD203B41FA5}">
                      <a16:colId xmlns:a16="http://schemas.microsoft.com/office/drawing/2014/main" val="938629726"/>
                    </a:ext>
                  </a:extLst>
                </a:gridCol>
                <a:gridCol w="4048843">
                  <a:extLst>
                    <a:ext uri="{9D8B030D-6E8A-4147-A177-3AD203B41FA5}">
                      <a16:colId xmlns:a16="http://schemas.microsoft.com/office/drawing/2014/main" val="4168578608"/>
                    </a:ext>
                  </a:extLst>
                </a:gridCol>
                <a:gridCol w="3114989">
                  <a:extLst>
                    <a:ext uri="{9D8B030D-6E8A-4147-A177-3AD203B41FA5}">
                      <a16:colId xmlns:a16="http://schemas.microsoft.com/office/drawing/2014/main" val="3018128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EB6E19"/>
                          </a:solidFill>
                          <a:latin typeface="Gotham Bold" pitchFamily="50" charset="0"/>
                        </a:rPr>
                        <a:t>Best Case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EB6E19"/>
                          </a:solidFill>
                          <a:latin typeface="Gotham Bold" pitchFamily="50" charset="0"/>
                        </a:rPr>
                        <a:t>Average Case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EB6E19"/>
                          </a:solidFill>
                          <a:latin typeface="Gotham Bold" pitchFamily="50" charset="0"/>
                        </a:rPr>
                        <a:t>Worst Case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143955"/>
                  </a:ext>
                </a:extLst>
              </a:tr>
              <a:tr h="34248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Gotham Bold" pitchFamily="50" charset="0"/>
                        </a:rPr>
                        <a:t>Lowest cost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Gotham Bold" pitchFamily="50" charset="0"/>
                        </a:rPr>
                        <a:t>Average cost for all n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Gotham Bold" pitchFamily="50" charset="0"/>
                        </a:rPr>
                        <a:t>Highest cost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7177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0A280A9-EA1C-4D8D-AF42-2E47B55FD31F}"/>
              </a:ext>
            </a:extLst>
          </p:cNvPr>
          <p:cNvSpPr txBox="1"/>
          <p:nvPr/>
        </p:nvSpPr>
        <p:spPr>
          <a:xfrm>
            <a:off x="883933" y="3599775"/>
            <a:ext cx="1078587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Average/Best/Worst case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measure actual costs at a specific input instance.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You can define a specific order of instance but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cannot propose variability in input 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.</a:t>
            </a:r>
          </a:p>
          <a:p>
            <a:pPr marL="971550" marR="0" lvl="1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8BF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 general, calculating best case time complexity under the assumption that the data structure has a small size, example: when an array has size 1 or the tree is empty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should be avoided. The complexity is calculated without thinking about the size of input.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8BF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But it is perfectly fine to think about the properties of input or data structure such as data is sorted, height will always be proportional to log n for a balanced tree, etc.  </a:t>
            </a:r>
          </a:p>
          <a:p>
            <a:pPr marL="971550" marR="0" lvl="1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symptotic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analysis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8BF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assumes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is very large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8BF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. Whether it be big O, theta, or omega, it always refers to the case of very large n. The best / average / worst cases arise in different structural cases, exclusive of size.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Growth Rate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measures change in costs.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D0783-CBDC-433B-93BF-451FFED42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84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71735B-E878-4108-BD43-4E2084C55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0BBC71C3-B406-4542-8690-89549E3BD3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49E5861A-583A-4246-9FFC-0FB5E492DE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42355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Recommended Readings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8C9F65-5B7F-4CF6-9877-68666A0BF041}"/>
              </a:ext>
            </a:extLst>
          </p:cNvPr>
          <p:cNvSpPr/>
          <p:nvPr/>
        </p:nvSpPr>
        <p:spPr>
          <a:xfrm>
            <a:off x="1692092" y="2038105"/>
            <a:ext cx="857102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https://dev.to/sherryummen/asymptotic-notations-b-oot-big-o-big-omega-big-theta-49e7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Chapter 8.10 </a:t>
            </a: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OpenDSA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Common Misunderstanding 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https://cs.stackexchange.com/questions/23068/how-do-o-and-%CE%A9-relate-to-worst-and-best-case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https://qr.ae/pNyFxo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https://cs.stackexchange.com/questions/23593/is-there-a-system-behind-the-magic-of-algorithm-analysis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https://stackoverflow.com/questions/25593619/why-small-theta-asymtotic-notation-doesnt-exists/54542603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CFAE6-F4FE-4EA6-A396-FAAC0F40E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85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4223295-681E-4E43-955C-DADA4D7BB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F57D94BC-9D22-4E69-9372-F9F0C9976A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9598ABCD-2E46-48AC-8EDC-5EE3D903D1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13171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Useful 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051245-9EA5-4049-9948-0EEB6602D601}"/>
              </a:ext>
            </a:extLst>
          </p:cNvPr>
          <p:cNvSpPr txBox="1"/>
          <p:nvPr/>
        </p:nvSpPr>
        <p:spPr>
          <a:xfrm>
            <a:off x="1970697" y="1859340"/>
            <a:ext cx="108212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 + 2 + 3 + 4 + ⋯ + n =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n.</a:t>
            </a:r>
            <a:r>
              <a:rPr lang="en-US" sz="3200" dirty="0">
                <a:solidFill>
                  <a:srgbClr val="EB6E19"/>
                </a:solidFill>
                <a:latin typeface="Consolas" panose="020B0609020204030204" pitchFamily="49" charset="0"/>
              </a:rPr>
              <a:t>(n+1)/2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 + 2 + 4 + 8 + ⋯ + 2</a:t>
            </a:r>
            <a:r>
              <a:rPr kumimoji="0" lang="en-US" sz="3200" b="0" i="0" u="none" strike="noStrike" kern="1200" cap="none" spc="0" normalizeH="0" baseline="3000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k+1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– 1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 + n/2 + n/4 + n/8 + ⋯ + 1 = </a:t>
            </a:r>
            <a:r>
              <a:rPr lang="en-US" sz="3200" dirty="0">
                <a:solidFill>
                  <a:srgbClr val="EB6E19"/>
                </a:solidFill>
                <a:latin typeface="Consolas" panose="020B0609020204030204" pitchFamily="49" charset="0"/>
              </a:rPr>
              <a:t>2n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2D139-D246-4A65-8BB4-3006ECD1C920}"/>
              </a:ext>
            </a:extLst>
          </p:cNvPr>
          <p:cNvSpPr txBox="1"/>
          <p:nvPr/>
        </p:nvSpPr>
        <p:spPr>
          <a:xfrm>
            <a:off x="2427682" y="5754211"/>
            <a:ext cx="990726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https://en.wikipedia.org/wiki/1_%2B_2_%2B_3_%2B_4_%2B_%E2%8B%AF</a:t>
            </a:r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 </a:t>
            </a:r>
            <a:endParaRPr lang="en-US" sz="1400" dirty="0">
              <a:solidFill>
                <a:srgbClr val="0081E2"/>
              </a:solidFill>
              <a:latin typeface="Consolas" panose="020B0609020204030204" pitchFamily="49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https://en.wikipedia.org/wiki/1_%2B_2_%2B_4_%2B_8_%2B_%E2%8B%AF</a:t>
            </a:r>
            <a:endParaRPr lang="en-US" sz="1400" dirty="0">
              <a:solidFill>
                <a:srgbClr val="0081E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https://en.wikipedia.org/wiki/1/2_%2B_1/4_%2B_1/8_%2B_1/16_%2B_%E2%8B%AF</a:t>
            </a:r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D0EA67-7D55-4CD4-8DFE-FCC4032D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86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80CF359-9FCF-41BE-86D6-580F59E96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52D1B54-8897-4C0E-A826-5C2B374AA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DD80A470-8C11-40F4-B8C0-39C0D41029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902752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Linear Search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B33BF2-CB00-4EAF-ACA0-C3752A90C7AD}"/>
              </a:ext>
            </a:extLst>
          </p:cNvPr>
          <p:cNvSpPr txBox="1"/>
          <p:nvPr/>
        </p:nvSpPr>
        <p:spPr>
          <a:xfrm>
            <a:off x="1782617" y="1608028"/>
            <a:ext cx="8793018" cy="46166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&lt;string&gt;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[], 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i = 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i &lt; size; i++)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(t) == 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"found at index = 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+ 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(i);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 found"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arr[] = {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"cop3530"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"cop3502"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target = 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"curious"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size = 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(arr) / 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&lt;&lt; (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(arr, size, target));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25BCF-365C-4D1B-B69C-ECF5EFEAF0B6}"/>
              </a:ext>
            </a:extLst>
          </p:cNvPr>
          <p:cNvSpPr txBox="1"/>
          <p:nvPr/>
        </p:nvSpPr>
        <p:spPr>
          <a:xfrm>
            <a:off x="4479635" y="642372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https://onlinegdb.com/opeGj9PmNm</a:t>
            </a:r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F2A878-BC94-4AEB-B02F-E1DBC6A4B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87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FB98A9-1CBD-444D-BA65-8E7996FD0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D21A2A49-7AEB-4252-8695-B9F8E13E8C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A4AF87C7-75C1-4625-969D-62AE9E6E5A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121025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74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Linear Search: Assuming a large array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B33BF2-CB00-4EAF-ACA0-C3752A90C7AD}"/>
              </a:ext>
            </a:extLst>
          </p:cNvPr>
          <p:cNvSpPr txBox="1"/>
          <p:nvPr/>
        </p:nvSpPr>
        <p:spPr>
          <a:xfrm>
            <a:off x="1126835" y="1931300"/>
            <a:ext cx="6724074" cy="36471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&lt;string&gt;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[], 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i = 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i &lt; size; i++)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[i].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(t) == 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"found at index = 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+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(i);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 found"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arr[] = {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"cop3530"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"cop3502“, ...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target =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"curious"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size = 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(arr) / 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&lt;&lt; (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(arr, size, target));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25BCF-365C-4D1B-B69C-ECF5EFEAF0B6}"/>
              </a:ext>
            </a:extLst>
          </p:cNvPr>
          <p:cNvSpPr txBox="1"/>
          <p:nvPr/>
        </p:nvSpPr>
        <p:spPr>
          <a:xfrm>
            <a:off x="4479635" y="642372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https://onlinegdb.com/opeGj9PmNm</a:t>
            </a:r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0AB6FB-60C5-4E0A-89A3-1C675EEF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88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BB7C9D0-F5AF-49C9-8979-278567F7C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AEC53A5-0090-4652-A34E-94CFEB7AAF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F1B704C9-97D6-4917-9F69-738C1DFE07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631442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74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Linear Search: Assuming a large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25BCF-365C-4D1B-B69C-ECF5EFEAF0B6}"/>
              </a:ext>
            </a:extLst>
          </p:cNvPr>
          <p:cNvSpPr txBox="1"/>
          <p:nvPr/>
        </p:nvSpPr>
        <p:spPr>
          <a:xfrm>
            <a:off x="4479635" y="642372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https://onlinegdb.com/opeGj9PmNm</a:t>
            </a:r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1BFA41-B7B6-4541-8CE0-E72BB1D5E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81455" y="4599709"/>
            <a:ext cx="97905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D15899-8677-4249-9E74-F602F1C17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10545" y="4729769"/>
            <a:ext cx="3749964" cy="47935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E7E2239-169B-47FB-8E8A-0C1D608C8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20145" y="4924455"/>
            <a:ext cx="3129645" cy="58786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61C8633-D047-4D83-B99A-D885485B7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82080" y="5187378"/>
            <a:ext cx="2596201" cy="608747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F361F961-0B0D-4599-B8CD-2622B4AEB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460509" y="4338099"/>
            <a:ext cx="2967479" cy="1626997"/>
            <a:chOff x="8460509" y="4338099"/>
            <a:chExt cx="2967479" cy="16269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5DD3A09-6E52-4269-B881-4CC2BEF4B1E4}"/>
                </a:ext>
              </a:extLst>
            </p:cNvPr>
            <p:cNvSpPr txBox="1"/>
            <p:nvPr/>
          </p:nvSpPr>
          <p:spPr>
            <a:xfrm>
              <a:off x="8460509" y="4338099"/>
              <a:ext cx="29674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81E2"/>
                  </a:solidFill>
                  <a:latin typeface="Consolas" panose="020B0609020204030204" pitchFamily="49" charset="0"/>
                </a:rPr>
                <a:t>Size of array = </a:t>
              </a:r>
              <a:r>
                <a:rPr lang="en-US" sz="1400" dirty="0">
                  <a:solidFill>
                    <a:srgbClr val="EB6E19"/>
                  </a:solidFill>
                  <a:latin typeface="Consolas" panose="020B0609020204030204" pitchFamily="49" charset="0"/>
                </a:rPr>
                <a:t>size</a:t>
              </a:r>
            </a:p>
            <a:p>
              <a:r>
                <a:rPr lang="en-US" sz="1400" dirty="0">
                  <a:solidFill>
                    <a:srgbClr val="0081E2"/>
                  </a:solidFill>
                  <a:latin typeface="Consolas" panose="020B0609020204030204" pitchFamily="49" charset="0"/>
                </a:rPr>
                <a:t>Max length of any string = </a:t>
              </a:r>
              <a:r>
                <a:rPr lang="en-US" sz="1400" dirty="0">
                  <a:solidFill>
                    <a:srgbClr val="EB6E19"/>
                  </a:solidFill>
                  <a:latin typeface="Consolas" panose="020B0609020204030204" pitchFamily="49" charset="0"/>
                </a:rPr>
                <a:t>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D9B7B1C-0688-4A2E-8ED3-37F79385414B}"/>
                </a:ext>
              </a:extLst>
            </p:cNvPr>
            <p:cNvSpPr txBox="1"/>
            <p:nvPr/>
          </p:nvSpPr>
          <p:spPr>
            <a:xfrm>
              <a:off x="8460509" y="5055232"/>
              <a:ext cx="21723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81E2"/>
                  </a:solidFill>
                  <a:latin typeface="Consolas" panose="020B0609020204030204" pitchFamily="49" charset="0"/>
                </a:rPr>
                <a:t>Length of target = </a:t>
              </a:r>
              <a:r>
                <a:rPr lang="en-US" sz="1400" dirty="0">
                  <a:solidFill>
                    <a:srgbClr val="EB6E19"/>
                  </a:solidFill>
                  <a:latin typeface="Consolas" panose="020B0609020204030204" pitchFamily="49" charset="0"/>
                </a:rPr>
                <a:t>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CFEF14D-D995-41C1-8671-05B6FCD584BF}"/>
                </a:ext>
              </a:extLst>
            </p:cNvPr>
            <p:cNvSpPr txBox="1"/>
            <p:nvPr/>
          </p:nvSpPr>
          <p:spPr>
            <a:xfrm>
              <a:off x="8467562" y="5358431"/>
              <a:ext cx="97975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81E2"/>
                  </a:solidFill>
                  <a:latin typeface="Consolas" panose="020B0609020204030204" pitchFamily="49" charset="0"/>
                </a:rPr>
                <a:t>constant</a:t>
              </a:r>
              <a:endParaRPr lang="en-US" sz="1400" dirty="0">
                <a:solidFill>
                  <a:srgbClr val="EB6E19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327DA3A-5E5B-4A1D-BC8E-98CDA9E77C8F}"/>
                </a:ext>
              </a:extLst>
            </p:cNvPr>
            <p:cNvSpPr txBox="1"/>
            <p:nvPr/>
          </p:nvSpPr>
          <p:spPr>
            <a:xfrm>
              <a:off x="8496053" y="5657319"/>
              <a:ext cx="2840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81E2"/>
                  </a:solidFill>
                  <a:latin typeface="Consolas" panose="020B0609020204030204" pitchFamily="49" charset="0"/>
                </a:rPr>
                <a:t>…</a:t>
              </a:r>
              <a:endParaRPr lang="en-US" sz="1400" dirty="0">
                <a:solidFill>
                  <a:srgbClr val="EB6E19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E64C24-0003-4280-9930-C1F3927FE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89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886B54B-9B34-40FE-B152-8D79B15AD244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4837A81C-3AD2-4F00-920D-0E1ED3A55A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Logo COP3530">
              <a:extLst>
                <a:ext uri="{FF2B5EF4-FFF2-40B4-BE49-F238E27FC236}">
                  <a16:creationId xmlns:a16="http://schemas.microsoft.com/office/drawing/2014/main" id="{81A15A3D-D4BF-4DBE-A6AE-BA16FDE2D6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ACDAD97-9769-5186-D27D-811B222D956F}"/>
              </a:ext>
            </a:extLst>
          </p:cNvPr>
          <p:cNvSpPr txBox="1"/>
          <p:nvPr/>
        </p:nvSpPr>
        <p:spPr>
          <a:xfrm>
            <a:off x="1126835" y="1931300"/>
            <a:ext cx="6724074" cy="36471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&lt;string&gt;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[], 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i = 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i &lt; size; i++)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[i].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(t) == 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"found at index = 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+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(i);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 found"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arr[] = {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"cop3530"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"cop3502“, ...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target =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"curious"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size = 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(arr) / 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&lt;&lt; (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(arr, size, target));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4662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74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Linear Search: Assuming a large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25BCF-365C-4D1B-B69C-ECF5EFEAF0B6}"/>
              </a:ext>
            </a:extLst>
          </p:cNvPr>
          <p:cNvSpPr txBox="1"/>
          <p:nvPr/>
        </p:nvSpPr>
        <p:spPr>
          <a:xfrm>
            <a:off x="4479635" y="642372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https://onlinegdb.com/opeGj9PmNm</a:t>
            </a:r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1BFA41-B7B6-4541-8CE0-E72BB1D5E36C}"/>
              </a:ext>
            </a:extLst>
          </p:cNvPr>
          <p:cNvCxnSpPr>
            <a:cxnSpLocks/>
          </p:cNvCxnSpPr>
          <p:nvPr/>
        </p:nvCxnSpPr>
        <p:spPr>
          <a:xfrm>
            <a:off x="7481455" y="4599709"/>
            <a:ext cx="97905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D15899-8677-4249-9E74-F602F1C17AF9}"/>
              </a:ext>
            </a:extLst>
          </p:cNvPr>
          <p:cNvCxnSpPr>
            <a:cxnSpLocks/>
          </p:cNvCxnSpPr>
          <p:nvPr/>
        </p:nvCxnSpPr>
        <p:spPr>
          <a:xfrm>
            <a:off x="4710545" y="4729770"/>
            <a:ext cx="3749964" cy="47935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B5163C-F3B8-4697-9775-1CED886C87AA}"/>
              </a:ext>
            </a:extLst>
          </p:cNvPr>
          <p:cNvCxnSpPr>
            <a:cxnSpLocks/>
          </p:cNvCxnSpPr>
          <p:nvPr/>
        </p:nvCxnSpPr>
        <p:spPr>
          <a:xfrm>
            <a:off x="7670801" y="3392243"/>
            <a:ext cx="97905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3655FA0-0E52-4672-88E6-28DC8C3A890C}"/>
              </a:ext>
            </a:extLst>
          </p:cNvPr>
          <p:cNvSpPr txBox="1"/>
          <p:nvPr/>
        </p:nvSpPr>
        <p:spPr>
          <a:xfrm>
            <a:off x="8649855" y="3253093"/>
            <a:ext cx="97975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constant</a:t>
            </a:r>
            <a:endParaRPr lang="en-US" sz="1400" dirty="0">
              <a:solidFill>
                <a:srgbClr val="EB6E19"/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69A328C-E34C-4694-9303-EC771C6ED100}"/>
              </a:ext>
            </a:extLst>
          </p:cNvPr>
          <p:cNvCxnSpPr>
            <a:cxnSpLocks/>
          </p:cNvCxnSpPr>
          <p:nvPr/>
        </p:nvCxnSpPr>
        <p:spPr>
          <a:xfrm flipV="1">
            <a:off x="4793674" y="3218457"/>
            <a:ext cx="3856181" cy="1635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FACE1DB-E558-4F32-96B7-0963FD9FD4F2}"/>
              </a:ext>
            </a:extLst>
          </p:cNvPr>
          <p:cNvSpPr txBox="1"/>
          <p:nvPr/>
        </p:nvSpPr>
        <p:spPr>
          <a:xfrm>
            <a:off x="8649854" y="3044441"/>
            <a:ext cx="346441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linear and dependent on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min(t, 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2CD9C4-028D-4017-82E2-11509D352EED}"/>
              </a:ext>
            </a:extLst>
          </p:cNvPr>
          <p:cNvSpPr txBox="1"/>
          <p:nvPr/>
        </p:nvSpPr>
        <p:spPr>
          <a:xfrm>
            <a:off x="8649854" y="2751402"/>
            <a:ext cx="296747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linear and dependent on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size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27DFE41-E72A-42D5-9600-7EF5C76DFD24}"/>
              </a:ext>
            </a:extLst>
          </p:cNvPr>
          <p:cNvCxnSpPr>
            <a:cxnSpLocks/>
          </p:cNvCxnSpPr>
          <p:nvPr/>
        </p:nvCxnSpPr>
        <p:spPr>
          <a:xfrm flipV="1">
            <a:off x="4793674" y="2881801"/>
            <a:ext cx="3856181" cy="1635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A96C3C3-CB68-4136-877E-22E71AE40030}"/>
              </a:ext>
            </a:extLst>
          </p:cNvPr>
          <p:cNvCxnSpPr>
            <a:cxnSpLocks/>
          </p:cNvCxnSpPr>
          <p:nvPr/>
        </p:nvCxnSpPr>
        <p:spPr>
          <a:xfrm flipV="1">
            <a:off x="4793674" y="3766678"/>
            <a:ext cx="3856181" cy="1635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E2F7889-3599-439B-A30F-61B6D7D43240}"/>
              </a:ext>
            </a:extLst>
          </p:cNvPr>
          <p:cNvSpPr txBox="1"/>
          <p:nvPr/>
        </p:nvSpPr>
        <p:spPr>
          <a:xfrm>
            <a:off x="8649854" y="3607686"/>
            <a:ext cx="97975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constant</a:t>
            </a:r>
            <a:endParaRPr lang="en-US" sz="1400" dirty="0">
              <a:solidFill>
                <a:srgbClr val="EB6E19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F8484C-E1AE-4B1F-9B38-F02AF77476F7}"/>
              </a:ext>
            </a:extLst>
          </p:cNvPr>
          <p:cNvCxnSpPr>
            <a:cxnSpLocks/>
          </p:cNvCxnSpPr>
          <p:nvPr/>
        </p:nvCxnSpPr>
        <p:spPr>
          <a:xfrm>
            <a:off x="5320145" y="4924455"/>
            <a:ext cx="3129645" cy="58786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177413-D400-496C-B801-933A56C3E718}"/>
              </a:ext>
            </a:extLst>
          </p:cNvPr>
          <p:cNvCxnSpPr>
            <a:cxnSpLocks/>
          </p:cNvCxnSpPr>
          <p:nvPr/>
        </p:nvCxnSpPr>
        <p:spPr>
          <a:xfrm>
            <a:off x="5882080" y="5187378"/>
            <a:ext cx="2596201" cy="608747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C5005F-67E5-4E0F-8CA7-8D5C91D7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90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E65350-576D-4647-A155-F612FA3979D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34CCE9BD-57C6-4DF9-8859-31A0D86DF8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 descr="Logo COP3530">
              <a:extLst>
                <a:ext uri="{FF2B5EF4-FFF2-40B4-BE49-F238E27FC236}">
                  <a16:creationId xmlns:a16="http://schemas.microsoft.com/office/drawing/2014/main" id="{4DB774D3-7D9C-4CA7-B5A1-B1C644CC0E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A3CAD68-38CC-4D72-A123-C2FD6DF1E5D9}"/>
              </a:ext>
            </a:extLst>
          </p:cNvPr>
          <p:cNvGrpSpPr/>
          <p:nvPr/>
        </p:nvGrpSpPr>
        <p:grpSpPr>
          <a:xfrm>
            <a:off x="8460509" y="4338099"/>
            <a:ext cx="2967479" cy="1626997"/>
            <a:chOff x="8460509" y="4338099"/>
            <a:chExt cx="2967479" cy="162699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A08CE42-65A4-4673-98B6-52BA7FF2B127}"/>
                </a:ext>
              </a:extLst>
            </p:cNvPr>
            <p:cNvSpPr txBox="1"/>
            <p:nvPr/>
          </p:nvSpPr>
          <p:spPr>
            <a:xfrm>
              <a:off x="8460509" y="4338099"/>
              <a:ext cx="29674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81E2"/>
                  </a:solidFill>
                  <a:latin typeface="Consolas" panose="020B0609020204030204" pitchFamily="49" charset="0"/>
                </a:rPr>
                <a:t>Size of array = </a:t>
              </a:r>
              <a:r>
                <a:rPr lang="en-US" sz="1400" dirty="0">
                  <a:solidFill>
                    <a:srgbClr val="EB6E19"/>
                  </a:solidFill>
                  <a:latin typeface="Consolas" panose="020B0609020204030204" pitchFamily="49" charset="0"/>
                </a:rPr>
                <a:t>size</a:t>
              </a:r>
            </a:p>
            <a:p>
              <a:r>
                <a:rPr lang="en-US" sz="1400" dirty="0">
                  <a:solidFill>
                    <a:srgbClr val="0081E2"/>
                  </a:solidFill>
                  <a:latin typeface="Consolas" panose="020B0609020204030204" pitchFamily="49" charset="0"/>
                </a:rPr>
                <a:t>Max length of any string = </a:t>
              </a:r>
              <a:r>
                <a:rPr lang="en-US" sz="1400" dirty="0">
                  <a:solidFill>
                    <a:srgbClr val="EB6E19"/>
                  </a:solidFill>
                  <a:latin typeface="Consolas" panose="020B0609020204030204" pitchFamily="49" charset="0"/>
                </a:rPr>
                <a:t>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894FE04-75B8-4234-A30C-99A23C9D26F8}"/>
                </a:ext>
              </a:extLst>
            </p:cNvPr>
            <p:cNvSpPr txBox="1"/>
            <p:nvPr/>
          </p:nvSpPr>
          <p:spPr>
            <a:xfrm>
              <a:off x="8460509" y="5055232"/>
              <a:ext cx="21723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81E2"/>
                  </a:solidFill>
                  <a:latin typeface="Consolas" panose="020B0609020204030204" pitchFamily="49" charset="0"/>
                </a:rPr>
                <a:t>Length of target = </a:t>
              </a:r>
              <a:r>
                <a:rPr lang="en-US" sz="1400" dirty="0">
                  <a:solidFill>
                    <a:srgbClr val="EB6E19"/>
                  </a:solidFill>
                  <a:latin typeface="Consolas" panose="020B0609020204030204" pitchFamily="49" charset="0"/>
                </a:rPr>
                <a:t>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199D994-330F-4A9B-857E-696058673265}"/>
                </a:ext>
              </a:extLst>
            </p:cNvPr>
            <p:cNvSpPr txBox="1"/>
            <p:nvPr/>
          </p:nvSpPr>
          <p:spPr>
            <a:xfrm>
              <a:off x="8467562" y="5358431"/>
              <a:ext cx="97975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81E2"/>
                  </a:solidFill>
                  <a:latin typeface="Consolas" panose="020B0609020204030204" pitchFamily="49" charset="0"/>
                </a:rPr>
                <a:t>constant</a:t>
              </a:r>
              <a:endParaRPr lang="en-US" sz="1400" dirty="0">
                <a:solidFill>
                  <a:srgbClr val="EB6E19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7FA140A-10E3-4865-85C9-B40DBEB7C8CB}"/>
                </a:ext>
              </a:extLst>
            </p:cNvPr>
            <p:cNvSpPr txBox="1"/>
            <p:nvPr/>
          </p:nvSpPr>
          <p:spPr>
            <a:xfrm>
              <a:off x="8496053" y="5657319"/>
              <a:ext cx="2840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81E2"/>
                  </a:solidFill>
                  <a:latin typeface="Consolas" panose="020B0609020204030204" pitchFamily="49" charset="0"/>
                </a:rPr>
                <a:t>…</a:t>
              </a:r>
              <a:endParaRPr lang="en-US" sz="1400" dirty="0">
                <a:solidFill>
                  <a:srgbClr val="EB6E19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D3CCD83-7C44-FE2A-AA7A-15DCE7F2B01E}"/>
              </a:ext>
            </a:extLst>
          </p:cNvPr>
          <p:cNvSpPr txBox="1"/>
          <p:nvPr/>
        </p:nvSpPr>
        <p:spPr>
          <a:xfrm>
            <a:off x="1126835" y="1931300"/>
            <a:ext cx="6724074" cy="36471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&lt;string&gt;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[], 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i = 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i &lt; size; i++)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[i].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(t) == 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"found at index = 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+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(i);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 found"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arr[] = {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"cop3530"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"cop3502“, ...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target =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"curious"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size = 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(arr) / 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&lt;&lt; (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(arr, size, target));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39818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74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Linear Search: Assuming a large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25BCF-365C-4D1B-B69C-ECF5EFEAF0B6}"/>
              </a:ext>
            </a:extLst>
          </p:cNvPr>
          <p:cNvSpPr txBox="1"/>
          <p:nvPr/>
        </p:nvSpPr>
        <p:spPr>
          <a:xfrm>
            <a:off x="4479635" y="642372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https://onlinegdb.com/opeGj9PmNm</a:t>
            </a:r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1BFA41-B7B6-4541-8CE0-E72BB1D5E36C}"/>
              </a:ext>
            </a:extLst>
          </p:cNvPr>
          <p:cNvCxnSpPr>
            <a:cxnSpLocks/>
          </p:cNvCxnSpPr>
          <p:nvPr/>
        </p:nvCxnSpPr>
        <p:spPr>
          <a:xfrm>
            <a:off x="7481455" y="4599709"/>
            <a:ext cx="97905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5DD3A09-6E52-4269-B881-4CC2BEF4B1E4}"/>
              </a:ext>
            </a:extLst>
          </p:cNvPr>
          <p:cNvSpPr txBox="1"/>
          <p:nvPr/>
        </p:nvSpPr>
        <p:spPr>
          <a:xfrm>
            <a:off x="8460509" y="4338099"/>
            <a:ext cx="296747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Size of array =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size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Max length of any string =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9B7B1C-0688-4A2E-8ED3-37F79385414B}"/>
              </a:ext>
            </a:extLst>
          </p:cNvPr>
          <p:cNvSpPr txBox="1"/>
          <p:nvPr/>
        </p:nvSpPr>
        <p:spPr>
          <a:xfrm>
            <a:off x="8460509" y="5055232"/>
            <a:ext cx="217239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Length of target =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D15899-8677-4249-9E74-F602F1C17AF9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710545" y="4729770"/>
            <a:ext cx="3749964" cy="47935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B5163C-F3B8-4697-9775-1CED886C87AA}"/>
              </a:ext>
            </a:extLst>
          </p:cNvPr>
          <p:cNvCxnSpPr>
            <a:cxnSpLocks/>
          </p:cNvCxnSpPr>
          <p:nvPr/>
        </p:nvCxnSpPr>
        <p:spPr>
          <a:xfrm>
            <a:off x="7670801" y="3392243"/>
            <a:ext cx="979054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3655FA0-0E52-4672-88E6-28DC8C3A890C}"/>
              </a:ext>
            </a:extLst>
          </p:cNvPr>
          <p:cNvSpPr txBox="1"/>
          <p:nvPr/>
        </p:nvSpPr>
        <p:spPr>
          <a:xfrm>
            <a:off x="8649855" y="3253093"/>
            <a:ext cx="97975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constant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69A328C-E34C-4694-9303-EC771C6ED100}"/>
              </a:ext>
            </a:extLst>
          </p:cNvPr>
          <p:cNvCxnSpPr>
            <a:cxnSpLocks/>
          </p:cNvCxnSpPr>
          <p:nvPr/>
        </p:nvCxnSpPr>
        <p:spPr>
          <a:xfrm flipV="1">
            <a:off x="4793674" y="3218457"/>
            <a:ext cx="3856181" cy="1635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FACE1DB-E558-4F32-96B7-0963FD9FD4F2}"/>
              </a:ext>
            </a:extLst>
          </p:cNvPr>
          <p:cNvSpPr txBox="1"/>
          <p:nvPr/>
        </p:nvSpPr>
        <p:spPr>
          <a:xfrm>
            <a:off x="8649854" y="3044441"/>
            <a:ext cx="346441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linear and dependent on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min(t, 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2CD9C4-028D-4017-82E2-11509D352EED}"/>
              </a:ext>
            </a:extLst>
          </p:cNvPr>
          <p:cNvSpPr txBox="1"/>
          <p:nvPr/>
        </p:nvSpPr>
        <p:spPr>
          <a:xfrm>
            <a:off x="8649854" y="2751402"/>
            <a:ext cx="296747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linear and dependent on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size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27DFE41-E72A-42D5-9600-7EF5C76DFD24}"/>
              </a:ext>
            </a:extLst>
          </p:cNvPr>
          <p:cNvCxnSpPr>
            <a:cxnSpLocks/>
          </p:cNvCxnSpPr>
          <p:nvPr/>
        </p:nvCxnSpPr>
        <p:spPr>
          <a:xfrm flipV="1">
            <a:off x="4793674" y="2881801"/>
            <a:ext cx="3856181" cy="1635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A96C3C3-CB68-4136-877E-22E71AE40030}"/>
              </a:ext>
            </a:extLst>
          </p:cNvPr>
          <p:cNvCxnSpPr>
            <a:cxnSpLocks/>
          </p:cNvCxnSpPr>
          <p:nvPr/>
        </p:nvCxnSpPr>
        <p:spPr>
          <a:xfrm flipV="1">
            <a:off x="4793674" y="3766678"/>
            <a:ext cx="3856181" cy="1635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E2F7889-3599-439B-A30F-61B6D7D43240}"/>
              </a:ext>
            </a:extLst>
          </p:cNvPr>
          <p:cNvSpPr txBox="1"/>
          <p:nvPr/>
        </p:nvSpPr>
        <p:spPr>
          <a:xfrm>
            <a:off x="8649854" y="3607686"/>
            <a:ext cx="97975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constant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832CAA-9583-49D6-A3BC-1D8E6858ABBC}"/>
              </a:ext>
            </a:extLst>
          </p:cNvPr>
          <p:cNvSpPr txBox="1"/>
          <p:nvPr/>
        </p:nvSpPr>
        <p:spPr>
          <a:xfrm>
            <a:off x="8467562" y="5358431"/>
            <a:ext cx="97975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constant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F8484C-E1AE-4B1F-9B38-F02AF77476F7}"/>
              </a:ext>
            </a:extLst>
          </p:cNvPr>
          <p:cNvCxnSpPr>
            <a:cxnSpLocks/>
          </p:cNvCxnSpPr>
          <p:nvPr/>
        </p:nvCxnSpPr>
        <p:spPr>
          <a:xfrm>
            <a:off x="5320145" y="4924455"/>
            <a:ext cx="3129645" cy="58786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177413-D400-496C-B801-933A56C3E718}"/>
              </a:ext>
            </a:extLst>
          </p:cNvPr>
          <p:cNvCxnSpPr>
            <a:cxnSpLocks/>
          </p:cNvCxnSpPr>
          <p:nvPr/>
        </p:nvCxnSpPr>
        <p:spPr>
          <a:xfrm>
            <a:off x="5882080" y="5187378"/>
            <a:ext cx="2596201" cy="608747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FF1AAFA-83F9-4E60-A15B-0330B90E1B82}"/>
              </a:ext>
            </a:extLst>
          </p:cNvPr>
          <p:cNvSpPr txBox="1"/>
          <p:nvPr/>
        </p:nvSpPr>
        <p:spPr>
          <a:xfrm>
            <a:off x="9207773" y="2327867"/>
            <a:ext cx="237116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DA63"/>
                </a:solidFill>
                <a:latin typeface="Consolas" panose="020B0609020204030204" pitchFamily="49" charset="0"/>
              </a:rPr>
              <a:t>(size * min(t, s)) + 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C30DDF-2369-44B5-9A21-08F1609FE76C}"/>
              </a:ext>
            </a:extLst>
          </p:cNvPr>
          <p:cNvSpPr txBox="1"/>
          <p:nvPr/>
        </p:nvSpPr>
        <p:spPr>
          <a:xfrm>
            <a:off x="8449790" y="5638548"/>
            <a:ext cx="237116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(size * min(t, s)) + 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2AB9BD-BE67-4055-BCDA-77B825EBE9DD}"/>
              </a:ext>
            </a:extLst>
          </p:cNvPr>
          <p:cNvSpPr txBox="1"/>
          <p:nvPr/>
        </p:nvSpPr>
        <p:spPr>
          <a:xfrm>
            <a:off x="1126835" y="5744044"/>
            <a:ext cx="6497620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DA63"/>
                </a:solidFill>
                <a:latin typeface="Consolas" panose="020B0609020204030204" pitchFamily="49" charset="0"/>
              </a:rPr>
              <a:t>O (size*t), where size is size of array, t is size of target string, s is the max length of all strings in the array, and we are assuming that t and s grow at same rates.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E0A4A8-2CB9-4BDB-9EE8-2F799BE12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91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741A074-CFCE-4660-9B53-A65AC14C0F3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087765D5-CEEC-4832-A4E6-4E50226E87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Logo COP3530">
              <a:extLst>
                <a:ext uri="{FF2B5EF4-FFF2-40B4-BE49-F238E27FC236}">
                  <a16:creationId xmlns:a16="http://schemas.microsoft.com/office/drawing/2014/main" id="{CC12DD3A-EF5B-46FA-9376-7DCB04A638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D6B9F56-3611-122B-433E-76A01D95FEAA}"/>
              </a:ext>
            </a:extLst>
          </p:cNvPr>
          <p:cNvSpPr txBox="1"/>
          <p:nvPr/>
        </p:nvSpPr>
        <p:spPr>
          <a:xfrm>
            <a:off x="1126835" y="1931300"/>
            <a:ext cx="6724074" cy="36471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&lt;string&gt;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[], 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i = 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i &lt; size; i++)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[i].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(t) == 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"found at index = 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+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(i);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 found"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arr[] = {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"cop3530"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"cop3502“, ...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target = 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"curious"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size = 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(arr) / 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&lt;&lt; (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(arr, size, target));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551454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74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Linear Search: Assuming a large array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B33BF2-CB00-4EAF-ACA0-C3752A90C7AD}"/>
              </a:ext>
            </a:extLst>
          </p:cNvPr>
          <p:cNvSpPr txBox="1"/>
          <p:nvPr/>
        </p:nvSpPr>
        <p:spPr>
          <a:xfrm>
            <a:off x="1126835" y="1931300"/>
            <a:ext cx="5246256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b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[], 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i = 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i &lt; size; i++)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[i].</a:t>
            </a:r>
            <a:r>
              <a:rPr lang="en-US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(t) == 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"found at index = 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+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(i);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 found"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b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arr[] = {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"cop3530"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"cop3502“, ...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target =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"curious"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size = </a:t>
            </a:r>
            <a:r>
              <a:rPr lang="en-US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(arr) / </a:t>
            </a:r>
            <a:r>
              <a:rPr lang="en-US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&lt;&lt; (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(arr, size, target));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25BCF-365C-4D1B-B69C-ECF5EFEAF0B6}"/>
              </a:ext>
            </a:extLst>
          </p:cNvPr>
          <p:cNvSpPr txBox="1"/>
          <p:nvPr/>
        </p:nvSpPr>
        <p:spPr>
          <a:xfrm>
            <a:off x="4479635" y="642372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https://onlinegdb.com/opeGj9PmNm</a:t>
            </a:r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F1AAFA-83F9-4E60-A15B-0330B90E1B82}"/>
              </a:ext>
            </a:extLst>
          </p:cNvPr>
          <p:cNvSpPr txBox="1"/>
          <p:nvPr/>
        </p:nvSpPr>
        <p:spPr>
          <a:xfrm>
            <a:off x="6843265" y="1931300"/>
            <a:ext cx="4009464" cy="35394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DA63"/>
                </a:solidFill>
                <a:latin typeface="Consolas" panose="020B0609020204030204" pitchFamily="49" charset="0"/>
              </a:rPr>
              <a:t>Clarification: </a:t>
            </a:r>
          </a:p>
          <a:p>
            <a:endParaRPr lang="en-US" sz="1400" dirty="0">
              <a:solidFill>
                <a:srgbClr val="00DA63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This program will yield an equation,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T(size, t) 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= (size * min(t, s)) +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Xc</a:t>
            </a:r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This function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T(size, t) 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will be an element of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 O(size.t), O(size.t.t), O(size.size.t), 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… and several other functions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. </a:t>
            </a:r>
          </a:p>
          <a:p>
            <a:endParaRPr lang="en-US" sz="14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When we talk about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Big O, we want a measure to describe the </a:t>
            </a:r>
            <a:r>
              <a:rPr lang="en-US" sz="1400" b="1" dirty="0">
                <a:solidFill>
                  <a:srgbClr val="EB6E19"/>
                </a:solidFill>
                <a:latin typeface="Consolas" panose="020B0609020204030204" pitchFamily="49" charset="0"/>
              </a:rPr>
              <a:t>upper bound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. 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For the sake of the course, we seek the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tightest upper bound.</a:t>
            </a:r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BFFFB0-0238-4FC3-8F5E-28F297F1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92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75FE172-5189-4BA9-B359-824F1A16800D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B8F913E9-9574-48FA-A402-3B912139E3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Logo COP3530">
              <a:extLst>
                <a:ext uri="{FF2B5EF4-FFF2-40B4-BE49-F238E27FC236}">
                  <a16:creationId xmlns:a16="http://schemas.microsoft.com/office/drawing/2014/main" id="{0837F17E-4F0D-4F59-9B06-C9F3D9D340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3871255-C0CE-4C72-B1F3-DDA05B59DB24}"/>
              </a:ext>
            </a:extLst>
          </p:cNvPr>
          <p:cNvSpPr txBox="1"/>
          <p:nvPr/>
        </p:nvSpPr>
        <p:spPr>
          <a:xfrm>
            <a:off x="1126835" y="4799440"/>
            <a:ext cx="4816765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DA63"/>
                </a:solidFill>
                <a:latin typeface="Consolas" panose="020B0609020204030204" pitchFamily="49" charset="0"/>
              </a:rPr>
              <a:t>O (size*t), where size is size of array, t is size of target string, s is the max length of all strings in the array, and we are assuming that t and s grow at same rates.</a:t>
            </a:r>
          </a:p>
        </p:txBody>
      </p:sp>
    </p:spTree>
    <p:extLst>
      <p:ext uri="{BB962C8B-B14F-4D97-AF65-F5344CB8AC3E}">
        <p14:creationId xmlns:p14="http://schemas.microsoft.com/office/powerpoint/2010/main" val="64986787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74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Linear Search: Assuming a large array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B33BF2-CB00-4EAF-ACA0-C3752A90C7AD}"/>
              </a:ext>
            </a:extLst>
          </p:cNvPr>
          <p:cNvSpPr txBox="1"/>
          <p:nvPr/>
        </p:nvSpPr>
        <p:spPr>
          <a:xfrm>
            <a:off x="1126835" y="1931300"/>
            <a:ext cx="5246256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b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[], 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i = 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i &lt; size; i++)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[i].</a:t>
            </a:r>
            <a:r>
              <a:rPr lang="en-US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(t) == 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"found at index = 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+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(i);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 found"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b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arr[] = {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"cop3530"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"cop3502“, ...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target =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"curious"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size = </a:t>
            </a:r>
            <a:r>
              <a:rPr lang="en-US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(arr) / </a:t>
            </a:r>
            <a:r>
              <a:rPr lang="en-US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&lt;&lt; (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(arr, size, target));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25BCF-365C-4D1B-B69C-ECF5EFEAF0B6}"/>
              </a:ext>
            </a:extLst>
          </p:cNvPr>
          <p:cNvSpPr txBox="1"/>
          <p:nvPr/>
        </p:nvSpPr>
        <p:spPr>
          <a:xfrm>
            <a:off x="4479635" y="642372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https://onlinegdb.com/opeGj9PmNm</a:t>
            </a:r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F1AAFA-83F9-4E60-A15B-0330B90E1B82}"/>
              </a:ext>
            </a:extLst>
          </p:cNvPr>
          <p:cNvSpPr txBox="1"/>
          <p:nvPr/>
        </p:nvSpPr>
        <p:spPr>
          <a:xfrm>
            <a:off x="6843265" y="1931300"/>
            <a:ext cx="4009464" cy="33239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DA63"/>
                </a:solidFill>
                <a:latin typeface="Consolas" panose="020B0609020204030204" pitchFamily="49" charset="0"/>
              </a:rPr>
              <a:t>Clarification: </a:t>
            </a:r>
          </a:p>
          <a:p>
            <a:endParaRPr lang="en-US" sz="1400" dirty="0">
              <a:solidFill>
                <a:srgbClr val="00DA63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This program will yield an equation,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T(size, t) 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= (size * min(t, s)) +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Xc</a:t>
            </a:r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This function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T(size, t) 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will be an element of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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(size.t),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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(size),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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(t),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(1)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… and several other functions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. </a:t>
            </a:r>
          </a:p>
          <a:p>
            <a:endParaRPr lang="en-US" sz="1400" dirty="0">
              <a:solidFill>
                <a:srgbClr val="EB6E19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When we talk about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Big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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, we want a measure to describe the </a:t>
            </a:r>
            <a:r>
              <a:rPr lang="en-US" sz="1400" b="1" dirty="0">
                <a:solidFill>
                  <a:srgbClr val="EB6E19"/>
                </a:solidFill>
                <a:latin typeface="Consolas" panose="020B0609020204030204" pitchFamily="49" charset="0"/>
              </a:rPr>
              <a:t>lower bound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. 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For the sake of the course, we seek the 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tightest lower bound.</a:t>
            </a:r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81F6ED-D364-497E-9BB8-49276793B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93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77CF2A3-0ED0-44BC-9C9B-FB0CAD7F06E4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429354EF-D16E-4F2A-AD16-7AD02C35B0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Logo COP3530">
              <a:extLst>
                <a:ext uri="{FF2B5EF4-FFF2-40B4-BE49-F238E27FC236}">
                  <a16:creationId xmlns:a16="http://schemas.microsoft.com/office/drawing/2014/main" id="{DED49EAD-C591-4E66-8C14-4C289C2487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9A32B7E-9877-4E0F-BCB4-BE48CEBF9C81}"/>
              </a:ext>
            </a:extLst>
          </p:cNvPr>
          <p:cNvSpPr txBox="1"/>
          <p:nvPr/>
        </p:nvSpPr>
        <p:spPr>
          <a:xfrm>
            <a:off x="1126835" y="4799440"/>
            <a:ext cx="4816765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DA63"/>
                </a:solidFill>
                <a:latin typeface="Consolas" panose="020B0609020204030204" pitchFamily="49" charset="0"/>
              </a:rPr>
              <a:t>O (size*t), where size is size of array, t is size of target string, s is the max length of all strings in the array, and we are assuming that t and s grow at same rates.</a:t>
            </a:r>
          </a:p>
        </p:txBody>
      </p:sp>
    </p:spTree>
    <p:extLst>
      <p:ext uri="{BB962C8B-B14F-4D97-AF65-F5344CB8AC3E}">
        <p14:creationId xmlns:p14="http://schemas.microsoft.com/office/powerpoint/2010/main" val="28992207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74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Linear Search: Assuming a large array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B33BF2-CB00-4EAF-ACA0-C3752A90C7AD}"/>
              </a:ext>
            </a:extLst>
          </p:cNvPr>
          <p:cNvSpPr txBox="1"/>
          <p:nvPr/>
        </p:nvSpPr>
        <p:spPr>
          <a:xfrm>
            <a:off x="1126835" y="1931300"/>
            <a:ext cx="5246256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b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[], 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i = 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i &lt; size; i++)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[i].</a:t>
            </a:r>
            <a:r>
              <a:rPr lang="en-US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(t) == 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"found at index = 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+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(i);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 found"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b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arr[] = {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"cop3530"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"cop3502“, ...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 target = </a:t>
            </a:r>
            <a:r>
              <a:rPr lang="en-US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"curious"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size = </a:t>
            </a:r>
            <a:r>
              <a:rPr lang="en-US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(arr) / </a:t>
            </a:r>
            <a:r>
              <a:rPr lang="en-US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&lt;&lt; (</a:t>
            </a:r>
            <a:r>
              <a:rPr lang="en-US" sz="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(arr, size, target));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800100" lvl="1" indent="-64008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25BCF-365C-4D1B-B69C-ECF5EFEAF0B6}"/>
              </a:ext>
            </a:extLst>
          </p:cNvPr>
          <p:cNvSpPr txBox="1"/>
          <p:nvPr/>
        </p:nvSpPr>
        <p:spPr>
          <a:xfrm>
            <a:off x="4479635" y="642372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https://onlinegdb.com/opeGj9PmNm</a:t>
            </a:r>
            <a:r>
              <a:rPr lang="en-US" sz="1400" dirty="0">
                <a:solidFill>
                  <a:srgbClr val="0081E2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F1AAFA-83F9-4E60-A15B-0330B90E1B82}"/>
              </a:ext>
            </a:extLst>
          </p:cNvPr>
          <p:cNvSpPr txBox="1"/>
          <p:nvPr/>
        </p:nvSpPr>
        <p:spPr>
          <a:xfrm>
            <a:off x="6843265" y="1931300"/>
            <a:ext cx="4009464" cy="24622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DA63"/>
                </a:solidFill>
                <a:latin typeface="Consolas" panose="020B0609020204030204" pitchFamily="49" charset="0"/>
              </a:rPr>
              <a:t>Clarification: </a:t>
            </a:r>
          </a:p>
          <a:p>
            <a:endParaRPr lang="en-US" sz="1400" dirty="0">
              <a:solidFill>
                <a:srgbClr val="00DA63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This program will yield an equation,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T(size, t) 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= (size * min(t, s)) +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Xc</a:t>
            </a:r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In this program, the time complexity of the code is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O(size.t)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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(size.t)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</a:t>
            </a:r>
            <a:r>
              <a:rPr lang="en-US" sz="1400" dirty="0">
                <a:solidFill>
                  <a:srgbClr val="EB6E19"/>
                </a:solidFill>
                <a:latin typeface="Consolas" panose="020B0609020204030204" pitchFamily="49" charset="0"/>
              </a:rPr>
              <a:t>(size.t)</a:t>
            </a:r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5BC1DB-C67F-43A9-A826-F0D66A87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94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DF2D774-BB42-4832-BC5B-EAFB54F1D85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22D7B164-558A-4F47-B8C0-0AA7196ACE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Logo COP3530">
              <a:extLst>
                <a:ext uri="{FF2B5EF4-FFF2-40B4-BE49-F238E27FC236}">
                  <a16:creationId xmlns:a16="http://schemas.microsoft.com/office/drawing/2014/main" id="{87674AB8-87D8-40AF-A491-77084060A9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788F69F-D1C4-43E8-9260-76A2B95EE7E4}"/>
              </a:ext>
            </a:extLst>
          </p:cNvPr>
          <p:cNvSpPr txBox="1"/>
          <p:nvPr/>
        </p:nvSpPr>
        <p:spPr>
          <a:xfrm>
            <a:off x="1126835" y="4799440"/>
            <a:ext cx="4816765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DA63"/>
                </a:solidFill>
                <a:latin typeface="Consolas" panose="020B0609020204030204" pitchFamily="49" charset="0"/>
              </a:rPr>
              <a:t>O (size*t), where size is size of array, t is size of target string, s is the max length of all strings in the array, and we are assuming that t and s grow at same rates.</a:t>
            </a:r>
          </a:p>
        </p:txBody>
      </p:sp>
    </p:spTree>
    <p:extLst>
      <p:ext uri="{BB962C8B-B14F-4D97-AF65-F5344CB8AC3E}">
        <p14:creationId xmlns:p14="http://schemas.microsoft.com/office/powerpoint/2010/main" val="198386953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String Palindrome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55B35A-E19E-4F45-BFE2-D89F32BDE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95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756FF6-CAAF-4E93-A7A9-C3907AAB4CE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C88247A3-44C2-4911-8C9B-4D52219F3D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Logo COP3530">
              <a:extLst>
                <a:ext uri="{FF2B5EF4-FFF2-40B4-BE49-F238E27FC236}">
                  <a16:creationId xmlns:a16="http://schemas.microsoft.com/office/drawing/2014/main" id="{FF51336F-7B1C-44E6-A102-F71E42B224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519363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String Palindrome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F30004-200B-4ED9-A7B5-F0A0336A7EB1}"/>
              </a:ext>
            </a:extLst>
          </p:cNvPr>
          <p:cNvGraphicFramePr>
            <a:graphicFrameLocks noGrp="1"/>
          </p:cNvGraphicFramePr>
          <p:nvPr/>
        </p:nvGraphicFramePr>
        <p:xfrm>
          <a:off x="2373295" y="2602669"/>
          <a:ext cx="414235" cy="25059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4235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250106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05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07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08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09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9A6EAB-7FFA-4785-BD07-91DD59069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2787531" y="2605088"/>
          <a:ext cx="6708162" cy="2501063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6708162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250106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bool </a:t>
                      </a:r>
                      <a:r>
                        <a:rPr lang="en-US" sz="1600" baseline="0" dirty="0" err="1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checkPalindrome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(string s)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 if(</a:t>
                      </a:r>
                      <a:r>
                        <a:rPr lang="en-US" sz="1600" baseline="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s.length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() &lt; 2)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     return </a:t>
                      </a:r>
                      <a:r>
                        <a:rPr lang="en-US" sz="1600" baseline="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 if(s.at(0) == s.at(</a:t>
                      </a:r>
                      <a:r>
                        <a:rPr lang="en-US" sz="1600" baseline="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s.length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()-1))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     return </a:t>
                      </a:r>
                      <a:r>
                        <a:rPr lang="en-US" sz="1600" baseline="0" dirty="0" err="1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checkPalindrome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baseline="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s.substr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(1, </a:t>
                      </a:r>
                      <a:r>
                        <a:rPr lang="en-US" sz="1600" baseline="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s.length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()-2));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 return </a:t>
                      </a:r>
                      <a:r>
                        <a:rPr lang="en-US" sz="1600" baseline="0" dirty="0">
                          <a:solidFill>
                            <a:srgbClr val="0081E2"/>
                          </a:solidFill>
                          <a:effectLst/>
                          <a:latin typeface="Consolas" panose="020B0609020204030204" pitchFamily="49" charset="0"/>
                        </a:rPr>
                        <a:t>false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9AFD0-59A5-4143-BF6B-338CCB6F5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1406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Peak Finding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F6B0DD-510C-4A86-93ED-0A3BAAB797A7}"/>
              </a:ext>
            </a:extLst>
          </p:cNvPr>
          <p:cNvSpPr txBox="1"/>
          <p:nvPr/>
        </p:nvSpPr>
        <p:spPr>
          <a:xfrm>
            <a:off x="1386673" y="1798655"/>
            <a:ext cx="9508306" cy="4655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Input:</a:t>
            </a:r>
          </a:p>
          <a:p>
            <a:pPr marL="1371600" marR="0" lvl="2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You are given an array of numbers </a:t>
            </a:r>
          </a:p>
          <a:p>
            <a:pPr marL="1371600" marR="0" lvl="2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The data is randomly sorted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Output:</a:t>
            </a:r>
          </a:p>
          <a:p>
            <a:pPr marL="1371600" marR="0" lvl="2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 Peak value</a:t>
            </a:r>
          </a:p>
          <a:p>
            <a:pPr marL="1371600" marR="0" lvl="2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Peak is a number such that it is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greater than or equal to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both of its adjacent elements</a:t>
            </a:r>
          </a:p>
          <a:p>
            <a:pPr marL="1371600" marR="0" lvl="2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 case of the boundary values, a peak must be greater than or equal to the one adjacent element.</a:t>
            </a:r>
          </a:p>
          <a:p>
            <a:pPr marL="1371600" marR="0" lvl="2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60000"/>
                  <a:lumOff val="40000"/>
                </a:srgbClr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33A4B1-6C7F-4785-B31A-2A20FD23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97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27AAEC4-7368-4D16-AC1F-0FC99A58AE7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039937D4-54DA-42BD-97CE-42C7B40438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3A94B26A-1AF4-4F06-BC28-86A3ADFB86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199417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Peak Finding: Case 1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7827509-50EE-4A05-B0FE-19118F1AF68E}"/>
              </a:ext>
            </a:extLst>
          </p:cNvPr>
          <p:cNvGraphicFramePr>
            <a:graphicFrameLocks noGrp="1"/>
          </p:cNvGraphicFramePr>
          <p:nvPr/>
        </p:nvGraphicFramePr>
        <p:xfrm>
          <a:off x="5547249" y="1785952"/>
          <a:ext cx="5686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362">
                  <a:extLst>
                    <a:ext uri="{9D8B030D-6E8A-4147-A177-3AD203B41FA5}">
                      <a16:colId xmlns:a16="http://schemas.microsoft.com/office/drawing/2014/main" val="2498944576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709491679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5451132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977702783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70576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0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1023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E85B0-4A2C-4DDA-B520-1964826D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98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4EAE96-57F5-4698-B9FC-C75D1F467F7C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FE8D6BE-6426-4514-BF7D-4358B6A0A0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68C4F81E-442A-4A00-8E1C-253EBAFF53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050865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Peak Finding: Case 1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7827509-50EE-4A05-B0FE-19118F1AF68E}"/>
              </a:ext>
            </a:extLst>
          </p:cNvPr>
          <p:cNvGraphicFramePr>
            <a:graphicFrameLocks noGrp="1"/>
          </p:cNvGraphicFramePr>
          <p:nvPr/>
        </p:nvGraphicFramePr>
        <p:xfrm>
          <a:off x="5547249" y="1785952"/>
          <a:ext cx="5686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362">
                  <a:extLst>
                    <a:ext uri="{9D8B030D-6E8A-4147-A177-3AD203B41FA5}">
                      <a16:colId xmlns:a16="http://schemas.microsoft.com/office/drawing/2014/main" val="2498944576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709491679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5451132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977702783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70576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0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10238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93BF19C-C36D-4287-8483-7760B52D4EC6}"/>
              </a:ext>
            </a:extLst>
          </p:cNvPr>
          <p:cNvGraphicFramePr>
            <a:graphicFrameLocks/>
          </p:cNvGraphicFramePr>
          <p:nvPr/>
        </p:nvGraphicFramePr>
        <p:xfrm>
          <a:off x="734090" y="2612571"/>
          <a:ext cx="6450482" cy="4029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FF1332C-CE1A-49C2-9A51-30DD9CB47E5A}"/>
              </a:ext>
            </a:extLst>
          </p:cNvPr>
          <p:cNvSpPr txBox="1"/>
          <p:nvPr/>
        </p:nvSpPr>
        <p:spPr>
          <a:xfrm>
            <a:off x="6578321" y="3153557"/>
            <a:ext cx="5519895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Case 1: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Central Element larger than both adjacent elements: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6B1FA17-60A5-4F5C-9A45-C1E55864C6C7}"/>
              </a:ext>
            </a:extLst>
          </p:cNvPr>
          <p:cNvSpPr/>
          <p:nvPr/>
        </p:nvSpPr>
        <p:spPr>
          <a:xfrm>
            <a:off x="3326285" y="3116688"/>
            <a:ext cx="633046" cy="624623"/>
          </a:xfrm>
          <a:prstGeom prst="ellipse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FA85D-16C9-4D69-8DB6-63A2363E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99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28A33E-BA8E-43EC-8268-A2F3D2CF6AA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1E20AB4A-050A-4004-AA37-D2B3212D5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8E940A59-73EF-4D10-B257-4D95F33AA7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180549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Peak Finding: Case 1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7827509-50EE-4A05-B0FE-19118F1AF68E}"/>
              </a:ext>
            </a:extLst>
          </p:cNvPr>
          <p:cNvGraphicFramePr>
            <a:graphicFrameLocks noGrp="1"/>
          </p:cNvGraphicFramePr>
          <p:nvPr/>
        </p:nvGraphicFramePr>
        <p:xfrm>
          <a:off x="5547249" y="1785952"/>
          <a:ext cx="5686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362">
                  <a:extLst>
                    <a:ext uri="{9D8B030D-6E8A-4147-A177-3AD203B41FA5}">
                      <a16:colId xmlns:a16="http://schemas.microsoft.com/office/drawing/2014/main" val="2498944576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709491679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5451132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977702783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70576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0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10238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93BF19C-C36D-4287-8483-7760B52D4EC6}"/>
              </a:ext>
            </a:extLst>
          </p:cNvPr>
          <p:cNvGraphicFramePr>
            <a:graphicFrameLocks/>
          </p:cNvGraphicFramePr>
          <p:nvPr/>
        </p:nvGraphicFramePr>
        <p:xfrm>
          <a:off x="734090" y="2612571"/>
          <a:ext cx="6450482" cy="4029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393EE71-C3E5-4E55-A10D-FCDE3CEAEEDC}"/>
              </a:ext>
            </a:extLst>
          </p:cNvPr>
          <p:cNvSpPr txBox="1"/>
          <p:nvPr/>
        </p:nvSpPr>
        <p:spPr>
          <a:xfrm>
            <a:off x="6578321" y="3153557"/>
            <a:ext cx="5519895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Case 1: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Central Element larger than both adjacent elements: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Peak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0CF98E-CD96-4A71-83E7-71AA4F173ECC}"/>
              </a:ext>
            </a:extLst>
          </p:cNvPr>
          <p:cNvSpPr/>
          <p:nvPr/>
        </p:nvSpPr>
        <p:spPr>
          <a:xfrm>
            <a:off x="3326285" y="3116688"/>
            <a:ext cx="633046" cy="624623"/>
          </a:xfrm>
          <a:prstGeom prst="ellipse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06172-FBCD-4295-965F-B91B6D8DC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100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6F1F66-F084-4816-90AB-2A8228F1E4B3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ACAAF417-534C-4457-AB41-71EF6AB157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2394EFC7-E271-4545-9176-A207F3A76D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66152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Peak Finding: Case 2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7827509-50EE-4A05-B0FE-19118F1AF68E}"/>
              </a:ext>
            </a:extLst>
          </p:cNvPr>
          <p:cNvGraphicFramePr>
            <a:graphicFrameLocks noGrp="1"/>
          </p:cNvGraphicFramePr>
          <p:nvPr/>
        </p:nvGraphicFramePr>
        <p:xfrm>
          <a:off x="5547249" y="1785952"/>
          <a:ext cx="5686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362">
                  <a:extLst>
                    <a:ext uri="{9D8B030D-6E8A-4147-A177-3AD203B41FA5}">
                      <a16:colId xmlns:a16="http://schemas.microsoft.com/office/drawing/2014/main" val="2498944576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709491679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5451132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977702783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70576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1023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E9D18-C1FF-41E5-8236-DB91CB415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101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75DFD7-7BE7-40AD-9F89-87347F95AE80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669EEB3-5D85-4165-918D-E2B6A198FC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8D88E9E2-B2FC-40F7-9127-2787A84B26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296437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Peak Finding: Case 2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7827509-50EE-4A05-B0FE-19118F1AF68E}"/>
              </a:ext>
            </a:extLst>
          </p:cNvPr>
          <p:cNvGraphicFramePr>
            <a:graphicFrameLocks noGrp="1"/>
          </p:cNvGraphicFramePr>
          <p:nvPr/>
        </p:nvGraphicFramePr>
        <p:xfrm>
          <a:off x="5547249" y="1785952"/>
          <a:ext cx="5686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362">
                  <a:extLst>
                    <a:ext uri="{9D8B030D-6E8A-4147-A177-3AD203B41FA5}">
                      <a16:colId xmlns:a16="http://schemas.microsoft.com/office/drawing/2014/main" val="2498944576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709491679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5451132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977702783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70576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10238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E1723DD-F933-4496-B4DC-8DE262F60189}"/>
              </a:ext>
            </a:extLst>
          </p:cNvPr>
          <p:cNvGraphicFramePr>
            <a:graphicFrameLocks/>
          </p:cNvGraphicFramePr>
          <p:nvPr/>
        </p:nvGraphicFramePr>
        <p:xfrm>
          <a:off x="705057" y="2694598"/>
          <a:ext cx="5967047" cy="3798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997C32A-BD1A-4243-B391-8BD964BC8C58}"/>
              </a:ext>
            </a:extLst>
          </p:cNvPr>
          <p:cNvSpPr txBox="1"/>
          <p:nvPr/>
        </p:nvSpPr>
        <p:spPr>
          <a:xfrm>
            <a:off x="6578321" y="3153557"/>
            <a:ext cx="5519895" cy="1885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Case 2: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Central Element larger than left element and smaller than right element: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958C62-3D4C-4B22-A9B7-BC885ECD4518}"/>
              </a:ext>
            </a:extLst>
          </p:cNvPr>
          <p:cNvSpPr/>
          <p:nvPr/>
        </p:nvSpPr>
        <p:spPr>
          <a:xfrm>
            <a:off x="3155463" y="4281424"/>
            <a:ext cx="633046" cy="624623"/>
          </a:xfrm>
          <a:prstGeom prst="ellipse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3E0AE-A773-4180-ACA2-2F89AFD1E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102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FDE4A66-13F6-4984-8256-98C54BFC907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FDF8F820-4BC2-40C8-802E-3ED7345EA4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Logo COP3530">
              <a:extLst>
                <a:ext uri="{FF2B5EF4-FFF2-40B4-BE49-F238E27FC236}">
                  <a16:creationId xmlns:a16="http://schemas.microsoft.com/office/drawing/2014/main" id="{A7385D1A-6348-45B7-B410-C9AA3FA7ED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628203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Peak Finding: Case 2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7827509-50EE-4A05-B0FE-19118F1AF68E}"/>
              </a:ext>
            </a:extLst>
          </p:cNvPr>
          <p:cNvGraphicFramePr>
            <a:graphicFrameLocks noGrp="1"/>
          </p:cNvGraphicFramePr>
          <p:nvPr/>
        </p:nvGraphicFramePr>
        <p:xfrm>
          <a:off x="5547249" y="1785952"/>
          <a:ext cx="5686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362">
                  <a:extLst>
                    <a:ext uri="{9D8B030D-6E8A-4147-A177-3AD203B41FA5}">
                      <a16:colId xmlns:a16="http://schemas.microsoft.com/office/drawing/2014/main" val="2498944576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709491679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5451132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977702783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70576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10238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E1723DD-F933-4496-B4DC-8DE262F60189}"/>
              </a:ext>
            </a:extLst>
          </p:cNvPr>
          <p:cNvGraphicFramePr>
            <a:graphicFrameLocks/>
          </p:cNvGraphicFramePr>
          <p:nvPr/>
        </p:nvGraphicFramePr>
        <p:xfrm>
          <a:off x="705057" y="2694598"/>
          <a:ext cx="5967047" cy="3798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72C7914-536A-4648-A908-D8530CC1C87D}"/>
              </a:ext>
            </a:extLst>
          </p:cNvPr>
          <p:cNvSpPr txBox="1"/>
          <p:nvPr/>
        </p:nvSpPr>
        <p:spPr>
          <a:xfrm>
            <a:off x="6578321" y="3153557"/>
            <a:ext cx="5519895" cy="1885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Case 2: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Central Element larger than left element and smaller than right element: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Keep going right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1C1DFB-0973-4F23-9200-D05B7B299190}"/>
              </a:ext>
            </a:extLst>
          </p:cNvPr>
          <p:cNvSpPr/>
          <p:nvPr/>
        </p:nvSpPr>
        <p:spPr>
          <a:xfrm>
            <a:off x="3155463" y="4281424"/>
            <a:ext cx="633046" cy="624623"/>
          </a:xfrm>
          <a:prstGeom prst="ellipse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C75EF-3930-46E5-9489-85A2A4BC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103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DA8165-6FC0-497F-A6B8-98FF3F781A45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3CF2047A-1FBD-4829-A341-6803BB2666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Logo COP3530">
              <a:extLst>
                <a:ext uri="{FF2B5EF4-FFF2-40B4-BE49-F238E27FC236}">
                  <a16:creationId xmlns:a16="http://schemas.microsoft.com/office/drawing/2014/main" id="{2286A32E-C72A-45A5-B4F4-1F4E9CA672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71600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Peak Finding: Case 3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7827509-50EE-4A05-B0FE-19118F1AF68E}"/>
              </a:ext>
            </a:extLst>
          </p:cNvPr>
          <p:cNvGraphicFramePr>
            <a:graphicFrameLocks noGrp="1"/>
          </p:cNvGraphicFramePr>
          <p:nvPr/>
        </p:nvGraphicFramePr>
        <p:xfrm>
          <a:off x="5547249" y="1785952"/>
          <a:ext cx="5686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362">
                  <a:extLst>
                    <a:ext uri="{9D8B030D-6E8A-4147-A177-3AD203B41FA5}">
                      <a16:colId xmlns:a16="http://schemas.microsoft.com/office/drawing/2014/main" val="2498944576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709491679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5451132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977702783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70576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2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1023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5BDEA-8B8F-46FB-B3CC-8BF7BC19B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104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8FC24F8-901F-4B5A-9918-8E63F000CC4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2AEDB41C-4BB4-4188-AF1F-05F6418A13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640B16C3-638E-4621-8785-CE79C12775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949841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Peak Finding: Case 3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7827509-50EE-4A05-B0FE-19118F1AF68E}"/>
              </a:ext>
            </a:extLst>
          </p:cNvPr>
          <p:cNvGraphicFramePr>
            <a:graphicFrameLocks noGrp="1"/>
          </p:cNvGraphicFramePr>
          <p:nvPr/>
        </p:nvGraphicFramePr>
        <p:xfrm>
          <a:off x="5547249" y="1785952"/>
          <a:ext cx="5686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362">
                  <a:extLst>
                    <a:ext uri="{9D8B030D-6E8A-4147-A177-3AD203B41FA5}">
                      <a16:colId xmlns:a16="http://schemas.microsoft.com/office/drawing/2014/main" val="2498944576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709491679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5451132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977702783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70576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2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10238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E1723DD-F933-4496-B4DC-8DE262F60189}"/>
              </a:ext>
            </a:extLst>
          </p:cNvPr>
          <p:cNvGraphicFramePr>
            <a:graphicFrameLocks/>
          </p:cNvGraphicFramePr>
          <p:nvPr/>
        </p:nvGraphicFramePr>
        <p:xfrm>
          <a:off x="705057" y="2694598"/>
          <a:ext cx="5967047" cy="3798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3A920B2-B089-4BEA-88CB-003919AD4226}"/>
              </a:ext>
            </a:extLst>
          </p:cNvPr>
          <p:cNvSpPr txBox="1"/>
          <p:nvPr/>
        </p:nvSpPr>
        <p:spPr>
          <a:xfrm>
            <a:off x="6578321" y="3153557"/>
            <a:ext cx="5519895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Case 3: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Central Element larger than right element and smaller than left element: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950D50-EA06-4F5B-A620-4B1269BE07B8}"/>
              </a:ext>
            </a:extLst>
          </p:cNvPr>
          <p:cNvSpPr/>
          <p:nvPr/>
        </p:nvSpPr>
        <p:spPr>
          <a:xfrm>
            <a:off x="3155463" y="4281424"/>
            <a:ext cx="633046" cy="624623"/>
          </a:xfrm>
          <a:prstGeom prst="ellipse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D8072-E8FF-47EF-A959-968A41D5E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105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DB5416B-40C8-4BE3-829E-0C021EF997BC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5E814372-3DB7-4D90-91D7-BF9F71D319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Logo COP3530">
              <a:extLst>
                <a:ext uri="{FF2B5EF4-FFF2-40B4-BE49-F238E27FC236}">
                  <a16:creationId xmlns:a16="http://schemas.microsoft.com/office/drawing/2014/main" id="{27A35F28-8DD5-4B00-8EED-235BDFCD21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468449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Peak Finding: Case 3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7827509-50EE-4A05-B0FE-19118F1AF68E}"/>
              </a:ext>
            </a:extLst>
          </p:cNvPr>
          <p:cNvGraphicFramePr>
            <a:graphicFrameLocks noGrp="1"/>
          </p:cNvGraphicFramePr>
          <p:nvPr/>
        </p:nvGraphicFramePr>
        <p:xfrm>
          <a:off x="5547249" y="1785952"/>
          <a:ext cx="5686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362">
                  <a:extLst>
                    <a:ext uri="{9D8B030D-6E8A-4147-A177-3AD203B41FA5}">
                      <a16:colId xmlns:a16="http://schemas.microsoft.com/office/drawing/2014/main" val="2498944576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709491679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5451132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977702783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70576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2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10238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E1723DD-F933-4496-B4DC-8DE262F60189}"/>
              </a:ext>
            </a:extLst>
          </p:cNvPr>
          <p:cNvGraphicFramePr>
            <a:graphicFrameLocks/>
          </p:cNvGraphicFramePr>
          <p:nvPr/>
        </p:nvGraphicFramePr>
        <p:xfrm>
          <a:off x="705057" y="2694598"/>
          <a:ext cx="5967047" cy="3798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72C7914-536A-4648-A908-D8530CC1C87D}"/>
              </a:ext>
            </a:extLst>
          </p:cNvPr>
          <p:cNvSpPr txBox="1"/>
          <p:nvPr/>
        </p:nvSpPr>
        <p:spPr>
          <a:xfrm>
            <a:off x="6578321" y="3153557"/>
            <a:ext cx="5519895" cy="1885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Case 3: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Central Element larger than right element and smaller than left element: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Keep going left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9DA945-205E-47DE-88C0-EA57FBED1674}"/>
              </a:ext>
            </a:extLst>
          </p:cNvPr>
          <p:cNvSpPr/>
          <p:nvPr/>
        </p:nvSpPr>
        <p:spPr>
          <a:xfrm>
            <a:off x="3155463" y="4281424"/>
            <a:ext cx="633046" cy="624623"/>
          </a:xfrm>
          <a:prstGeom prst="ellipse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99A6D-4D70-4F79-8C3C-67BECC118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106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A6880D1-8D8F-4000-9D17-5273D8A05949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C6473C60-853E-4CF6-A4FA-25B31EA1DA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Logo COP3530">
              <a:extLst>
                <a:ext uri="{FF2B5EF4-FFF2-40B4-BE49-F238E27FC236}">
                  <a16:creationId xmlns:a16="http://schemas.microsoft.com/office/drawing/2014/main" id="{BD13AD6C-B5EA-47A5-9CBD-97B2241DE2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243210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Peak Finding: Case 4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7827509-50EE-4A05-B0FE-19118F1AF68E}"/>
              </a:ext>
            </a:extLst>
          </p:cNvPr>
          <p:cNvGraphicFramePr>
            <a:graphicFrameLocks noGrp="1"/>
          </p:cNvGraphicFramePr>
          <p:nvPr/>
        </p:nvGraphicFramePr>
        <p:xfrm>
          <a:off x="5547249" y="1785952"/>
          <a:ext cx="5686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362">
                  <a:extLst>
                    <a:ext uri="{9D8B030D-6E8A-4147-A177-3AD203B41FA5}">
                      <a16:colId xmlns:a16="http://schemas.microsoft.com/office/drawing/2014/main" val="2498944576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709491679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5451132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977702783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70576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17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1023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6D1C4-A281-4E47-8D47-4D4D3FDAC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107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B16832-310B-497A-8693-5A634932B2F0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77E98F38-1DAB-4D13-92E6-C0B1979DD6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45EB76B6-D820-4B15-8840-30878AB3BC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129374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Peak Finding: Case 4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7827509-50EE-4A05-B0FE-19118F1AF68E}"/>
              </a:ext>
            </a:extLst>
          </p:cNvPr>
          <p:cNvGraphicFramePr>
            <a:graphicFrameLocks noGrp="1"/>
          </p:cNvGraphicFramePr>
          <p:nvPr/>
        </p:nvGraphicFramePr>
        <p:xfrm>
          <a:off x="5547249" y="1785952"/>
          <a:ext cx="5686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362">
                  <a:extLst>
                    <a:ext uri="{9D8B030D-6E8A-4147-A177-3AD203B41FA5}">
                      <a16:colId xmlns:a16="http://schemas.microsoft.com/office/drawing/2014/main" val="2498944576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709491679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5451132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977702783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70576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17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10238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E1723DD-F933-4496-B4DC-8DE262F60189}"/>
              </a:ext>
            </a:extLst>
          </p:cNvPr>
          <p:cNvGraphicFramePr>
            <a:graphicFrameLocks/>
          </p:cNvGraphicFramePr>
          <p:nvPr/>
        </p:nvGraphicFramePr>
        <p:xfrm>
          <a:off x="705057" y="2694598"/>
          <a:ext cx="5967047" cy="3798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72C7914-536A-4648-A908-D8530CC1C87D}"/>
              </a:ext>
            </a:extLst>
          </p:cNvPr>
          <p:cNvSpPr txBox="1"/>
          <p:nvPr/>
        </p:nvSpPr>
        <p:spPr>
          <a:xfrm>
            <a:off x="6578321" y="3153557"/>
            <a:ext cx="5519895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Case 4: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Central Element smaller than both adjacent elements: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F7B7DD-55C1-4594-8F90-C12119AD602D}"/>
              </a:ext>
            </a:extLst>
          </p:cNvPr>
          <p:cNvSpPr/>
          <p:nvPr/>
        </p:nvSpPr>
        <p:spPr>
          <a:xfrm>
            <a:off x="3155463" y="4281424"/>
            <a:ext cx="633046" cy="624623"/>
          </a:xfrm>
          <a:prstGeom prst="ellipse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66391-BC89-4D79-B282-3B934A992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108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3C9531C-BFCC-4777-9042-391A002008C7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5FA0B73A-E95E-4A78-B43C-28FD8DC01E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Logo COP3530">
              <a:extLst>
                <a:ext uri="{FF2B5EF4-FFF2-40B4-BE49-F238E27FC236}">
                  <a16:creationId xmlns:a16="http://schemas.microsoft.com/office/drawing/2014/main" id="{D51358A0-78AF-4AB0-9E80-84F876BD61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65500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Peak Finding: Case 4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7827509-50EE-4A05-B0FE-19118F1AF68E}"/>
              </a:ext>
            </a:extLst>
          </p:cNvPr>
          <p:cNvGraphicFramePr>
            <a:graphicFrameLocks noGrp="1"/>
          </p:cNvGraphicFramePr>
          <p:nvPr/>
        </p:nvGraphicFramePr>
        <p:xfrm>
          <a:off x="5547249" y="1785952"/>
          <a:ext cx="5686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362">
                  <a:extLst>
                    <a:ext uri="{9D8B030D-6E8A-4147-A177-3AD203B41FA5}">
                      <a16:colId xmlns:a16="http://schemas.microsoft.com/office/drawing/2014/main" val="2498944576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709491679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5451132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977702783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70576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17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10238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E1723DD-F933-4496-B4DC-8DE262F60189}"/>
              </a:ext>
            </a:extLst>
          </p:cNvPr>
          <p:cNvGraphicFramePr>
            <a:graphicFrameLocks/>
          </p:cNvGraphicFramePr>
          <p:nvPr/>
        </p:nvGraphicFramePr>
        <p:xfrm>
          <a:off x="705057" y="2694598"/>
          <a:ext cx="5967047" cy="3798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72C7914-536A-4648-A908-D8530CC1C87D}"/>
              </a:ext>
            </a:extLst>
          </p:cNvPr>
          <p:cNvSpPr txBox="1"/>
          <p:nvPr/>
        </p:nvSpPr>
        <p:spPr>
          <a:xfrm>
            <a:off x="6578321" y="3153557"/>
            <a:ext cx="5519895" cy="1885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Case 4: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Central Element smaller than both adjacent elements: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Pick any side and keep going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76432E-19A9-4873-BFB5-4715E8CD8519}"/>
              </a:ext>
            </a:extLst>
          </p:cNvPr>
          <p:cNvSpPr/>
          <p:nvPr/>
        </p:nvSpPr>
        <p:spPr>
          <a:xfrm>
            <a:off x="3155463" y="4281424"/>
            <a:ext cx="633046" cy="624623"/>
          </a:xfrm>
          <a:prstGeom prst="ellipse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CB690-FBBA-41DE-BB15-07C16EEB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109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903FDEF-6615-4C56-8DCF-2E6EF1190D18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9E17D0B7-FE21-4258-B8EE-7CBE88279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Logo COP3530">
              <a:extLst>
                <a:ext uri="{FF2B5EF4-FFF2-40B4-BE49-F238E27FC236}">
                  <a16:creationId xmlns:a16="http://schemas.microsoft.com/office/drawing/2014/main" id="{86675C6A-9F9E-4E28-AF23-2F9229A93D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035781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Peak Finding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7827509-50EE-4A05-B0FE-19118F1AF68E}"/>
              </a:ext>
            </a:extLst>
          </p:cNvPr>
          <p:cNvGraphicFramePr>
            <a:graphicFrameLocks noGrp="1"/>
          </p:cNvGraphicFramePr>
          <p:nvPr/>
        </p:nvGraphicFramePr>
        <p:xfrm>
          <a:off x="5547249" y="1785952"/>
          <a:ext cx="56868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362">
                  <a:extLst>
                    <a:ext uri="{9D8B030D-6E8A-4147-A177-3AD203B41FA5}">
                      <a16:colId xmlns:a16="http://schemas.microsoft.com/office/drawing/2014/main" val="2498944576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709491679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5451132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977702783"/>
                    </a:ext>
                  </a:extLst>
                </a:gridCol>
                <a:gridCol w="1137362">
                  <a:extLst>
                    <a:ext uri="{9D8B030D-6E8A-4147-A177-3AD203B41FA5}">
                      <a16:colId xmlns:a16="http://schemas.microsoft.com/office/drawing/2014/main" val="2770576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17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102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72C7914-536A-4648-A908-D8530CC1C87D}"/>
              </a:ext>
            </a:extLst>
          </p:cNvPr>
          <p:cNvSpPr txBox="1"/>
          <p:nvPr/>
        </p:nvSpPr>
        <p:spPr>
          <a:xfrm>
            <a:off x="1222550" y="2665353"/>
            <a:ext cx="9227736" cy="2808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Time Complexity: 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O(log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n) using the divide and conquer approach over O(n) using brute force algorithms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solidFill>
                <a:srgbClr val="00DA63"/>
              </a:solidFill>
              <a:latin typeface="Gotham Bold" pitchFamily="50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One Solution: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https://onlinegdb.com/YcfKNYnkT0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11CB6-6200-43B7-98E4-AF72E9CB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110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25813E-1E43-46B8-9DE3-A2F009A40D1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3233BA9A-1209-49A1-8139-2A4ACCBE21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D878590E-6336-4D0F-B2CE-379AFC7B06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17475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88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Binary 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4F4A74-8D04-45AA-8CC8-0771AA348936}"/>
              </a:ext>
            </a:extLst>
          </p:cNvPr>
          <p:cNvSpPr/>
          <p:nvPr/>
        </p:nvSpPr>
        <p:spPr>
          <a:xfrm>
            <a:off x="4859998" y="6123543"/>
            <a:ext cx="4110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https://onlinegdb.com/S1GzxzljU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D1D7B-2582-4FE9-A4C9-19620F076C86}"/>
              </a:ext>
            </a:extLst>
          </p:cNvPr>
          <p:cNvSpPr txBox="1"/>
          <p:nvPr/>
        </p:nvSpPr>
        <p:spPr>
          <a:xfrm>
            <a:off x="2710872" y="1765012"/>
            <a:ext cx="6991927" cy="3785652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txBody>
          <a:bodyPr wrap="square">
            <a:spAutoFit/>
          </a:bodyPr>
          <a:lstStyle/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binarySearch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[], 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    </a:t>
            </a:r>
          </a:p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start = 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mid, end = size-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    </a:t>
            </a:r>
          </a:p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(start &lt;= end)    </a:t>
            </a:r>
          </a:p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{        </a:t>
            </a:r>
          </a:p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mid = (start + end)/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       </a:t>
            </a:r>
          </a:p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[mid] == target)            </a:t>
            </a:r>
          </a:p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mid;                </a:t>
            </a:r>
          </a:p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(target &gt; 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[mid])             </a:t>
            </a:r>
          </a:p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start = mid + 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       </a:t>
            </a:r>
          </a:p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              </a:t>
            </a:r>
          </a:p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end = mid - 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    </a:t>
            </a:r>
          </a:p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}    </a:t>
            </a:r>
          </a:p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-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42900" indent="-731520">
              <a:buClr>
                <a:schemeClr val="bg2">
                  <a:lumMod val="50000"/>
                </a:schemeClr>
              </a:buClr>
              <a:buFont typeface="+mj-lt"/>
              <a:buAutoNum type="arabicPeriod"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ED1BCC-79AE-4403-80D5-11C31617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111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DB6CC-AB3B-48A3-9FAE-B051242A6B2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556173B0-8E2C-45CC-8D99-F75DD636EF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8138D2BB-CD00-4A09-9E3E-ED27AA4425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248850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6767" y="2555666"/>
            <a:ext cx="3562978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E1ED44-8E01-4776-8839-37B513ECA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112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235231-568E-4E15-9464-36042589A1E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DB4E518F-2364-4F81-9009-2861011321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Logo COP3530">
              <a:extLst>
                <a:ext uri="{FF2B5EF4-FFF2-40B4-BE49-F238E27FC236}">
                  <a16:creationId xmlns:a16="http://schemas.microsoft.com/office/drawing/2014/main" id="{D605BCF9-C004-4BE4-8A99-B1255B0D48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26425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6909</TotalTime>
  <Words>9480</Words>
  <Application>Microsoft Office PowerPoint</Application>
  <PresentationFormat>Widescreen</PresentationFormat>
  <Paragraphs>2079</Paragraphs>
  <Slides>112</Slides>
  <Notes>112</Notes>
  <HiddenSlides>3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112</vt:i4>
      </vt:variant>
    </vt:vector>
  </HeadingPairs>
  <TitlesOfParts>
    <vt:vector size="126" baseType="lpstr">
      <vt:lpstr>Arial</vt:lpstr>
      <vt:lpstr>Calibri</vt:lpstr>
      <vt:lpstr>Calibri Light</vt:lpstr>
      <vt:lpstr>Cambria Math</vt:lpstr>
      <vt:lpstr>Consolas</vt:lpstr>
      <vt:lpstr>Courier New</vt:lpstr>
      <vt:lpstr>Gotham Bold</vt:lpstr>
      <vt:lpstr>Linux Biolinum</vt:lpstr>
      <vt:lpstr>Mangal</vt:lpstr>
      <vt:lpstr>Symbol</vt:lpstr>
      <vt:lpstr>Tw Cen MT</vt:lpstr>
      <vt:lpstr>Wingdings</vt:lpstr>
      <vt:lpstr>1_Office Theme</vt:lpstr>
      <vt:lpstr>2_Office Theme</vt:lpstr>
      <vt:lpstr>PowerPoint Presentation</vt:lpstr>
      <vt:lpstr>   Agenda   </vt:lpstr>
      <vt:lpstr>   Algorithm   </vt:lpstr>
      <vt:lpstr>   Algorithm   </vt:lpstr>
      <vt:lpstr>   Algorithm   </vt:lpstr>
      <vt:lpstr>   Algorithm vs Program   </vt:lpstr>
      <vt:lpstr>   Algorithm vs Program   </vt:lpstr>
      <vt:lpstr>   Multiple Ways of Solving a Problem   </vt:lpstr>
      <vt:lpstr>   Multiple Ways of Solving a Problem   </vt:lpstr>
      <vt:lpstr>   Multiple Ways of Solving a Problem   </vt:lpstr>
      <vt:lpstr>   Multiple Ways of Solving a Problem   </vt:lpstr>
      <vt:lpstr>   Multiple Ways of Solving a Problem   </vt:lpstr>
      <vt:lpstr>PowerPoint Presentation</vt:lpstr>
      <vt:lpstr>   Performance   </vt:lpstr>
      <vt:lpstr>   Performance   </vt:lpstr>
      <vt:lpstr>   Why do we care about algorithms?   </vt:lpstr>
      <vt:lpstr>   Why do we care about algorithms?   </vt:lpstr>
      <vt:lpstr>   A Simple Example   </vt:lpstr>
      <vt:lpstr>   A Simple Example   </vt:lpstr>
      <vt:lpstr>   A Simple Example   </vt:lpstr>
      <vt:lpstr>   A Simple Example   </vt:lpstr>
      <vt:lpstr>   A Simple Example   </vt:lpstr>
      <vt:lpstr>PowerPoint Presentation</vt:lpstr>
      <vt:lpstr>   Questions to ask when evaluating programs   </vt:lpstr>
      <vt:lpstr>   Approach 1 (Simulation: Timing)   </vt:lpstr>
      <vt:lpstr>   Approach 1 (Simulation: Timing)   </vt:lpstr>
      <vt:lpstr>   Approach 1 (Simulation: Timing)   </vt:lpstr>
      <vt:lpstr>   Approach 1 (Simulation: Timing)   </vt:lpstr>
      <vt:lpstr>   Approach 1 (Simulation: Timing)   </vt:lpstr>
      <vt:lpstr>   Approach 2 (Modeling: Counting)   </vt:lpstr>
      <vt:lpstr>   Approach 2 (Modeling: Counting)   </vt:lpstr>
      <vt:lpstr>   Approach 2 (Modeling: Counting)   </vt:lpstr>
      <vt:lpstr>   Approach 2 (Modeling: Counting)   </vt:lpstr>
      <vt:lpstr>   Approach 2 (Modeling: Counting)   </vt:lpstr>
      <vt:lpstr>   Approach 2 (Modeling: Counting)   </vt:lpstr>
      <vt:lpstr>   Approach 2 (Modeling: Counting)   </vt:lpstr>
      <vt:lpstr>   Approach 2 (Modeling: Counting)   </vt:lpstr>
      <vt:lpstr>   Approach 3 (Asymptotic Behavior: Order                                                             of Growth)    </vt:lpstr>
      <vt:lpstr>Which variables should we eliminate?</vt:lpstr>
      <vt:lpstr>   Growth of Functions   </vt:lpstr>
      <vt:lpstr>   Growth of Functions   </vt:lpstr>
      <vt:lpstr>   Growth of Functions   </vt:lpstr>
      <vt:lpstr>   Growth of Functions   </vt:lpstr>
      <vt:lpstr>PowerPoint Presentation</vt:lpstr>
      <vt:lpstr>   Approach 3 (Asymptotic Behavior: Order                                                             of Growth)    </vt:lpstr>
      <vt:lpstr>   Approach 3 (Asymptotic Behavior: Order                                                             of Growth)    </vt:lpstr>
      <vt:lpstr>Notations for Algorithm Complexity</vt:lpstr>
      <vt:lpstr>Asymptotic Bounding</vt:lpstr>
      <vt:lpstr>Big O (Visualize)</vt:lpstr>
      <vt:lpstr>Big </vt:lpstr>
      <vt:lpstr>Big </vt:lpstr>
      <vt:lpstr>Big  vs Big O vs Big </vt:lpstr>
      <vt:lpstr>   Constant Growth Rate, O(1)   </vt:lpstr>
      <vt:lpstr>   Linear Growth Rate   </vt:lpstr>
      <vt:lpstr>   Quadratic Growth Rate   </vt:lpstr>
      <vt:lpstr>   Quadratic Growth Rate   </vt:lpstr>
      <vt:lpstr>Inclass Activity</vt:lpstr>
      <vt:lpstr>   Logarithmic Growth Rate   </vt:lpstr>
      <vt:lpstr>   Logarithmic Growth Rate   </vt:lpstr>
      <vt:lpstr>   Logarithmic Growth Rate   </vt:lpstr>
      <vt:lpstr>   Logarithmic Growth Rate   </vt:lpstr>
      <vt:lpstr>   Different Growth Rates  </vt:lpstr>
      <vt:lpstr>   Different Growth Rates  </vt:lpstr>
      <vt:lpstr>   Tips for Asymptotic Analysis (Big O)  </vt:lpstr>
      <vt:lpstr>Tip #1: Addition (Independence)</vt:lpstr>
      <vt:lpstr>Tip #1: Addition (Independence)</vt:lpstr>
      <vt:lpstr>Tip #2: Drop Constant Multipliers</vt:lpstr>
      <vt:lpstr>Tip #2: Drop Constant Multipliers</vt:lpstr>
      <vt:lpstr>Tip #3: Different Input Variables</vt:lpstr>
      <vt:lpstr>Tip #3: Different Input Variables</vt:lpstr>
      <vt:lpstr>Tip #4a: Drop Lower Order Terms with Similar Growth Rates</vt:lpstr>
      <vt:lpstr>Tip #4a: Drop Lower Order Terms with Similar Growth Rates</vt:lpstr>
      <vt:lpstr>Tip #4b: Drop Lower Order Terms with Similar Growth Rates</vt:lpstr>
      <vt:lpstr>Tip #4b: Drop Lower Order Terms with Similar Growth Rates</vt:lpstr>
      <vt:lpstr>Tip #4c: Do not drop Lower Order Terms with different Growth Rates</vt:lpstr>
      <vt:lpstr>Mentimeter</vt:lpstr>
      <vt:lpstr>Mentimeter</vt:lpstr>
      <vt:lpstr>Logarithmic growth</vt:lpstr>
      <vt:lpstr>Mentimeter</vt:lpstr>
      <vt:lpstr>Mentimeter</vt:lpstr>
      <vt:lpstr>Mentimeter</vt:lpstr>
      <vt:lpstr>Mentimeter</vt:lpstr>
      <vt:lpstr>Enter Data</vt:lpstr>
      <vt:lpstr>Enter Data</vt:lpstr>
      <vt:lpstr>Recommended Readings</vt:lpstr>
      <vt:lpstr>Useful series</vt:lpstr>
      <vt:lpstr>Linear Search</vt:lpstr>
      <vt:lpstr>Linear Search: Assuming a large array</vt:lpstr>
      <vt:lpstr>Linear Search: Assuming a large array</vt:lpstr>
      <vt:lpstr>Linear Search: Assuming a large array</vt:lpstr>
      <vt:lpstr>Linear Search: Assuming a large array</vt:lpstr>
      <vt:lpstr>Linear Search: Assuming a large array</vt:lpstr>
      <vt:lpstr>Linear Search: Assuming a large array</vt:lpstr>
      <vt:lpstr>Linear Search: Assuming a large array</vt:lpstr>
      <vt:lpstr>String Palindrome</vt:lpstr>
      <vt:lpstr>String Palindrome</vt:lpstr>
      <vt:lpstr>Peak Finding</vt:lpstr>
      <vt:lpstr>Peak Finding: Case 1</vt:lpstr>
      <vt:lpstr>Peak Finding: Case 1</vt:lpstr>
      <vt:lpstr>Peak Finding: Case 1</vt:lpstr>
      <vt:lpstr>Peak Finding: Case 2</vt:lpstr>
      <vt:lpstr>Peak Finding: Case 2</vt:lpstr>
      <vt:lpstr>Peak Finding: Case 2</vt:lpstr>
      <vt:lpstr>Peak Finding: Case 3</vt:lpstr>
      <vt:lpstr>Peak Finding: Case 3</vt:lpstr>
      <vt:lpstr>Peak Finding: Case 3</vt:lpstr>
      <vt:lpstr>Peak Finding: Case 4</vt:lpstr>
      <vt:lpstr>Peak Finding: Case 4</vt:lpstr>
      <vt:lpstr>Peak Finding: Case 4</vt:lpstr>
      <vt:lpstr>Peak Finding</vt:lpstr>
      <vt:lpstr>Binary Search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Amanpreet Kapoor Amanpreet Kapoor</dc:title>
  <dc:creator>amanpreet kapoor</dc:creator>
  <cp:lastModifiedBy>Kapoor,Amanpreet</cp:lastModifiedBy>
  <cp:revision>322</cp:revision>
  <cp:lastPrinted>2021-01-13T16:00:44Z</cp:lastPrinted>
  <dcterms:created xsi:type="dcterms:W3CDTF">2020-04-14T17:15:24Z</dcterms:created>
  <dcterms:modified xsi:type="dcterms:W3CDTF">2026-10-01T16:42:37Z</dcterms:modified>
</cp:coreProperties>
</file>