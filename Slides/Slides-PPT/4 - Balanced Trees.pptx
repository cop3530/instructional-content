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ink/ink1.xml" ContentType="application/inkml+xml"/>
  <Override PartName="/ppt/notesSlides/notesSlide66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ink/ink4.xml" ContentType="application/inkml+xml"/>
  <Override PartName="/ppt/notesSlides/notesSlide69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70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71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72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73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ink/ink21.xml" ContentType="application/inkml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226"/>
  </p:notesMasterIdLst>
  <p:handoutMasterIdLst>
    <p:handoutMasterId r:id="rId227"/>
  </p:handoutMasterIdLst>
  <p:sldIdLst>
    <p:sldId id="480" r:id="rId3"/>
    <p:sldId id="481" r:id="rId4"/>
    <p:sldId id="384" r:id="rId5"/>
    <p:sldId id="377" r:id="rId6"/>
    <p:sldId id="534" r:id="rId7"/>
    <p:sldId id="520" r:id="rId8"/>
    <p:sldId id="536" r:id="rId9"/>
    <p:sldId id="540" r:id="rId10"/>
    <p:sldId id="541" r:id="rId11"/>
    <p:sldId id="542" r:id="rId12"/>
    <p:sldId id="566" r:id="rId13"/>
    <p:sldId id="550" r:id="rId14"/>
    <p:sldId id="811" r:id="rId15"/>
    <p:sldId id="812" r:id="rId16"/>
    <p:sldId id="543" r:id="rId17"/>
    <p:sldId id="568" r:id="rId18"/>
    <p:sldId id="544" r:id="rId19"/>
    <p:sldId id="569" r:id="rId20"/>
    <p:sldId id="545" r:id="rId21"/>
    <p:sldId id="570" r:id="rId22"/>
    <p:sldId id="547" r:id="rId23"/>
    <p:sldId id="548" r:id="rId24"/>
    <p:sldId id="535" r:id="rId25"/>
    <p:sldId id="521" r:id="rId26"/>
    <p:sldId id="522" r:id="rId27"/>
    <p:sldId id="813" r:id="rId28"/>
    <p:sldId id="546" r:id="rId29"/>
    <p:sldId id="849" r:id="rId30"/>
    <p:sldId id="551" r:id="rId31"/>
    <p:sldId id="553" r:id="rId32"/>
    <p:sldId id="554" r:id="rId33"/>
    <p:sldId id="555" r:id="rId34"/>
    <p:sldId id="556" r:id="rId35"/>
    <p:sldId id="814" r:id="rId36"/>
    <p:sldId id="557" r:id="rId37"/>
    <p:sldId id="815" r:id="rId38"/>
    <p:sldId id="847" r:id="rId39"/>
    <p:sldId id="549" r:id="rId40"/>
    <p:sldId id="848" r:id="rId41"/>
    <p:sldId id="828" r:id="rId42"/>
    <p:sldId id="830" r:id="rId43"/>
    <p:sldId id="831" r:id="rId44"/>
    <p:sldId id="832" r:id="rId45"/>
    <p:sldId id="833" r:id="rId46"/>
    <p:sldId id="834" r:id="rId47"/>
    <p:sldId id="835" r:id="rId48"/>
    <p:sldId id="836" r:id="rId49"/>
    <p:sldId id="837" r:id="rId50"/>
    <p:sldId id="838" r:id="rId51"/>
    <p:sldId id="839" r:id="rId52"/>
    <p:sldId id="840" r:id="rId53"/>
    <p:sldId id="841" r:id="rId54"/>
    <p:sldId id="842" r:id="rId55"/>
    <p:sldId id="843" r:id="rId56"/>
    <p:sldId id="844" r:id="rId57"/>
    <p:sldId id="845" r:id="rId58"/>
    <p:sldId id="850" r:id="rId59"/>
    <p:sldId id="846" r:id="rId60"/>
    <p:sldId id="561" r:id="rId61"/>
    <p:sldId id="851" r:id="rId62"/>
    <p:sldId id="562" r:id="rId63"/>
    <p:sldId id="852" r:id="rId64"/>
    <p:sldId id="563" r:id="rId65"/>
    <p:sldId id="870" r:id="rId66"/>
    <p:sldId id="868" r:id="rId67"/>
    <p:sldId id="869" r:id="rId68"/>
    <p:sldId id="867" r:id="rId69"/>
    <p:sldId id="874" r:id="rId70"/>
    <p:sldId id="871" r:id="rId71"/>
    <p:sldId id="872" r:id="rId72"/>
    <p:sldId id="873" r:id="rId73"/>
    <p:sldId id="875" r:id="rId74"/>
    <p:sldId id="876" r:id="rId75"/>
    <p:sldId id="882" r:id="rId76"/>
    <p:sldId id="662" r:id="rId77"/>
    <p:sldId id="523" r:id="rId78"/>
    <p:sldId id="854" r:id="rId79"/>
    <p:sldId id="856" r:id="rId80"/>
    <p:sldId id="855" r:id="rId81"/>
    <p:sldId id="857" r:id="rId82"/>
    <p:sldId id="859" r:id="rId83"/>
    <p:sldId id="858" r:id="rId84"/>
    <p:sldId id="860" r:id="rId85"/>
    <p:sldId id="861" r:id="rId86"/>
    <p:sldId id="864" r:id="rId87"/>
    <p:sldId id="894" r:id="rId88"/>
    <p:sldId id="865" r:id="rId89"/>
    <p:sldId id="883" r:id="rId90"/>
    <p:sldId id="862" r:id="rId91"/>
    <p:sldId id="538" r:id="rId92"/>
    <p:sldId id="270" r:id="rId93"/>
    <p:sldId id="625" r:id="rId94"/>
    <p:sldId id="680" r:id="rId95"/>
    <p:sldId id="681" r:id="rId96"/>
    <p:sldId id="682" r:id="rId97"/>
    <p:sldId id="683" r:id="rId98"/>
    <p:sldId id="684" r:id="rId99"/>
    <p:sldId id="685" r:id="rId100"/>
    <p:sldId id="686" r:id="rId101"/>
    <p:sldId id="687" r:id="rId102"/>
    <p:sldId id="688" r:id="rId103"/>
    <p:sldId id="689" r:id="rId104"/>
    <p:sldId id="690" r:id="rId105"/>
    <p:sldId id="691" r:id="rId106"/>
    <p:sldId id="692" r:id="rId107"/>
    <p:sldId id="693" r:id="rId108"/>
    <p:sldId id="694" r:id="rId109"/>
    <p:sldId id="695" r:id="rId110"/>
    <p:sldId id="696" r:id="rId111"/>
    <p:sldId id="697" r:id="rId112"/>
    <p:sldId id="698" r:id="rId113"/>
    <p:sldId id="699" r:id="rId114"/>
    <p:sldId id="700" r:id="rId115"/>
    <p:sldId id="701" r:id="rId116"/>
    <p:sldId id="702" r:id="rId117"/>
    <p:sldId id="703" r:id="rId118"/>
    <p:sldId id="704" r:id="rId119"/>
    <p:sldId id="705" r:id="rId120"/>
    <p:sldId id="706" r:id="rId121"/>
    <p:sldId id="707" r:id="rId122"/>
    <p:sldId id="708" r:id="rId123"/>
    <p:sldId id="709" r:id="rId124"/>
    <p:sldId id="710" r:id="rId125"/>
    <p:sldId id="711" r:id="rId126"/>
    <p:sldId id="712" r:id="rId127"/>
    <p:sldId id="713" r:id="rId128"/>
    <p:sldId id="714" r:id="rId129"/>
    <p:sldId id="715" r:id="rId130"/>
    <p:sldId id="716" r:id="rId131"/>
    <p:sldId id="717" r:id="rId132"/>
    <p:sldId id="718" r:id="rId133"/>
    <p:sldId id="719" r:id="rId134"/>
    <p:sldId id="720" r:id="rId135"/>
    <p:sldId id="721" r:id="rId136"/>
    <p:sldId id="722" r:id="rId137"/>
    <p:sldId id="723" r:id="rId138"/>
    <p:sldId id="724" r:id="rId139"/>
    <p:sldId id="725" r:id="rId140"/>
    <p:sldId id="726" r:id="rId141"/>
    <p:sldId id="727" r:id="rId142"/>
    <p:sldId id="728" r:id="rId143"/>
    <p:sldId id="729" r:id="rId144"/>
    <p:sldId id="730" r:id="rId145"/>
    <p:sldId id="731" r:id="rId146"/>
    <p:sldId id="663" r:id="rId147"/>
    <p:sldId id="598" r:id="rId148"/>
    <p:sldId id="599" r:id="rId149"/>
    <p:sldId id="600" r:id="rId150"/>
    <p:sldId id="606" r:id="rId151"/>
    <p:sldId id="664" r:id="rId152"/>
    <p:sldId id="665" r:id="rId153"/>
    <p:sldId id="821" r:id="rId154"/>
    <p:sldId id="820" r:id="rId155"/>
    <p:sldId id="822" r:id="rId156"/>
    <p:sldId id="825" r:id="rId157"/>
    <p:sldId id="826" r:id="rId158"/>
    <p:sldId id="601" r:id="rId159"/>
    <p:sldId id="604" r:id="rId160"/>
    <p:sldId id="605" r:id="rId161"/>
    <p:sldId id="884" r:id="rId162"/>
    <p:sldId id="886" r:id="rId163"/>
    <p:sldId id="889" r:id="rId164"/>
    <p:sldId id="887" r:id="rId165"/>
    <p:sldId id="888" r:id="rId166"/>
    <p:sldId id="890" r:id="rId167"/>
    <p:sldId id="892" r:id="rId168"/>
    <p:sldId id="891" r:id="rId169"/>
    <p:sldId id="607" r:id="rId170"/>
    <p:sldId id="667" r:id="rId171"/>
    <p:sldId id="617" r:id="rId172"/>
    <p:sldId id="576" r:id="rId173"/>
    <p:sldId id="627" r:id="rId174"/>
    <p:sldId id="626" r:id="rId175"/>
    <p:sldId id="618" r:id="rId176"/>
    <p:sldId id="616" r:id="rId177"/>
    <p:sldId id="597" r:id="rId178"/>
    <p:sldId id="579" r:id="rId179"/>
    <p:sldId id="580" r:id="rId180"/>
    <p:sldId id="581" r:id="rId181"/>
    <p:sldId id="612" r:id="rId182"/>
    <p:sldId id="608" r:id="rId183"/>
    <p:sldId id="615" r:id="rId184"/>
    <p:sldId id="614" r:id="rId185"/>
    <p:sldId id="647" r:id="rId186"/>
    <p:sldId id="583" r:id="rId187"/>
    <p:sldId id="588" r:id="rId188"/>
    <p:sldId id="621" r:id="rId189"/>
    <p:sldId id="622" r:id="rId190"/>
    <p:sldId id="623" r:id="rId191"/>
    <p:sldId id="585" r:id="rId192"/>
    <p:sldId id="586" r:id="rId193"/>
    <p:sldId id="584" r:id="rId194"/>
    <p:sldId id="897" r:id="rId195"/>
    <p:sldId id="898" r:id="rId196"/>
    <p:sldId id="899" r:id="rId197"/>
    <p:sldId id="900" r:id="rId198"/>
    <p:sldId id="901" r:id="rId199"/>
    <p:sldId id="902" r:id="rId200"/>
    <p:sldId id="903" r:id="rId201"/>
    <p:sldId id="587" r:id="rId202"/>
    <p:sldId id="818" r:id="rId203"/>
    <p:sldId id="904" r:id="rId204"/>
    <p:sldId id="905" r:id="rId205"/>
    <p:sldId id="619" r:id="rId206"/>
    <p:sldId id="624" r:id="rId207"/>
    <p:sldId id="893" r:id="rId208"/>
    <p:sldId id="906" r:id="rId209"/>
    <p:sldId id="909" r:id="rId210"/>
    <p:sldId id="908" r:id="rId211"/>
    <p:sldId id="907" r:id="rId212"/>
    <p:sldId id="483" r:id="rId213"/>
    <p:sldId id="743" r:id="rId214"/>
    <p:sldId id="895" r:id="rId215"/>
    <p:sldId id="827" r:id="rId216"/>
    <p:sldId id="492" r:id="rId217"/>
    <p:sldId id="493" r:id="rId218"/>
    <p:sldId id="494" r:id="rId219"/>
    <p:sldId id="739" r:id="rId220"/>
    <p:sldId id="740" r:id="rId221"/>
    <p:sldId id="741" r:id="rId222"/>
    <p:sldId id="742" r:id="rId223"/>
    <p:sldId id="751" r:id="rId224"/>
    <p:sldId id="754" r:id="rId2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1E2"/>
    <a:srgbClr val="EB6E19"/>
    <a:srgbClr val="00DA63"/>
    <a:srgbClr val="000000"/>
    <a:srgbClr val="E60000"/>
    <a:srgbClr val="3B3838"/>
    <a:srgbClr val="740000"/>
    <a:srgbClr val="F7FA82"/>
    <a:srgbClr val="00B050"/>
    <a:srgbClr val="FF93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2" autoAdjust="0"/>
    <p:restoredTop sz="86722" autoAdjust="0"/>
  </p:normalViewPr>
  <p:slideViewPr>
    <p:cSldViewPr snapToGrid="0">
      <p:cViewPr varScale="1">
        <p:scale>
          <a:sx n="89" d="100"/>
          <a:sy n="89" d="100"/>
        </p:scale>
        <p:origin x="13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226" Type="http://schemas.openxmlformats.org/officeDocument/2006/relationships/notesMaster" Target="notesMasters/notesMaster1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16" Type="http://schemas.openxmlformats.org/officeDocument/2006/relationships/slide" Target="slides/slide214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227" Type="http://schemas.openxmlformats.org/officeDocument/2006/relationships/handoutMaster" Target="handoutMasters/handoutMaster1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217" Type="http://schemas.openxmlformats.org/officeDocument/2006/relationships/slide" Target="slides/slide215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207" Type="http://schemas.openxmlformats.org/officeDocument/2006/relationships/slide" Target="slides/slide205.xml"/><Relationship Id="rId228" Type="http://schemas.openxmlformats.org/officeDocument/2006/relationships/presProps" Target="presProps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18" Type="http://schemas.openxmlformats.org/officeDocument/2006/relationships/slide" Target="slides/slide216.xml"/><Relationship Id="rId24" Type="http://schemas.openxmlformats.org/officeDocument/2006/relationships/slide" Target="slides/slide22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31" Type="http://schemas.openxmlformats.org/officeDocument/2006/relationships/slide" Target="slides/slide129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208" Type="http://schemas.openxmlformats.org/officeDocument/2006/relationships/slide" Target="slides/slide206.xml"/><Relationship Id="rId229" Type="http://schemas.openxmlformats.org/officeDocument/2006/relationships/viewProps" Target="viewProps.xml"/><Relationship Id="rId14" Type="http://schemas.openxmlformats.org/officeDocument/2006/relationships/slide" Target="slides/slide12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8" Type="http://schemas.openxmlformats.org/officeDocument/2006/relationships/slide" Target="slides/slide6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219" Type="http://schemas.openxmlformats.org/officeDocument/2006/relationships/slide" Target="slides/slide217.xml"/><Relationship Id="rId230" Type="http://schemas.openxmlformats.org/officeDocument/2006/relationships/theme" Target="theme/them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95" Type="http://schemas.openxmlformats.org/officeDocument/2006/relationships/slide" Target="slides/slide193.xml"/><Relationship Id="rId209" Type="http://schemas.openxmlformats.org/officeDocument/2006/relationships/slide" Target="slides/slide207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220" Type="http://schemas.openxmlformats.org/officeDocument/2006/relationships/slide" Target="slides/slide218.xml"/><Relationship Id="rId225" Type="http://schemas.openxmlformats.org/officeDocument/2006/relationships/slide" Target="slides/slide223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slide" Target="slides/slide18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10" Type="http://schemas.openxmlformats.org/officeDocument/2006/relationships/slide" Target="slides/slide208.xml"/><Relationship Id="rId215" Type="http://schemas.openxmlformats.org/officeDocument/2006/relationships/slide" Target="slides/slide213.xml"/><Relationship Id="rId26" Type="http://schemas.openxmlformats.org/officeDocument/2006/relationships/slide" Target="slides/slide24.xml"/><Relationship Id="rId231" Type="http://schemas.openxmlformats.org/officeDocument/2006/relationships/tableStyles" Target="tableStyles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221" Type="http://schemas.openxmlformats.org/officeDocument/2006/relationships/slide" Target="slides/slide219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11" Type="http://schemas.openxmlformats.org/officeDocument/2006/relationships/slide" Target="slides/slide209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222" Type="http://schemas.openxmlformats.org/officeDocument/2006/relationships/slide" Target="slides/slide220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0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slide" Target="slides/slide200.xml"/><Relationship Id="rId223" Type="http://schemas.openxmlformats.org/officeDocument/2006/relationships/slide" Target="slides/slide22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13" Type="http://schemas.openxmlformats.org/officeDocument/2006/relationships/slide" Target="slides/slide21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40" Type="http://schemas.openxmlformats.org/officeDocument/2006/relationships/slide" Target="slides/slide38.xml"/><Relationship Id="rId115" Type="http://schemas.openxmlformats.org/officeDocument/2006/relationships/slide" Target="slides/slide113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Relationship Id="rId19" Type="http://schemas.openxmlformats.org/officeDocument/2006/relationships/slide" Target="slides/slide17.xml"/><Relationship Id="rId224" Type="http://schemas.openxmlformats.org/officeDocument/2006/relationships/slide" Target="slides/slide222.xml"/><Relationship Id="rId30" Type="http://schemas.openxmlformats.org/officeDocument/2006/relationships/slide" Target="slides/slide2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189" Type="http://schemas.openxmlformats.org/officeDocument/2006/relationships/slide" Target="slides/slide187.xml"/><Relationship Id="rId3" Type="http://schemas.openxmlformats.org/officeDocument/2006/relationships/slide" Target="slides/slide1.xml"/><Relationship Id="rId214" Type="http://schemas.openxmlformats.org/officeDocument/2006/relationships/slide" Target="slides/slide2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F2F99A-E8CA-4A49-BFEE-977545FD9C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53F472-54FB-40A7-A9A8-93F2FC3C5F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A1181-D33B-49A1-ADBF-ABDAD33FE37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52AEDF-23FA-4FA0-859E-D460BBD2CB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F5B8B-85FB-4AD1-B8AB-F73D34F5FD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BC4F9-1F66-4EA9-B6B6-30D61F15F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939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29:02.24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24271 6632 0,'0'-17'422,"0"52"1078,0 0-1484,18 0-16,-18 1 15,0-19-15,0 1 16,0 17 15,0-17-31,0 0 16,17-18 203,1 0-204,-18-18-15,71-17 32,-71 17-32,17 18 15,1-18 1,-1 18-16,1-17 15,0 17 1,-1 0 15,1 0 1,0 17-17,-18 1 1,17 0-1,1 17 1,0 0 0,-18 0-16,17-17 15,1 17-15,-18 36 32,0-53-32,0-1 15,0 1 1,0-1 15,0 1-15,-18-18 31,-17 0-32,17 0 1,-35 0-1,36 0-15,-1 0 16,-17 0 0,17 0-1,-17 0 1,17 0 0,1 0-16,-1 0 15,0 0 1,1 0-1,17-18 142</inkml:trace>
  <inkml:trace contextRef="#ctx0" brushRef="#br0" timeOffset="1164.1">24306 6579 0,'36'-17'156,"34"-1"-140,-35 0-16,1 18 15,-1 0-15,-17 0 16,-18-17-16,17 17 16,1 0-16,0 0 31,-1 0-16,19 0 1,-19 0 0,1 0-1,-1 0 17,1 0-17,0 0-15,-1 0 31,19-18-15,-19 18 0,1-18-16,0 18 15,-18-17 1,17 17 0</inkml:trace>
  <inkml:trace contextRef="#ctx0" brushRef="#br0" timeOffset="2629.08">24359 7426 0,'-17'0'141,"-1"18"-126,-70 87 17,53-87-32,17 17 15,0-17-15,-70 70 32,70-53-32,-17-17 15,18 17-15,-1-35 16,0 36-16,1-36 15,-1 17-15,0 19 16,1-19 0,-1 1-16,0-1 15,1 1-15,-36 53 32,35-71-32,18 17 15,0 1 1,-17 0-16,17-1 31</inkml:trace>
  <inkml:trace contextRef="#ctx0" brushRef="#br0" timeOffset="7117.44">22913 8449 0,'18'0'219,"-18"-18"-219,17 18 15,1-17 1,-1-1-16,1 0 16,0 18-16,-1-17 15,1 17 1,0-18-16,-1 18 31,1-17-15,0 17-1,-1 0 32,1 0-31,-1 0 15,-17 17-15,18-17-1,-18 18 17,18-18-17,-1 0 16,-17 17-15,18-17 15,-18 18-15,0 0 0,0-1-1,0 1 16,-18 0-15,1-1-16,-1 1 16,0 17 15,18-17-15,-17-18 15,-1 0 47,36 0 94,17 17-141,-17 1-31,17-18 0,-17 0 16,17 18-1,0-18 1,-17 0-16,17 0 16,-17 0 15,-1 0-31,1 0 47,-18 17-32,0 1 1,0 0 15,0 35 0,0-36-15,0 1 0,0 0-1,-18-18 1,-17 52 15,18-52-15,17 18-1,-18-18 1,0 0 0,1 0-1,-19 0 1,19 0 0,-1 0 15,-17 0-16,17 0 1,0 0 0,1 0 46,-1 0 32</inkml:trace>
  <inkml:trace contextRef="#ctx0" brushRef="#br0" timeOffset="8694.18">22966 9172 0,'0'18'109,"-35"17"-93,-18 36-1,17-1-15,19-17 16,-19-18-16,19 1 15,-54 70 1,54-89-16,-19 54 31,36-54-15,-17-17 0,-1 36-1,18-19-15,-18 1 16,18 0-16,-17 17 31,17-18-31,-18-17 16,18 18-1,-18-18-15,18 18 32,0-1-1,-17-17-16,17 18 1,0 0 0,-18-18-1,18 17 1</inkml:trace>
  <inkml:trace contextRef="#ctx0" brushRef="#br0" timeOffset="11157.76">22084 10830 0,'18'0'62,"-1"-35"-15,1 35-31,-1-18-16,1 1 15,-18-1 1,35 0 15,-17 18-31,0 0 16,17 0 15,-17 0 0,-1 0 1,1 0-1,-1 0 0,-17 36 0,18-19-15,-18 36 15,0-35-31,0 0 0,0-1 16,0 1 15,0-1-31,0 1 0,0 17 16,0 1 15,0-19-31,0 1 31,0 17-31,-18-17 31,1-1-31,17 1 16,-53 0 15,35-1-15,1-17 0,-1 0-1,0 0 16,1 0-15,-1 0 15,0 0-15,1 0 15,34 0 110,1 18-110,0-18-15,-1 18-1,1-18-15,0 0 0,17 0 32,-17 17-17,-1-17-15,1 0 16,17 0-1,0 0-15,-17 0 16,17 18-16,36 0 31,-54-18-15,1 0-16,17 0 31,-17 0-15,0 0-1,-1 0 32,1 0-31,0 0 15,-1 0-15,1 0 15,0 0-15,-1 0 15,1 0 0,-1 0 0,19 17 1,-19-17-32,1 0 31,0 0 156</inkml:trace>
  <inkml:trace contextRef="#ctx0" brushRef="#br0" timeOffset="12582.4">23460 9278 0,'17'0'32,"1"0"14,17 18-30,-17-1-16,0-17 16,-1 18-16,36 53 31,-18-19-31,18 19 16,-35-36-16,70 71 31,-53-88-16,-17 17-15,0-17 16,-1 17-16,19-17 16,-36-1-16,17 1 15,1-1 1,0-17-16,-18 18 16,17 0-16,18 17 31,-35-17-16,18 17-15,17-17 16,-35-1 0,18 1-16,0 0 15,-1-18 1,-17 17 0,18 1-1,-18-1 1,18-17-16,-18 18 15,17-18 1,-17 18 15,18-18-15,-18 17-16,17 1 78,-17 0 0</inkml:trace>
  <inkml:trace contextRef="#ctx0" brushRef="#br0" timeOffset="15068.05">24130 10548 0,'0'53'172,"0"-18"-157,0-17-15,0 0 16,0-1-16,0 1 16,0-1 15,0 1 16,0 0 31,18-18 16,-18 17-1,0 1-61,0 17-17,0-17-15,0 0 281,17-18-218,-17 17-47,18-17-1,0 0-15,17 0 16,53 0 15,-53 18-31,1-18 0,16 0 31,-34 0-31,0 0 0,17 0 16,-17 0 15,-18-18-15,17 18-1,-17-17 32,0-1 0,-17-17-16,17 17-31,-18 0 16,0 1 0,18-1 15,0 53 141,0 54-141,0-54-31,0 18 16,0 17-1,0-17-15,18-18 16,-18 1 0,0-19-16,0 1 15,0 0 1,18-18-1,-18 17-15,0 1 0,0 0 16,0-1 15,0 1-15,0 0 0,0-1-1,17-17 16,-17 18 63</inkml:trace>
  <inkml:trace contextRef="#ctx0" brushRef="#br0" timeOffset="17885.32">25135 7091 0,'18'17'156,"0"1"-156,-1 0 16,1 17-1,53 53 1,-36-70 0,0 35-1,-17-36-15,-1 19 16,1-19-16,0 1 16,17 17-1,-17 1 1,-1-19-16,1 18 15,35 18 1,-53-35 0,35 0-1,-35-1 1,18-17 0,-1 18-1,-17 0 1,18-18 15,-18 17-15,18-17 15,-18 18-15,17-18 15,-17 17-16,0 1 32,18-18-31,-18 18 15,17-18 32,1 17-32,-18 1-15,18 0-1,-18-1-15,17 1 16,-17 0-1,0-1 17,18-17-1,0 0-31,-18 18 31,17-1 235,1 19-251,17 34 1,-17-34-16,0-1 16,17 53 15,-18-70-31</inkml:trace>
  <inkml:trace contextRef="#ctx0" brushRef="#br0" timeOffset="21107.15">26423 8237 0,'-18'0'157,"-52"71"-142,35-18 1,-1-18-16,19-17 16,-1 35-16,-17-36 15,17 19 1,18-19-1,-18 1 1,18-1 0,0 1-16,0 0 15,-17-1 1,17 1 0,0 17-1,0-17 1,0 0 15,17-18-31,-17 35 16,18-35-1,-18 18 1,18-1 0,-18 1 15,17-1 0,1-17-31,-18 18 16,18 0 15,-1-18 47,-17 17-47,18-17-15,-18 18 0,18-18-16,-1 0 15,1 18 16,-1-18 1,1 0-17,0 17 1,-1-17 15,1 0 16,0 0 31,-1 0-62,1 0 15,0 0-15,-18-17-1,0-1 17,17 0-32,-17 1 109,0-1-31,0 0 0,-17 18-62,17-17-1,-18 17 17,18-18-17,-18 18-15,1 0 32,-1 0 30,18-17-46,-18 17-1,1 0 17,-1 0-17,18-18 16,-18 18-15,1 0 31,-1 0-16,1 0 16,-1 0 94,0 0-32,1 0 94,-1 0-125,0 0-31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29:02.24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24271 6632 0,'0'-17'422,"0"52"1078,0 0-1484,18 0-16,-18 1 15,0-19-15,0 1 16,0 17 15,0-17-31,0 0 16,17-18 203,1 0-204,-18-18-15,71-17 32,-71 17-32,17 18 15,1-18 1,-1 18-16,1-17 15,0 17 1,-1 0 15,1 0 1,0 17-17,-18 1 1,17 0-1,1 17 1,0 0 0,-18 0-16,17-17 15,1 17-15,-18 36 32,0-53-32,0-1 15,0 1 1,0-1 15,0 1-15,-18-18 31,-17 0-32,17 0 1,-35 0-1,36 0-15,-1 0 16,-17 0 0,17 0-1,-17 0 1,17 0 0,1 0-16,-1 0 15,0 0 1,1 0-1,17-18 142</inkml:trace>
  <inkml:trace contextRef="#ctx0" brushRef="#br0" timeOffset="1164.09">24306 6579 0,'36'-17'156,"34"-1"-140,-35 0-16,1 18 15,-1 0-15,-17 0 16,-18-17-16,17 17 16,1 0-16,0 0 31,-1 0-16,19 0 1,-19 0 0,1 0-1,-1 0 17,1 0-17,0 0-15,-1 0 31,19-18-15,-19 18 0,1-18-16,0 18 15,-18-17 1,17 17 0</inkml:trace>
  <inkml:trace contextRef="#ctx0" brushRef="#br0" timeOffset="2629.08">24359 7426 0,'-17'0'141,"-1"18"-126,-70 87 17,53-87-32,17 17 15,0-17-15,-70 70 32,70-53-32,-17-17 15,18 17-15,-1-35 16,0 36-16,1-36 15,-1 17-15,0 19 16,1-19 0,-1 1-16,0-1 15,1 1-15,-36 53 32,35-71-32,18 17 15,0 1 1,-17 0-16,17-1 31</inkml:trace>
  <inkml:trace contextRef="#ctx0" brushRef="#br0" timeOffset="7117.44">22913 8449 0,'18'0'219,"-18"-18"-219,17 18 15,1-17 1,-1-1-16,1 0 16,0 18-16,-1-17 15,1 17 1,0-18-16,-1 18 31,1-17-15,0 17-1,-1 0 32,1 0-31,-1 0 15,-17 17-15,18-17-1,-18 18 17,18-18-17,-1 0 16,-17 17-15,18-17 15,-18 18-15,0 0 0,0-1-1,0 1 16,-18 0-15,1-1-16,-1 1 16,0 17 15,18-17-15,-17-18 15,-1 0 47,36 0 94,17 17-141,-17 1-31,17-18 0,-17 0 16,17 18-1,0-18 1,-17 0-16,17 0 16,-17 0 15,-1 0-31,1 0 47,-18 17-32,0 1 1,0 0 15,0 35 0,0-36-15,0 1 0,0 0-1,-18-18 1,-17 52 15,18-52-15,17 18-1,-18-18 1,0 0 0,1 0-1,-19 0 1,19 0 0,-1 0 15,-17 0-16,17 0 1,0 0 0,1 0 46,-1 0 32</inkml:trace>
  <inkml:trace contextRef="#ctx0" brushRef="#br0" timeOffset="8694.18">22966 9172 0,'0'18'109,"-35"17"-93,-18 36-1,17-1-15,19-17 16,-19-18-16,19 1 15,-54 70 1,54-89-16,-19 54 31,36-54-15,-17-17 0,-1 36-1,18-19-15,-18 1 16,18 0-16,-17 17 31,17-18-31,-18-17 16,18 18-1,-18-18-15,18 18 32,0-1-1,-17-17-16,17 18 1,0 0 0,-18-18-1,18 17 1</inkml:trace>
  <inkml:trace contextRef="#ctx0" brushRef="#br0" timeOffset="11157.76">22084 10830 0,'18'0'62,"-1"-35"-15,1 35-31,-1-18-16,1 1 15,-18-1 1,35 0 15,-17 18-31,0 0 16,17 0 15,-17 0 0,-1 0 1,1 0-1,-1 0 0,-17 36 0,18-19-15,-18 36 15,0-35-31,0 0 0,0-1 16,0 1 15,0-1-31,0 1 0,0 17 16,0 1 15,0-19-31,0 1 31,0 17-31,-18-17 31,1-1-31,17 1 16,-53 0 15,35-1-15,1-17 0,-1 0-1,0 0 16,1 0-15,-1 0 15,0 0-15,1 0 15,34 0 110,1 18-110,0-18-15,-1 18-1,1-18-15,0 0 0,17 0 32,-17 17-17,-1-17-15,1 0 16,17 0-1,0 0-15,-17 0 16,17 18-16,36 0 31,-54-18-15,1 0-16,17 0 31,-17 0-15,0 0-1,-1 0 32,1 0-31,0 0 15,-1 0-15,1 0 15,0 0-15,-1 0 15,1 0 0,-1 0 0,19 17 1,-19-17-32,1 0 31,0 0 156</inkml:trace>
  <inkml:trace contextRef="#ctx0" brushRef="#br0" timeOffset="12582.4">23460 9278 0,'17'0'32,"1"0"14,17 18-30,-17-1-16,0-17 16,-1 18-16,36 53 31,-18-19-31,18 19 16,-35-36-16,70 71 31,-53-88-16,-17 17-15,0-17 16,-1 17-16,19-17 16,-36-1-16,17 1 15,1-1 1,0-17-16,-18 18 16,17 0-16,18 17 31,-35-17-16,18 17-15,17-17 16,-35-1 0,18 1-16,0 0 15,-1-18 1,-17 17 0,18 1-1,-18-1 1,18-17-16,-18 18 15,17-18 1,-17 18 15,18-18-15,-18 17-16,17 1 78,-17 0 0</inkml:trace>
  <inkml:trace contextRef="#ctx0" brushRef="#br0" timeOffset="15068.05">24130 10548 0,'0'53'172,"0"-18"-157,0-17-15,0 0 16,0-1-16,0 1 16,0-1 15,0 1 16,0 0 31,18-18 16,-18 17-1,0 1-61,0 17-17,0-17-15,0 0 281,17-18-218,-17 17-47,18-17-1,0 0-15,17 0 16,53 0 15,-53 18-31,1-18 0,16 0 31,-34 0-31,0 0 0,17 0 16,-17 0 15,-18-18-15,17 18-1,-17-17 32,0-1 0,-17-17-16,17 17-31,-18 0 16,0 1 0,18-1 15,0 53 141,0 54-141,0-54-31,0 18 16,0 17-1,0-17-15,18-18 16,-18 1 0,0-19-16,0 1 15,0 0 1,18-18-1,-18 17-15,0 1 0,0 0 16,0-1 15,0 1-15,0 0 0,0-1-1,17-17 16,-17 18 63</inkml:trace>
  <inkml:trace contextRef="#ctx0" brushRef="#br0" timeOffset="17885.32">25135 7091 0,'18'17'156,"0"1"-156,-1 0 16,1 17-1,53 53 1,-36-70 0,0 35-1,-17-36-15,-1 19 16,1-19-16,0 1 16,17 17-1,-17 1 1,-1-19-16,1 18 15,35 18 1,-53-35 0,35 0-1,-35-1 1,18-17 0,-1 18-1,-17 0 1,18-18 15,-18 17-15,18-17 15,-18 18-15,17-18 15,-17 17-16,0 1 32,18-18-31,-18 18 15,17-18 32,1 17-32,-18 1-15,18 0-1,-18-1-15,17 1 16,-17 0-1,0-1 17,18-17-1,0 0-31,-18 18 31,17-1 235,1 19-251,17 34 1,-17-34-16,0-1 16,17 53 15,-18-70-31</inkml:trace>
  <inkml:trace contextRef="#ctx0" brushRef="#br0" timeOffset="21107.15">26423 8237 0,'-18'0'157,"-52"71"-142,35-18 1,-1-18-16,19-17 16,-1 35-16,-17-36 15,17 19 1,18-19-1,-18 1 1,18-1 0,0 1-16,0 0 15,-17-1 1,17 1 0,0 17-1,0-17 1,0 0 15,17-18-31,-17 35 16,18-35-1,-18 18 1,18-1 0,-18 1 15,17-1 0,1-17-31,-18 18 16,18 0 15,-1-18 47,-17 17-47,18-17-15,-18 18 0,18-18-16,-1 0 15,1 18 16,-1-18 1,1 0-17,0 17 1,-1-17 15,1 0 16,0 0 31,-1 0-62,1 0 15,0 0-15,-18-17-1,0-1 17,17 0-32,-17 1 109,0-1-31,0 0 0,-17 18-62,17-17-1,-18 17 17,18-18-17,-18 18-15,1 0 32,-1 0 30,18-17-46,-18 17-1,1 0 17,-1 0-17,18-18 16,-18 18-15,1 0 31,-1 0-16,1 0 16,-1 0 94,0 0-32,1 0 94,-1 0-125,0 0-31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35:29.966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25153 6085 0,'18'-17'157,"-1"-36"-157,1 18 15,0-1-15,-1 19 16,36-72-1,-35 72-15,-1-18 16,19-1-16,-36 19 16,35-19-16,53-52 31,-70 88-15,88-70-1,-53 34-15,-18 19 16,18-19-16,53-17 15,-53 36 1,35-36-16,-53 53 16,18-35-16,-18 17 15,0 18-15,-17-18 16,17 1-16,36-1 16,-53 18-1,105-35 1,-88 17-16,-17 18 15,35-17 1,17-1 0,-52 18-1,0 0-15,-1 0 16,1 0 0,0 0 15,-1-18-16,1 18 1,0 0 31,-1 0-16,1 0-15,-1 0 15</inkml:trace>
  <inkml:trace contextRef="#ctx0" brushRef="#br0" timeOffset="1603.3">25206 5680 0,'0'17'141,"0"36"-141,0 18 0,0-36 15,0 0 1,0 54 15,0-54-31,0-18 32,0 1-17,71-18 251,17-18-235,-35 1-31,-18 17 0,35-18 16,-34 18-16,-19 0 15,1-17-15,0 17 16</inkml:trace>
  <inkml:trace contextRef="#ctx0" brushRef="#br0" timeOffset="5230.39">27481 5062 0,'0'-17'94,"0"-1"-63,-17 18-15,-1-18 0,0 1 15,1 17-31,-1 0 16,1 0 15,-1 0 0,0 0 0,18 17 79,0 1-110,0 0 15,0 17 17,0-17-17,0-1 1,0 1-16,0 0 31,0-1-15,0 1-1,18-1 17,-18 1-17,18-18 1,-18 18 15,17-18-15,1 0-1,-18 17 1,17-17 0,1 0-1,0 0 16,-1 0-15,1 0-16,0 0 16,-1 0-1,1-17 1,-18-19 0,0 19-1,18-1 1,-18 1-1,0-1 1,0-17 0,17-1-16,-17 19 15,0-1-15,18-35 16,-18 18-16,0 0 16,0-1-16,0-17 31,0 36-31,0-1 15,0-17 1,0 17 0,0-52-1,0 52 1,0 0 0,0 1-16,0-1 31,-18 18 63,18-18-63,-17 18 0,-1 18 16,18 35-31,-18-18-1,18-17-15,-17 88 31,17-89-15,0 1-16,0 35 16,0-35-1,0 17 1,0-17 0,17-1-1,1 1 1,-18-1 15,53 1 0,-36-18-31,-17 18 16,18-18 0,0 17-16,-1-17 31,-17 18-16,18-18 1,0 0 15,-1 18 1,1-18-32,0 0 15,-1 0 16,1 0-31,0 0 16,-1 0 15,1 0-15,-1 0 0,1 0-1,-18-18 1,18-17 15,-1 35-31,-17-18 0,18 18 16,-18-18 15,0-17-31,0 18 31,0-1 63,-18 18-32,1 0-30,-1 0 30,0 18-15,1-18-47,17 17 63,0 1-32,0-1-16,0 36 17,0-35-1,17 0-31,-17-1 31,18 1-31,0 0 31,-1-1 1,1-17-32,0 0 31,-1 18-31,19-18 31,-1 17-15,-18-17-16,1 0 15,17 0 17,-17 0-32,0-17 31,-18-1 16</inkml:trace>
  <inkml:trace contextRef="#ctx0" brushRef="#br0" timeOffset="6618.18">28275 5168 0,'0'-35'188,"18"-124"-173,-1 106 1,-17 0-16,0 18 15,0 17 1,0-17-16,0 0 16,0-18-1,0 18 1,0-1 0,-35-17-1,17 53 1,18-17-1,-17 17 1,17-18 15,-18 18 1,1 0-17,-1 0 16,18 53-15,-18-18 0,18 54 15,0-54-31,0 0 0,0 36 31,0-54-31,0 1 0,18 17 31,-18-17-31,0 0 0,18 17 32,-18-18-32,17 1 15,1 0 17,-18-1-32,17-17 15,1 36 16,-18-19-31,18-17 0,-1 0 32,-17 18-32,18-18 15,0 0 1,-18 18-16,35-18 31,-17 0-31,-1 0 16,1 0 15,0 0-31,-1 0 0,1 0 16,-1 0-1,-17 17 32</inkml:trace>
  <inkml:trace contextRef="#ctx0" brushRef="#br0" timeOffset="7791.03">28698 5080 0,'0'0'0,"0"-35"141,18 17-126,-18-17-15,0 17 16,0 1-16,0-19 31,0 19-31,0-1 31,0 0-15,-18 18 93,1 36-77,-1-19-17,1 19 1,17-19 0,0 1 15,0-1-16,0 1 1,0 0 15,0-1-15,0 1 0,0 0-1,0-1 16,17 1-15,1 0 0,-1-18-1,-17 17 1,18-17 0,0 0 15,-1 0-16,1 0 1,0 0 0,-1 0 15,1 0-15,0 0-1,-1 0 16,1 0 1,-1 0-17,1-17-15,0 17 47</inkml:trace>
  <inkml:trace contextRef="#ctx0" brushRef="#br0" timeOffset="8885.44">29016 4568 0,'0'36'94,"0"-1"-94,0 88 31,0-52-31,0 0 31,0-36-31,0-17 16,0 34-1,0-34-15,0 0 16,0-1 0,0 1-1,18-18 17,-18 18-32,17-18 46,-17 17-14,18 1-1,0-18-31,-1 0 31,18 0-15,-17 0-16,0 0 15,-1 0 17,1 0-32,17 0 31,-35-18-31,18 18 16,0 0 15,-1 0-16,1 0 17</inkml:trace>
  <inkml:trace contextRef="#ctx0" brushRef="#br0" timeOffset="9595.5">28998 4886 0,'0'-18'109,"106"-35"-93,-71 36-1,18 17-15,0-18 16,18-17 0,-54 35-1,1 0 1,0 0-1</inkml:trace>
  <inkml:trace contextRef="#ctx0" brushRef="#br0" timeOffset="11432.37">29422 4921 0,'17'0'188,"1"0"-188,0 0 15,34-17 1,-34 17-16,17 0 15,1-36 1,-19 36-16,1 0 31,-18-17-15,0-1 31,0 0-16,0 1 0,0-1 1,-18 18-17,1 0 48,17-18-16,-18 18-1,0 0 1,-17 0-15,17 0-32,1 18 15,-1 0 1,18-1-16,-17-17 15,17 18 17,-18 0-32,18-1 31,-18 1-31,18 0 31,0-1 0,0 1 1,0 0-17,0-1 17,0 1-1,18-18 0,-18 17-31,0 1 31,18-18-31,-18 18 16,17-18 15,-17 17-15,18-17-1,-18 18 1,17 0 15,1-18-15,0 0 0,-18 17-1,17-17 1,1 0-1,0 0 17,-1 0-17,1 0 1,0 0 0,-1 0-1,19-17 1,-19 17-1,1-18 1,-1 18 0</inkml:trace>
  <inkml:trace contextRef="#ctx0" brushRef="#br0" timeOffset="14147.44">27605 8819 0,'17'0'0,"19"0"141,-1 0-126,124 0 16,-89 0-31,1-17 16,52 17-16,36-35 31,-53 17-31,-35 0 16,-19 18 0,1 0-16,18-17 0,-36 17 15,0 0 1,1 0-16,-19 0 0,19 0 15,122 17 17,-105-17-32,-17 0 15,34 0 1,-52 0-16,-1 0 16,1-17-1,0 17 1,-1 0 62,-34 0 63</inkml:trace>
  <inkml:trace contextRef="#ctx0" brushRef="#br0" timeOffset="15276.15">28981 8572 0,'106'71'141,"-71"-53"-141,-18-1 0,1 1 15,17 0-15,-17-1 16,0 1-16,17 0 16,-35-1-16,18-17 15,-1 18 1,1-18 0,-18 17 93,0 1-47,-18-18-46,1 18 0,-19-1-16,19 19 15,-19-19-15,1 19 16,-18 16-16,18-16 16,-18 17-16,35-18 15,-35 0 1,36-17-16,-19-1 15,1 54 17,18-71-32,17 18 15</inkml:trace>
  <inkml:trace contextRef="#ctx0" brushRef="#br0" timeOffset="21131.84">30992 4198 0,'-18'0'110,"0"0"-95,-52 53 17,34-35-32,19-1 0,-19 19 15,1-19-15,18 18 16,-19-17-16,19 0 15,-1-1 1,-35 36 0,35-35-16,1 0 15,-1 34 1,1-16-16,-1-19 16,18 1-16,-18 35 15,1-35-15,17-1 16,0 18-1,-18-35-15,0 18 16,18 0 0,0-1-16,0 1 15,-17 0 17,17 17-17,0-17-15,0-1 16,0 19-1,0-19-15,0 1 32,0-1-32,35 1 31,-17 0-31,17-1 16,-17 1 15,-1-18-31,-17 18 15,35-18 1,-17 17 0,0-17 15,-1 0-15,1 0-1,17 0-15,-35-35 0,36 17 16,-1 1-1,-18-19 17,-17 19-32,0-1 15,0 1 1,0-1 46,-17 0-46,-1 18-16,18-17 16,-17 17-1,-1 0 32,18-18 0,-18 18-47,1 0 16,-1 0 31,0 0-16,1 0 0,-1 0-15,0 0 15,1 0-15,-1 0 15,1 0 172,17 18-187,0-1-1,0 1 1,0 0 15,-18-18-15,18 17 15</inkml:trace>
  <inkml:trace contextRef="#ctx0" brushRef="#br1" timeOffset="37505.68">31291 6473 0,'0'18'94,"0"0"-63,0-1-31,0 1 16,0 0-1,0-1 1,0 1 15,18-18 32,17 0-63,1 0 15,52 0 1,-53 0-16,0 0 31,-17 0-31,17 18 0,-17-18 31,0 0-31,-1 17 16,1-17 0,-18 18 15,0-1-31,17 1 15,-17 17-15,18-17 16,-18 17 15,0-17-31,0 0 16,0-1 0,0 1 15,-35-18-31,35 18 0,-35-1 31,17-17-31,0 0 0,1 0 31,-1 0-31,0 0 16,1 0 0,-1 0-16,-35 18 31,18-18-31,-18 17 31,35-17-31</inkml:trace>
  <inkml:trace contextRef="#ctx0" brushRef="#br1" timeOffset="38261.18">31344 6438 0,'0'0'15,"0"-17"-15,0-1 32,18 18-1,-18-18-15,18 1-1,-1-1-15,18 0 16,1-17-1,17 17 1,88-34 0,-106 34-1,53-17 1,-52 35-16,-19 0 16,1-18-16,17 18 31,-17 0-16,-1 0 1,1-18 0,0 18-16,-18-17 15,17 17 1,1 0 0</inkml:trace>
  <inkml:trace contextRef="#ctx0" brushRef="#br1" timeOffset="39628.65">31538 7214 0,'-17'18'31,"-1"17"-15,0-17-1,-17 17-15,-18 53 16,36-35-1,-19-17-15,19-1 16,-19 35 0,-69 71-1,69-105 1,-17 34 0,36-17-16,-19-35 15,19-1-15,-1 19 16,-35 34-1,36-34-15,-19-19 16,1 19 0,17-1-16,18-18 31,-17-17 31,17 18-15,-18 0-31</inkml:trace>
  <inkml:trace contextRef="#ctx0" brushRef="#br1" timeOffset="41328.6">30286 8837 0,'18'-18'109,"52"-87"-77,-52 69-32,70-17 31,-35 18-31,-18 35 31,0-18-31,1 1 0,-19 17 31,1 0 1,0 0-17,-18 17 1,0 1-16,17 17 0,-17-17 16,0 0-1,0-1-15,0 19 16,0-1-1,0 0-15,0-17 32,-17 35-32,-19-18 15,1-17 1,17 17-16,-17-17 16,0 17-1,17-35-15,1 0 16,17 17-16,17-17 109,19-17-93,-1-1-16,0 18 15,18 0 17,-35 0-17,-1 18 1,1-1 0,0 1-1,-1-18 1,-17 53 15,0-35-31,18-1 16,-18 19-1,0 52 1,0-53-16,0-17 16,0 17-1,-18-35-15,1 0 16,-1 18-1,0-18 1,1 0 15,-19 0-15,-34 0 15,52 0-31,1 0 16,-1 0-16,-17 0 31,17 0-31,0-18 31,36 18 188</inkml:trace>
  <inkml:trace contextRef="#ctx0" brushRef="#br1" timeOffset="43333.28">30251 9701 0,'0'53'93,"-18"0"-77,-88 159 0,71-124-16,-36 53 15,36-88-15,0 0 16,0 0-16,17-35 15,0 17 1,18 0-16,-35 0 16,0 18-1,-1-17-15,36-19 16,-35 36 0,18-35-16,-1-1 15,0 1-15,1 17 16,-1-35-1,18 18 1</inkml:trace>
  <inkml:trace contextRef="#ctx0" brushRef="#br1" timeOffset="44772.5">28892 11465 0,'18'-17'79,"35"-36"-64,-18 35 1,1 0-16,-19 1 15,89-1 1,-88 18 0,17 0-16,-17 0 15,17 0 1,-17 0 0,-18 18-16,17-18 15,1 0 1,-18 17-1,17 36 1,1-35 0,-18 0-16,0 17 15,0 88 17,0-87-32,0-1 0,0 0 15,-18 0 1,1 1-1,-1-19 1,-17 19 15,17-36-31,1 17 0,-1-17 16,0 0 15,36 0 79,0 0-110,17 18 0,-17-18 15,34 0 16,-34 0-31,0 0 0,-1 0 16,1 0 15,0 0-31,-1 0 16,1 0 0,0 0 15,-1 0-31,1 0 15,-1 0 17,19 0-32,-19 0 15,1 0 17,0 0-32,-1 0 31,1 0 0</inkml:trace>
  <inkml:trace contextRef="#ctx0" brushRef="#br1" timeOffset="45650.84">30921 9772 0,'18'0'78,"-1"0"-62,160 212 0,-89-89-16,-35-70 15,53 88-15,-36-17 16,-35-72 0,18 1-16,-35 0 15,17-35-15,1 53 16,-19-54-1,-17 1-15,18-18 16</inkml:trace>
  <inkml:trace contextRef="#ctx0" brushRef="#br1" timeOffset="47136.93">31609 11060 0,'0'17'62,"0"18"-46,0 1-16,0-1 16,0 36-16,0 17 31,0-35-31,0-18 0,18-17 15,-1-18 173,212-18-157,-123 0-31,-18 1 31,-52 17-31,-1 0 16,-17 0 15,-18-18-31,0 0 16,0-70 15,0 35-31,0 36 0,0-1 31,0 36 110,0 35-141,0 141 31,0-141-31,-18 52 32,18-87-32,0 35 15,0 35 1,0-70-16,0-1 15,0 19-15,0 17 32,0-36-1,0 1 16,0 0 62</inkml:trace>
  <inkml:trace contextRef="#ctx0" brushRef="#br1" timeOffset="52806">8643 9878 0,'18'0'282,"-1"0"-189,1 0 298,0 0-344,-1 0-31,1 0 15,0 0 0,-1 0 16,1 0-31,-1 0 15,1 0-16,0 0 1,17 0 15,-17 0-15,-1 0 0,19-18-1,-19 18 1,54-18 15,-54 18-15,1 0-16,53-17 31,-54 17-15,18 0-1,1 0 1,-1 0-1,0 0 1,1 0 0,-19 0-1,36 0 1,-35 0 0,17 0-16,-17 0 15,-1 0-15,1 0 16,0 0-16,-1 0 15,1 0 1,0 0 0,34 0-1,-34 0 1,0 0-16,17 0 31,-17 0-31,-1 0 0,19 0 16,-19 0-1,1 0-15,-1 0 32,19 0-17,-19 0-15,19 0 32,-1 0-32,-17 0 0,35 0 15,-36 0 1,89 0 15,-88 0-31,17 0 16,-17 0-16,-1 0 15,1 0-15,17 0 16,0 0 0,1 0-1,17 0 16,-36 0-31,1 0 16,-1 0-16,19 0 16,-19 0-16,1 0 15,0 0 17,-1 0-17</inkml:trace>
  <inkml:trace contextRef="#ctx0" brushRef="#br1" timeOffset="54668.9">11412 9825 0,'18'0'78,"0"17"-31,17-17-47,-17 0 15,17 0 1,18 0-16,-36 0 15,19 0 1,-1 0-16,-17 0 16,-1 0-1,71 0 1,-70 0 0,0 0-16,-1 0 15,19 0 16,-19 0-31,19 0 16,16 0 15,-34 0-15,0 0 0,17 0-1,0 0 1,18 0-1,-35 0 1,17 0-16,-17 0 16,-1 0-16,36 0 15,-35 0 1,70 0 0,-70 0-16,17 0 15,-17 0-15,-1 0 31,54 0 1,-36 0-32,0 0 0,18 0 15,-17 0 1,-19 0-16,19 0 16,34 0 15,-35 0-31,-17 0 0,35 0 15,53 0 17,-71 0-32,0 0 0,1 0 15,52 0 17,-53 0-32,0 0 15,71 0 16,-53 0-31,-18 0 0,36 0 32,-36 0-32,-17 0 15,17 0-15,-17 0 16,70 0 0,-70 0-1,35 0 1,-36 0-16,18 0 31,-17 0-31,17 0 0,1-17 16,-19 17-1,71 0 1,-35 0 0,0 0-16,35 0 31,-52 17-31,-19-17 15,1 0-15,0 0 16,-1 0 15,1 0 1,0 0-32</inkml:trace>
  <inkml:trace contextRef="#ctx0" brushRef="#br1" timeOffset="56701.83">8484 14517 0,'18'0'16,"0"0"47,-1 0-48,1 0 1,-1 0-1,1 0 1,0 0 0,-1 0-1,1 0-15,35 0 32,0 0-32,-18 0 15,0 0-15,54 0 16,-36 0-16,-18 0 15,18 0 1,88 0 0,-71 0-16,-52 0 15,35 0-15,-35 0 32,-1 0-17,1 0 1,35 0-1,-18 0 1,89 0 0,-89 0-1,71 0 1,-71 0 0,-17 0-16,34-18 15,-34 18 1,0 0-16,35 0 15,-36 0 1,54 0 0,-53 0-1,17 0 1,35 0 15,-52 0-31,0 0 0,-1 0 16,36 0-1,-35 0-15,17 0 0,-17 0 16,-1 0 0,1 0-16,0 0 15,35 0 1,-36 0 0</inkml:trace>
  <inkml:trace contextRef="#ctx0" brushRef="#br1" timeOffset="57966.52">11889 14623 0,'-18'0'31,"36"0"63,87 0-79,-34 0-15,70 0 16,18 0-16,-18 0 15,53 17-15,247-17 32,-335 0-32,35 0 31,-88 0-31,0 0 0,53 0 31,-71 0-31,-18-17 16,1 17-1,-18-18 1,18 18 0,-1 0 15,1 0 0,0 0-15,-1 0 78</inkml:trace>
  <inkml:trace contextRef="#ctx0" brushRef="#br2" timeOffset="67998.7">29633 11077 0,'-17'0'234,"-1"0"-234,0 18 16,1-1 15,17 1-31,-18-18 16,18 18 30,0-1-14,0 1-17,0 0 17,0-1-1,0 1 31,18-18-15,-1 18-16,19-18-15,34 0 15,-70 17-31,18-17 0,0 0 32,-1 0 14,1 0 1,-1 0-15,1-17-17,0-1 16,-18 0 1,17 18-32,-17-17 31,18-1-31,-18 0 16,0 1-1,0-1 16,0 0 1,-18 18-17,18-17-15,-17 17 32,17-18-17,-18 18 16,18-17-31,-18 17 16,1 0 62,-1 0-62,18-18 15,-17 18-15,-1 0 15,0 0 0,1 0-15,-1 0-1</inkml:trace>
  <inkml:trace contextRef="#ctx0" brushRef="#br2" timeOffset="69684.58">32791 10777 0,'-18'0'110,"-17"0"-95,-18 0-15,18 18 16,-36 17 15,71-17-31,-35 0 32,35-1-17,-18-17 1,18 35-16,0-17 31,0 0-15,0-1-1,0 1-15,0 0 32,0-1-17,0 1 1,0 0 15,18-18 0,-1 0-31,-17 17 16,18-17 15,17 0 0,1 0-31,-1 0 0,35 0 32,-52 0-17,0 0 1,-1 0-16,1 0 0,0-17 16,-18-1-1,17 18-15,-17-18 0,18 18 31,-18-17-31,18-19 16,-18 19 15,17-19-15,-17 19 0,0-1 15,0 1 0,0-1 0,0 0-31,-17 1 32,17-1-17,-18 18 1,18-18-1,-18 18 32,1 0-15,17-17-32,-18 17 15,0 0 1,-35 0-1,18 0-15</inkml:trace>
  <inkml:trace contextRef="#ctx0" brushRef="#br2" timeOffset="71420.42">31415 8449 0,'-18'0'109,"1"0"-78,-36 0 1,17 0-32,19 18 0,-36-1 31,35 1-31,-17-18 16,17 35-1,18-17-15,-17-1 31,17 1-31,0 0 47,0-1-15,17 1-1,-17 0-31,18-18 15,0 17 1,-1-17 0,1 18 15,-1-18-15,1 0-1,0 0 1,17 0-16,-17 0 15,17-18 17,-17 18-32,17-17 31,-18-1-15,1 0 15,-18 1 0,18 17 0,-18-18 1,0 0-17,0 1 1,0-1-1,0 1 1,0-1 0,0 0-1,0 1 110,-18 17-109</inkml:trace>
  <inkml:trace contextRef="#ctx0" brushRef="#br2" timeOffset="76362.73">32279 5750 0,'18'0'172,"17"-35"-157,53 35 1,-70-18 0,17 18-16,-17 0 15,17 0-15,-17 0 16,17 0-1,-17 0 17,-1 18-1,-17 0-15,0-1-16,18 1 15,-18 0 1,0 17-1,0-18 1,0 1 15,0 0 1,-18-1-17,1 1 1,-1-18-1,0 0 1,18 18 0,-17-18-1,-1 0 17,0 0-17,18 17 1,-17-17 15,17 18 157,17-18-173,36 18 16,-35-18-31,0 0 16,52 0 0,-35 0-16,18 0 31,-17 0-31,-19 0 0,1 0 16,0 0-16,-1 0 31,1 0-31</inkml:trace>
  <inkml:trace contextRef="#ctx0" brushRef="#br2" timeOffset="81166.53">29545 12665 0,'-18'35'125,"-17"0"-109,-18 53 0,0-35-16,-17 36 15,35-37-15,-1 1 16,1 0-16,-53 36 15,53-54-15,-18 35 16,-18-17 0,-70 124-1,70-124 1,54-18-16,-71 35 16,52-34-16,-17 17 15,-17 17-15,35-35 16,-1-17-16,1 17 15,17-35-15,18 36 16,-35-36 0,35 17-16,-18-17 15,-17 36 1,17-19 15</inkml:trace>
  <inkml:trace contextRef="#ctx0" brushRef="#br2" timeOffset="82874.08">28240 13705 0,'-18'18'94,"18"17"-79,-17 18-15,17-35 16,-36 88 15,36-71-31,0-17 0,0-1 16,-17 1 15,17 0 250,17-18-171,-17 35-79,0-18 0,0 1 0,18-18 126,0 0-126,-1 0 0,1 0-31,-1 0 16,1 0-16,17 0 15,-17 0-15,17-18 16,1 18 0,-19-17-16,19-1 15,-1 1-15,0 17 16,-35-18-16,18 18 16,-1 0-1,1 0 1,0 0 93</inkml:trace>
  <inkml:trace contextRef="#ctx0" brushRef="#br1" timeOffset="98304.85">3545 11659 0,'53'0'234,"0"0"-218,-17 0-16,34 0 31,-35 18-31,54-18 16,52 0 0,-106 18-16,0-18 15,53 0 1,-52 17-16,-1-17 15,18 0-15,17 0 16,-17 0-16,-17 0 16,17 0-16,-1 0 15,1 0 1,-17 0-16,-1 0 16,-17-17-16,17 17 15,-18 0 1,1 0-1,0 0 17,-1 0-17,1 0 32,0 0-31,-1 0-1,1 0 17</inkml:trace>
  <inkml:trace contextRef="#ctx0" brushRef="#br1" timeOffset="99314.49">4639 11518 0,'18'0'109,"17"18"-93,18 17-16,53 18 31,-89-53-15,19 18-16,-19-1 16,1 1-1,0-18 1,-1 0-1,-17 18 64,0-1-64,0 1-15,-17-1 16,17 19-1,-36-19-15,36 1 16,-17 17 0,-36 1-1,17-19 1,1 1 0,17-18 15,1 0 16,-1 18-32</inkml:trace>
  <inkml:trace contextRef="#ctx0" brushRef="#br1" timeOffset="110204.56">4145 14429 0,'18'0'140,"70"0"-124,53-36-1,-35 19-15,17-1 16,-34 18-16,-1-18 16,18 1-16,-1-19 15,1 36 1,-53-17-16,71-1 16,-71 18-1,-1 0 1,-34 0-1,-18-17 1,18 17 15,-1 0-15,19 0 0,-19 0-1,19 0-15,-1 0 16,-17 0-1,-1 0-15,1 0 16,35 0 15,-18 0-31,-17 0 16,-1 0 0,1 0 15,0 0 94,-1 0-78</inkml:trace>
  <inkml:trace contextRef="#ctx0" brushRef="#br1" timeOffset="111010.73">5627 14041 0,'53'0'94,"0"0"-78,88 70-1,-88-70-15,-18 35 16,35-17 0,-52 0-16,0-18 15,-1 17 1,-17 1-1,18-18 1,-18 18 31,0 17-31,-53 18-16,-17 35 31,17-70-31,35-1 15,-17 19-15,-1-19 16,-16 18 0,34-35-16,0 18 15,1-18 1</inkml:trace>
  <inkml:trace contextRef="#ctx0" brushRef="#br1" timeOffset="116487.8">24836 13970 0,'17'0'219,"36"0"-204,0 0-15,0 18 32,-18-1-32,-17 1 0,17 0 31,-35-1-31,18-17 15,-1 0 1,-17 18-16,18-18 16,-18 17 15,18 1-15,-18 0-1,0 35 1,0-18-16,0-17 15,0 17 1,0-18-16,0 1 16,0 0-1,0-1 1,-18 19 0,0-36-16,-52 35 31,35-35-31,-36 18 31,53-18-31,-17 0 0,17 0 31,1 0 1,52 0 139,36 0-155,-54 0-16,19 0 16,-1 0-1,-18 0-15,36 0 16,-35 0-16,0 0 16,35 0 15,-36 0-16,-17 17 1,18-17 0,0 0-1,-18 18 1,0 0 0,0-1-1,0 36 1,0-35-16,0-1 15,0 36 17,-18-53-32,18 36 15,-18-36-15,-17 17 32,17-17-32,-17 0 31,-36 0-16,36 0-15,18 0 16,-19 0-16,-17 0 31,36 0-31,-1 0 32,0 0 61</inkml:trace>
  <inkml:trace contextRef="#ctx0" brushRef="#br1" timeOffset="117494.45">24571 15064 0,'0'53'125,"-35"-1"-109,-1-16-16,-105 193 31,106-158-31,-177 176 32,177-177-32,-35 1 31,34-36-31,1 0 0,17 0 31,1-17-31,-1 0 31</inkml:trace>
  <inkml:trace contextRef="#ctx0" brushRef="#br1" timeOffset="118657.98">23354 16845 0,'0'-35'32,"18"17"-32,-18-35 15,35 18-15,0-71 31,0 71-31,-17 17 0,17 1 16,-17-1-16,17 0 16,-17 18-1,17 0 1,-17 0-16,-1 0 31,1 18-15,-18 17-16,18-17 15,-18 17-15,17 71 32,-17-71-17,0 18 1,0-35 0,-17 52-1,-1-34 1,-88 52-1,71-53 1,-53-17 0,35-18-16,35 17 15,-17-17 1,35 18 93,141-18-93,-88 0 0,35-18-16,0 18 15,-35 0-15,53-17 16,53-1-1,-106 18 1,-18 0-16,-17 0 16</inkml:trace>
  <inkml:trace contextRef="#ctx0" brushRef="#br1" timeOffset="119820.81">25876 15117 0,'18'0'94,"52"70"-79,195 106 1,-89-70-16,-34 0 15,16-35-15,-87-36 16,88 36 0,-89-36-16,-17-18 15,-18 1 1,-35 0 140</inkml:trace>
  <inkml:trace contextRef="#ctx0" brushRef="#br1" timeOffset="120774.35">27552 16140 0,'0'17'79,"0"1"-79,0-1 15,-18 1-15,1 0 31,17-1-31,17-17 47,19 0-31,52 0-16,35 0 31,-17 0-31,-18 18 0,0-18 31,-88 18-31,18-18 16,-18 35 15,0 36 1,0-1-32,-18-35 0,-17 18 31,35-35-31,-17 0 15,-1 17-15,0-35 16,1 35 0,-19-35-16,19 18 15,-1-18-15,-35 17 32,36-17-32,-36 0 0,0 0 31,35 0-31,0-17 31,1 17 16,-1 0-16,18-18-31</inkml:trace>
  <inkml:trace contextRef="#ctx0" brushRef="#br1" timeOffset="121271.39">27693 16210 0,'0'-18'15,"0"1"1,18 17-16,-18-18 16,35-35-1,0 36-15,-17-19 16,35 1-16,53-71 31,-89 89-31,124-36 31,-105 35-31,34 0 32,-35 18-17,1 0 1,-19 0-16</inkml:trace>
  <inkml:trace contextRef="#ctx0" brushRef="#br1" timeOffset="122082.27">27711 17145 0,'-18'18'79,"0"-1"-79,-17 19 15,-18 16-15,0 1 31,-35 0-31,35 18 16,-88 52 15,123-87-31,1-36 16,17 17-16,0 1 16,-18-18-16,18 18 15,-17-18 1,17 35 15,-18-18-31,0-17 31</inkml:trace>
  <inkml:trace contextRef="#ctx0" brushRef="#br1" timeOffset="123499.12">26741 17974 0,'0'18'62,"0"17"-46,0 0-16,0 18 15,0 0-15,0-18 16,0 18-16,0 35 31,0-52-31,0-19 32,17-17 139,160 0-155,-107 0 0,-17 0-16,-35 0 15,17-35 1,-35 17 0,18 1-16,-18-54 31,0 54-16,0-1-15,0 0 16,0 36 109,0 0-125,0-1 16,0 19-1,0-19-15,0 18 16,0 18-16,17-17 16,-17-19-16,0 36 15,0 18 16,0-54-31,0 1 0,0 17 32,0-17-32,18-18 15,-18 18 32,0-1-16,18-17 48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51:13.3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2840 8484 0,'17'0'453,"1"0"-437,70-17-1,-70 17-15,17-18 16,-17 18-16,0 0 16,-1-18-1,1 18-15,-1-17 32,1 17-17,0 0 32,-1 0-16,1 17-15,0 1 15,-18 0-15,17-1-1,1 1 17,-18 0-17,0-1-15,0 18 32,0-17-1,0 0-16,0-1 17,0 1-32,0 0 31,0-1-31,0 1 16,0 0 15,0-1-16,0 1 17,-53 17-17,35-17 1,-17-1 0,35 1-1,-18-18-15,1 18 16,-1-18-1,1 17 1,-1-17 0,-17 18-1,17 0 1,0-18 0,1 0-1,17 17 1,17-17 124,19 0-124,-1 0 0,-17 0-16,17 18 15,18-18 1,0 0-16,0 18 16,-36-18-1,18 0-15,-17 0 16,17 0-1,-17 0 142,0 0-110,-1-18-16</inkml:trace>
  <inkml:trace contextRef="#ctx0" brushRef="#br0" timeOffset="1522.21">3810 8678 0,'-18'0'140,"1"-17"-108,-1 17-1,0 0-15,1 0 15,-1 0-16,1 17 1,-1-17-16,0 18 16,1-18-1,17 18-15,0-1 16,-18-17-16,0 53 31,18-35-15,0-1-1,0 19 17,0-19-17,0 1 1,18 0 0,0 17-1,-1-17 1,1-18-1,0 0-15,-1 35 32,1-35-32,-1 0 15,1 0 17,0 0-1,-18 17-16,17-17 17,1 0-17,-18-17 1,18-1 0,-18 1-1,35-1 1,-17 18-1,-18-18-15,17 1 16,1 17 0,-18-18-16,17 0 31,1-17-15,-18 17-1,0 1 1,0-1-1,0 1-15,0-1 16,0 0 0,0 1-16,-18 17 15,18-18 1,-17 18 46,17-18-46,-18 18 0,1 0-1,-1 0 17,0 0-17,1 0 16,-1 0-15,0 0 0,1 0-1</inkml:trace>
  <inkml:trace contextRef="#ctx0" brushRef="#br0" timeOffset="3618.94">3387 9366 0,'-18'0'32,"0"0"15,-17 0-32,0 18 1,0 17-16,-54 36 15,-122 105 1,158-141 0,-35 54-16,-18-1 15,-35 53-15,-36 18 32,107-71-32,-1-53 15,36 18-15,0-53 16,17 18-1,0-18-15</inkml:trace>
  <inkml:trace contextRef="#ctx0" brushRef="#br0" timeOffset="4426.26">1693 10548 0,'0'35'78,"0"54"-62,0 34-1,0-52-15,-17-19 16,17 90-16,0-107 15,0 53 1,0-53-16,0 18 16,0-35-1,0 0 1,0-1 0</inkml:trace>
  <inkml:trace contextRef="#ctx0" brushRef="#br0" timeOffset="5869.6">2046 11007 0,'0'-18'156,"-18"36"-62,-17 35-78,18-36-16,-1 18 15,18-17 1,0 0-16,0 17 31,0 0-15,18-35-16,-1 0 15,1 18 17,-1 0-32,1-1 31,0-17-31,-1 18 15,1-18-15,0 0 32,-18 18-32,17-18 15,1 0 17,0 0-17,-1 0-15,18-36 31,-17 19-31,0-19 16,17-17 0,-35 36-16,0-1 15,0-35 1,0 18-16,0 17 16,0 1-1,0-1-15,0 0 47,-18 18-16,1 0-15,17-17 15,-18 17 0,0 0 16,1 0-31,-1 0-16,-35 17 31,36 1-31,-1-18 16,-17 18-1,17-1-15,0-17 32,18 18-17,0 0 1</inkml:trace>
  <inkml:trace contextRef="#ctx0" brushRef="#br0" timeOffset="7068.12">3933 9490 0,'18'0'94,"0"17"-79,17 54-15,36 17 32,17 36-32,-18-54 15,71 89-15,-35-71 16,-18 0-16,36 0 31,-71-35-31,-18-35 16,0 0-16,-17 17 15,17-35 1,-35 18-16,18 17 31,0-35-31,17 35 31,-35-17-31,18-18 16,17 53 15,-35-36-15,17 1 0,1 0-1</inkml:trace>
  <inkml:trace contextRef="#ctx0" brushRef="#br0" timeOffset="8758.81">4904 10918 0,'17'0'141,"1"-35"-125,0 18-16,-1-1 15,18 0 1,-17 18 0,17 0-1,18-17 1,-35 17-1,0 0 1,-1 17 31,1 36-31,-18-35-1,0 17-15,17 0 31,-17-17-31,0 0 16,0 17 15,0-17-15,-35-1 15,18 1-31,34-36 172,1 18-156,-1 0-16,-17-17 15,36 17 1,-19 0 0,1 0-1,0 0 1,-1 0 15,-17 17-15,0 18-1,0-17-15,0 0 16,0 17-16,0-17 16,0-1-1,0 1 1,0 0 15,-17-18-15,-1 0-1,0 0 1,1 0 15,-1 0-31,0 0 16,1 17-1</inkml:trace>
  <inkml:trace contextRef="#ctx0" brushRef="#br0" timeOffset="9973.42">5803 11042 0,'-17'-18'16,"-1"18"-16,0 0 125,1 0-109,-1 36-16,-35 16 31,53-34-16,0 0 1,0-1 0,0 1-1,0 0 1,0-1-16,0 1 31,35 0-15,-17-18-1,0 17 1,-18 1 0,17-18-16,1 0 15,0 0 17,-1 0-32,1 0 31,17 0-16,-17 0 1,-1 0-16,1 0 16,0-18-1,-1 18-15,1-70 32,0 52-32,-18 0 15,0-17-15,0 17 16,0 1-1,0-1 17,0 1-17,-18-1 1,18 0-16,-53-17 16,35 17 15,-17 1-16,17 17 1,1 0 15,-1 0-15,1 0 0,-1 0-1,-35 35 1,35 0-16,1-17 15,-19 17-15,19-17 16</inkml:trace>
  <inkml:trace contextRef="#ctx0" brushRef="#br0" timeOffset="11408.44">2064 11942 0,'-18'0'31,"0"0"0,-34 17-15,16 1 0,19 17-16,-36 0 15,17 1-15,19 17 16,-71 35-16,-106 141 31,158-176-15,-52 53-1,53-89 1,17 1 0,18 0-1,-17-18 32</inkml:trace>
  <inkml:trace contextRef="#ctx0" brushRef="#br0" timeOffset="12506.2">723 13176 0,'0'18'125,"0"17"-94,0-17-16,18-18-15,-1 17 16,19 1 0,-1 0-1,18-1-15,-18 1 16,-17-18-16,17 18 16,18-1-1,-35-17-15,17 0 16,-35 18-16,18-18 31,-1 18-15,-17-1 15,0 1-31,0 17 16,0 0 15,-17-17-31,-19 17 31,1-17-31,0 0 16,-1-1-1,1-17 1,0 0-16,17 0 16,1 0-16,-19 0 15,19 0 1,-1 0-16,0 0 15,1 0 1,-1 0 31,1 0 0</inkml:trace>
  <inkml:trace contextRef="#ctx0" brushRef="#br0" timeOffset="13205.21">794 13229 0,'0'-17'47,"17"17"0,1 0-32,35 0-15,-35 0 0,52 0 32,-35-18-32,1 18 0,-19-18 15,1 18 1,0 0 0</inkml:trace>
  <inkml:trace contextRef="#ctx0" brushRef="#br0" timeOffset="14847.92">2346 12118 0,'18'0'187,"-1"35"-187,36 0 16,-53 1-16,35-1 15,-17 0-15,17-17 16,-17 17-16,17 0 16,-17-17-16,0 0 15,-1 17 1,18 18-1,1 0 1,-1-18-16,-17-17 16,17 35-16,-17-18 15,17 0-15,-35-17 16,35 17-16,-17-17 16,17 52 15,-17-52-31,-18 0 15,35-1 17,-35 1-32,18-18 15,-18 18 17,17-1-32,-17 1 31,18-18-16,0 17 1</inkml:trace>
  <inkml:trace contextRef="#ctx0" brushRef="#br0" timeOffset="15689.07">2681 13229 0,'0'18'62,"0"17"-46,0 36-16,0 52 31,0-105-31,0-1 16,0 19-1,18 69 1,-18-87 0,0 0-16,0-1 31,17-17-15</inkml:trace>
  <inkml:trace contextRef="#ctx0" brushRef="#br0" timeOffset="17037.37">2946 13370 0,'0'18'110,"0"17"-95,0 0 1,0-17-1,17-18 1,1 18 31,0-18-16,-1 17 0,1 1-15,0-18 15,-1 0 16,-17 18-16,18-18 32,-1 0-16,1 17-16,0-17-15,-18 18 15,17 0-31,-17-1 172,0 1-141,0-1-31,0 1 16,-17 0-1,-1-18 1,18 17 0,-18-17-1,18 18-15,-17-18 47,-1 0-16,18 18 1,-17-18-17,-1 0 1,0 0 15,1 0 0</inkml:trace>
  <inkml:trace contextRef="#ctx0" brushRef="#br0" timeOffset="17960.78">2963 13476 0,'0'-18'47,"36"-17"-16,-1 18-31,53-19 31,-17 19-31,-18 17 0,-36-18 16,36 18-16,0-18 16,18 18 15,-19 0-31,-16 0 0,-1 0 16,0 0-16,1 0 15,-19 0-15,1 0 16</inkml:trace>
  <inkml:trace contextRef="#ctx0" brushRef="#br0" timeOffset="22235.62">5874 11747 0,'17'0'140,"36"36"-124,-17-19 0,-1 19-16,35-19 15,-34 36-15,17-17 16,-36-19-16,71 71 16,-52-52-16,-1-1 15,0 18-15,1-36 16,34 72-1,-52-54 1,17-17-16,-17-1 16,-1 1-16,-17-1 15,36 1-15,-19 0 16,1-18 15,-18 17-15,17-17-1,1 18 1,-18 0 0,18-18 15,-1 17 110,1-17-126,0 18 1,-1 0-1,-17-1-15,18-17 16,0 18-16,-18 0 31,17-18 32,-17 17-48,0 1 1,18-18 0,-18 17 15</inkml:trace>
  <inkml:trace contextRef="#ctx0" brushRef="#br0" timeOffset="24479.81">7355 13212 0,'18'0'141,"0"0"-141,35-36 16,-18 19-1,-17-1-15,-1 0 16,18 18-16,-17 0 15,0-17-15,17 17 16,-35-18-16,18 18 16,-1 0-1,1 0 17,0 18-17,-1 35 1,1-18-1,-1 18 1,-17-36 0,0 19-16,0-19 15,0 1-15,18 17 16,-18-17 0,0 17-16,0-17 78,-18-18-47,36-18 141,17 18-157,18 0-15,-17 0 0,-1 0 16,-18 0 15,-17 18 1,18-1-17,-18 36 1,0-17-1,0-1 1,0-17-16,0-1 16,-18 1-1,18-1 1,-35-17 15,18 0-15,-19 0-1,19 18-15,-1-18 16,0 0-16,-17 0 16,17 0-1,1 0 1,-1 0 0,1 0-1,-1 0 16</inkml:trace>
  <inkml:trace contextRef="#ctx0" brushRef="#br0" timeOffset="25622.1">8237 13000 0,'-17'17'94,"-1"72"-63,18-72-31,0 1 16,0 0 15,0-1 1,18-17 14,-1 0-30,1 0-16,17 0 16,-17 18-16,17-18 15,18 18-15,0-18 16,-18 0-16,1 0 16,-1 0-16,-18 0 15,1 0-15,-18 17 16,18-17-1,-18 18 17,17-1-32,-17 1 31,0 0-15,0 17-1,0-17 16,0-1-31,0 1 32,0 0-32,-17-18 15,-1 17 1,0-17-16,1 18 31,-1-18-15,1 0 31,-1 0 15,0 0-15,1 0-31</inkml:trace>
  <inkml:trace contextRef="#ctx0" brushRef="#br0" timeOffset="26235.14">8202 13053 0,'18'0'109,"17"-36"-109,0 19 16,1-18 0,34-1-16,18-17 15,0 0-15,-35 18 16,-35 35-16,35-17 16,-35-1-16,-1 0 15,1 18-15,0-17 16,-1 17-1</inkml:trace>
  <inkml:trace contextRef="#ctx0" brushRef="#br0" timeOffset="38352.15">5362 11747 0,'0'18'125,"-70"70"-110,52-35 1,-35-17-16,18 52 15,0-71-15,17 19 16,-35 52 0,35-71-1,1 19-15,-1-19 16,18 19 0,-18-19-1,18 1-15,-17 0 16,-1 52-1,1-35 1,17 1-16,0-1 16,-36 36-1,19-54 1,17 1-16,0-1 16,-18 36-1,0-35 1,18 0-16,-17-18 15,17 17-15,0 1 16,-18 17 0,18-17 15,-18-1-31,18 1 16,-17-18-1,17 18-15,-18-18 31,18 17-31,0 1 16</inkml:trace>
  <inkml:trace contextRef="#ctx0" brushRef="#br0" timeOffset="39801.5">4692 13476 0,'-18'0'16,"18"-18"15,0 1-15,0-1-1,0 1-15,18-1 16,0 0-16,17-17 31,-18 17-31,19-17 31,-19 35-15,1 0 0,0 0-1,-1 0-15,1 0 16,0 0 0,17 18-1,-17-18-15,17 17 31,-18-17-31,1 18 32,0 0-17,-1-18-15,-17 17 32,18-17-17,-18 18 1,0 0 15,0 17-15,0 0-16,0 0 31,-53 36-15,35-53-1,-34 17 1,52-18-1,-18-17 1,18 18 109,18-18-78,17 18-47,18-1 16,-18-17-16,0 0 15,142 0 1,-107 0-1,-17 0-15,-18 0 16,36 0 0,-36 0-16,-17 0 15,-18-17 157</inkml:trace>
  <inkml:trace contextRef="#ctx0" brushRef="#br0" timeOffset="40899.21">5539 13247 0,'-18'35'78,"0"-17"-78,-35 52 32,36-52-32,-1 17 15,18-17-15,0-1 16,0 1 0,35-18 62,1 0-78,17-18 15,0 1-15,-18 17 16,0 0 0,36-18-1,-54 1-15,19 17 16,-19-18-16,18 18 15,1 0 17,-19 0-17,-17 18 1,18-1 0,-18 1-1,0-1 1,18 54-1,-18-53 1,0-1-16,0 1 16,0 0-1,0-1-15,0 1 16,0-1 15,-18-17-15,0 18-1,1-18 1,-1 0 15,0 0-15,1 0 0,-1 0 30</inkml:trace>
  <inkml:trace contextRef="#ctx0" brushRef="#br0" timeOffset="41626.85">5592 13335 0,'0'-18'31,"0"1"16,17-1-47,36 0 31,-35 1-31,17-1 16,18 1-16,-18-1 16,0 0-16,-17 18 15,35-17 1,-53-1-16,18 18 0,-1 0 16,1 0 93</inkml:trace>
  <inkml:trace contextRef="#ctx0" brushRef="#br0" timeOffset="45172.55">847 14023 0,'0'0'0,"0"18"47,0-1 15,0 1-62,-53 70 16,17-17 0,-16-19-16,34-16 15,-123 140 1,123-158 0,-17 17-16,0 18 15,17-18 1,18 1-16,-18-19 15,-35 89 17,53-71-32,-17 1 0,17-19 15</inkml:trace>
  <inkml:trace contextRef="#ctx0" brushRef="#br0" timeOffset="46821.21">212 15169 0,'0'18'78,"17"0"-62,-17 17 0,0 18-1,0-35-15,0 17 16,0 18 0,0 0-16,0-36 15,0 1-15,0 35 31,18-53 157,17 0-172,0 0-16,1 0 15,-1 0 1,71 0-1,-71 0 1,0-18 0,36 1-16,-71-1 15,18 18-15,-1-18 16,1 1 0,-18-1 30,0 71 142,0 0-172,0-18-1,0 0-15,0 1 16,0-19-16,0 19 15,0 17-15,0-1 32,18-52-17,-18 18 17,0 0-17,0-1 1,0 19-1,0-19 32</inkml:trace>
  <inkml:trace contextRef="#ctx0" brushRef="#br0" timeOffset="48645.92">2611 14217 0,'-18'35'125,"0"0"-125,-17 36 16,17-53-16,-17 17 15,-18 53-15,36-53 16,-72 124 15,54-106-31,-18 18 0,35-36 16,1 0-16,17 0 16,-18-35-1,18 18-15,-17 0 31,-1-1 1,18 1-17,0 0 1</inkml:trace>
  <inkml:trace contextRef="#ctx0" brushRef="#br0" timeOffset="49405.59">2011 15557 0,'0'36'62,"0"-1"-46,17 71 0,-17-53-1,0-18-15,0 0 16,0 71-1,0-88 1,0-1 0</inkml:trace>
  <inkml:trace contextRef="#ctx0" brushRef="#br0" timeOffset="50711.56">2240 15593 0,'0'0'0,"0"-18"16,0 0 15,0-17 0,18 18-31,-18-1 16,0 0-1,17 1 1,19-1-16,-1 0 31,-17 1-31,-1 17 0,19-18 16,-19 18-16,18 0 31,-17 0-31,0 0 16,-1 0 15,-17 18-15,18-18-16,-18 17 15,0 1 1,0 17-16,0-17 31,0 17-15,0-17-1,-18-1 1,1 1-16,-1 0 31,0-18-15,54 0 124,52-53-124,-35 53 0,-18 0-1,0 0-15,-17 0 32,0 35-1,-1 0-16,-17 1 1,0 17 0,0-36-16,0 19 15,0-19 1,0 18 0,-17-17 15,-1-18-16,0 0 1,-17 0 0,0 0-16,17-18 15,1 18 1,-1 0 31,18-17-32</inkml:trace>
  <inkml:trace contextRef="#ctx0" brushRef="#br0" timeOffset="52634.18">3334 14093 0,'0'18'141,"35"17"-125,36 106 15,-71-105-31,35 17 0,-18 0 15,1-36 1,-18 19-16,18-1 16,-1-18-16,-17 1 15,71 70 17,-71-52-32,18-19 0,17 36 31,-17-18-31,-1-17 0,1 0 31,-1-1-15,-17 1-1,18 0-15,0-18 16,-1 35 15,-17-18-31,18-17 0,-18 18 16,18 17 15,-1-17-31,1-18 47</inkml:trace>
  <inkml:trace contextRef="#ctx0" brushRef="#br0" timeOffset="53294.25">3722 15346 0,'0'17'31,"0"1"-15,0 0-16,0-1 16,0 89-1,0-53-15,0 88 31,0-123-31,17 52 16,1-52 0,-18 17-16,0-17 31</inkml:trace>
  <inkml:trace contextRef="#ctx0" brushRef="#br0" timeOffset="54195.5">3916 15505 0,'17'0'156,"54"0"-140,-18 0-16,17 0 16,-17 0-16,71 0 31,-106 0-15,-1 17-16,-17 1 62,0 17-31,0 18-15,0-18 0,0-17-16,0 0 15,0 17-15,0-17 16,0-1-16,0 1 15,0 17 1,0 0 0,0-17-1,18 53 1,-18-54 0</inkml:trace>
  <inkml:trace contextRef="#ctx0" brushRef="#br0" timeOffset="55080.51">4269 15787 0,'35'0'156,"-17"0"-140,17-18-16,0-17 16,18 35-16,0-35 15,-35 35 1,17 0-16,0 0 31,-17 0-15,-1 0-1,1 0-15,0 0 16,-1 0 0,1 0-1,0 0 1</inkml:trace>
  <inkml:trace contextRef="#ctx0" brushRef="#br0" timeOffset="59193.5">5838 14217 0,'18'35'140,"70"71"-124,0 0 15,-52-71-31,-1 0 0,-17 1 16,35-1-16,-36-17 15,19 17-15,-19 0 16,54 18 15,-54-35-31,1-1 0,-18 1 16,18 0-16,-1-1 47,-17 1 31,18-18-78,-18 18 47,18-18-47,-18 17 31,17 1 0,-17-1 16</inkml:trace>
  <inkml:trace contextRef="#ctx0" brushRef="#br0" timeOffset="61389.45">6667 15328 0,'18'0'203,"0"0"-172,-18-17-15,17 17 0,1 0 77,0 0-61,-1 0-1,-17-18-16,18 18 142,-18 18-142,18-18 17,-18 17-32,0 1 0,0-1 15,0 1-15,17 0 31,-17-1-15,0 1 0,0 0-16,0-1 15,0 1 1,0 0 0,0-1-16,0 1 15,0-1 1,0 1-1,0 0 1,-17-1 0,-1-17-1,18 18-15,-18-18 16,18 18 0,-17-18-1,-1 0 1,0 0-16,1 0 31,17 17-15,-18-17-1,0 0 17,1 0-17,17 18-15,17 0 156,1-18-140,0 0-16,17 0 16,0 17-16,-17-17 15,35 0 1,-35 0-16,-1 0 16,1 0-1,-1 0-15,1 0 16,0 0 156,-1 0-125,1 0-32,-18 18 63,18-18-62,-1 0 0,36 18 15,-18-18-31</inkml:trace>
  <inkml:trace contextRef="#ctx0" brushRef="#br0" timeOffset="63581.94">7232 15222 0,'0'36'125,"-18"-19"-125,1 54 31,-1-18-31,18-36 16,-18 19 0,18-19-1,0 19 1,0-1-1,0-18 1,0 1-16,0 0 31,18-1-15,-18 1 0,18-18-1,-18 18 16,17-18-31,1 0 47,-18 17-31,18 1 15,-1-18-15,1 18-16,-1-18 31,1 0-15,0 17-1,-1-17-15,1 18 16,0-18-16,35 18 31,-36-18-15,1 0-16,0 0 15,-1 0 64,-17-18-64,18 18 1,-18-18-16,17 1 15,1-1 1,-18 0 15,0 1 16,0-1 16,-18 18-32,18-18-31,-17 18 16,-1 0 77,1 0-30,-1 0-48,0 0 17,1 0-32,-1 0 0,0 0 15,1 18 17,-1-18-1,18 18-31,0-1 281,-18-17-265,18 18-1,0 17 32,-17-35 78</inkml:trace>
  <inkml:trace contextRef="#ctx0" brushRef="#br0" timeOffset="68344.28">3969 16245 0,'-18'36'172,"-17"-19"-157,17 19-15,-52 52 31,52-71-31,-88 89 32,71-35-32,-36-1 31,54-34-31,-19-1 31,36-17-31,-35-1 0,17 1 31,18 17-31,-17-35 0,-1 18 32,18-1-32,-17-17 15,17 18 1,0 0-16,-18-1 31,0-17 0,18 18 1,0 0-1,-17-1-15,17 1 30,-18-18-46</inkml:trace>
  <inkml:trace contextRef="#ctx0" brushRef="#br0" timeOffset="69455.57">3175 17321 0,'0'18'47,"35"88"-31,-35-53 0,18 35-1,0-35-15,-18-18 16,0 0-16,17 124 31,-17-141-31,18-1 16,-18 1-1,0 0 1,0-1 0,0 1-1,17-18 1</inkml:trace>
  <inkml:trace contextRef="#ctx0" brushRef="#br0" timeOffset="70810.97">3510 17427 0,'0'53'110,"0"-18"-110,0 36 31,0-36-31,0 18 0,0-35 16,0 35-1,0 0-15,0 0 31,0-36-31,0 1 32,0-1-32,0 1 15,0 0 1,35-1 15,-35 1-31,18-18 16,0 0-1,-1 18 1,1-18-16,0 0 16,17 0-16,0 0 15,53 0 17,-70 0-32,0 0 15,-1 0-15,36-18 31,-35 18-15,-18-18 15,0 1-15,0-1 15,-18 0-15,1 18-1,-1-17 48,0 17-47,1 0-1,-1 0 1,18-18-16,-18 18 15,1 0-15,-1 0 32,0 0-17,1 0 17,-1 0-17,1 0 1,17 18-1,-18-18 1,18 17 0,-18-17-1,18 18 17</inkml:trace>
  <inkml:trace contextRef="#ctx0" brushRef="#br0" timeOffset="93212.39">9895 12294 0,'53'0'187,"-17"0"-171,17 0-1,105 0 1,-105 0 0,247 0-1,-176 0 1,-36 0-16,159-17 15,-142-1 1,19 18 0,88 0-16,-107 0 15,284 0 1,-213 0 0,-88 0-16,71 0 15,-106 0 1,17 0-1,-52 0 17,17 0-32,-17 0 15,0 0 17</inkml:trace>
  <inkml:trace contextRef="#ctx0" brushRef="#br0" timeOffset="95016.39">12471 11977 0,'-18'0'141,"36"0"15,-1 0-156,1 17 16,17 1-16,-17-18 15,17 35-15,0-17 16,1-18-16,52 18 31,-70-1-31,-1-17 16,1 0 0,35 18-1,-36 0 1,-17-1 15,18-17-15,0 0 77,-18 18 157,-36 17-234,19-35 0,-19 35-16,1-17 15,-88 88 17,87-71-32,-34 36 15,52-54 1,-35 19-16,0-1 15,18-17 1,35-1-16,-35 18 16,17-35-1,-17 36 17,35-19-32,-18-17 15</inkml:trace>
  <inkml:trace contextRef="#ctx0" brushRef="#br0" timeOffset="109440.69">9931 11007 0,'0'17'125,"0"1"-110,17 17 1,1 53-1,-18-52-15,18-1 16,-18-17-16,0 17 16,0-17-16,0-1 15,0 18 1,0-52 187,0-36-187,0 0-16,-18 18 15,18-1-15,0 19 16,-18-1-16,18 0 16,0 1-1,0-1 1,0 1-1,0-19 1,0 19 0,0-1-1,0 0 1,0 1-16,0-1 16,0 0-1,0 1-15,0-1 47,-17 18-31,52 18 296,0-1-312,-17-17 31,0 18-31,-1 0 16,18-18 0,-17 17-16,0-17 15,-1 0 17,1 18-32,0 0 15,17-1 1,-35 1-16,18-18 15,-1 18 1,1-1 0,17 1-16,-35-1 15,18-17 1,-18 18-16,17 0 16,-17-1-1,18 1-15,-18 0 16,18-18-1,-18 17-15,0 1 32,0 0-32,0-1 15,0 1 1,-18 17 0,0-17-1,-17-1 1,35 1-16,-18-18 15,1 0 1,-18 18 0,17-18-1,0 0 1,1 0-16,-1 0 16,0 0-1</inkml:trace>
  <inkml:trace contextRef="#ctx0" brushRef="#br0" timeOffset="119994.38">10566 11359 0,'17'0'297,"-17"-17"-282,18 17-15,0-18 16,-1 1-1,-17-1 1,18 18-16,-18-18 16,18 1-1,-18-1 1,35 0 0,-35 1-1,17-1 1,-17 0 46,0 1 1,-17 17-48,-1 0 17,1-18-1,-1 18 63,0 0-79,18 18 1,-35 17 15,17-35-31,18 18 16,-17-1-1,17 1 1,0 0 0,0-1-1,0 1 1,0 0 31,0-1-16,0 1-15,17-18-16,1 0 15,17 17 17,-35 1-32,18 0 15,0-18 16,-1 0-15,-17 17 0,18-17-16,-1 0 31,36 18 0,-17-18-31,-19 0 16,36-18-16,-18 1 15,-17-1 1,17 0-16,1 1 16,17-18-16,-36-1 15,1 19-15,35-54 16,-36 18-16,19 18 16,-36 0-16,0-1 15,0-17-15,0 18 16,0-18-16,0 18 15,0-36 17,0 54-32,0-1 15,-18-17-15,0 35 16,1-18 0,17 1-16,-18-1 15,0 0 1,1 18-16,17-17 15,-18 17 1,18-18 0,-17 18-16,-1 0 15,0 18 79,18 35-78,0 17-16,0-52 15,0 17 1,0 71 0,0-89-1,0 36 1,0-35-16,0 0 15,0-1-15,0 19 16,18-19-16,-18 1 16,18 70-1,-1-88 1,-17 35-16,18-17 16,-18 17-1,17-35 1,1 0-1,-18 18 1,18-18 0,-1 0-1,-17 18 1,18-18 0,0 0-1,-1 0 1,1 0-1,17 0-15,-17 0 16,0 0-16,-1 0 16,1-18-16,-1 0 15,1 18-15,0 0 16,-1 0 0,19-17-16,-19 17 15,19-18-15,-19 18 16,18-35-1,-35 17-15,18 0 32,0 1-32,-18-1 0,0-17 15,0 0 17,0 17-32,0 0 15,-18 18 79,0 0-47,18 18-32,-17 0-15,-1-1 32,18 1-32,0-1 15,-17 19 1,17-19-16,0 1 16,0 0-1,0-1 16,0 1-31,0 0 32,0-1-17,17 1 1,1-18 0,-1 18-1,-17-1 1,18-17-16,0 0 15,-1 18 1,1-18 0,17 0-1,-17 0-15,105 0 32,-87 0-32,17 0 15,-18-18-15,0 1 16,-17 17-16,35-71 31,-53 53-15,0 1-16,0-1 15,0-70 1,0 35-16,0 0 16,-36 0-16,-16-176 31,52 194-31,0 17 15,0 0-15,0-17 32,0 17-32,0 54 109,0 34-93,0-17-16,17 53 31,-17 17-31,0-52 16,0 35-16,0-36 15,0-34-15,0 17 16,18 52-1,-1-87-15,1 17 16,-18-17 15,18-18-15,-1 0 31,19 0-32,34 0 17,-35 0-17,36-18 1,-36 1-16,-17-1 16,0 18-16,17-35 15,0 17 1,-35 0 15,-18 18 78</inkml:trace>
  <inkml:trace contextRef="#ctx0" brushRef="#br0" timeOffset="120594.15">11959 11112 0,'18'0'94,"17"-17"-79,106-54 1,-70 36 0,-18 17-16,-18 1 15,71-19 1,-89 36-1,-17-17 32</inkml:trace>
  <inkml:trace contextRef="#ctx0" brushRef="#br0" timeOffset="121852.62">12382 11307 0,'18'0'31,"0"-18"16,-1 0-32,54-52 17,-53 52-32,-1 0 15,19 1 1,-36-1 0,0 0-1,0-34 16,0 34-15,-18 0 15,0 18-15,1 0 31,-1 18-32,0 0 1,1-18-16,17 17 16,-18 1-16,0-18 15,18 17 1,-17 1 15,17 0-15,0-1-16,0 1 15,0 0 17,0-1-32,0 1 15,0 0 1,0-1 15,0 1-15,17-18-16,1 0 31,0 18-31,-1-1 31,1-17-15,0 18 0,-1-18-1,19 17-15,16-17 16,-16 0-16,17 0 31,-36 0-31,36 0 16,-35 0-1,-1 0-15</inkml:trace>
  <inkml:trace contextRef="#ctx0" brushRef="#br0" timeOffset="123212.38">13476 11024 0,'0'-17'16,"0"-1"15,0 0-15,0 1-1,0-1-15,18-52 32,-1 52-17,1 0-15,35-35 16,-18 36 0,-17-1-16,17 0 15,-17 18 1,-1 0-1,1 0 32,0 0-15,-1 0-32,-17 18 15,18 35 16,-18-35-31,18-1 0,-18 1 32,0 35-17,0-18-15,17 0 16,-17 1-16,0-1 16,0-17-16,0-1 15,0 18-15,0-17 31,-17 0-31,17-1 16,-36 1 15,19 0-31,17-1 16,-18-17 15,53 18 110,1-18-126,69 0 1,-16 0-16,-19 0 16,-17 0-16,18 0 31,-36 0-31,-17 0 0,-1 0 31</inkml:trace>
  <inkml:trace contextRef="#ctx0" brushRef="#br0" timeOffset="124632.38">14640 10830 0,'0'0'0,"-17"0"109,-1 0-93,0 0-16,1 0 16,-1 36-1,-17-1 1,17-18 0,1 36-1,17-35 1,-18 0-16,18-1 15,0 19 1,0-19 15,0 1-15,18-18-16,-18 17 16,17 1-1,-17 0-15,18-18 16,-18 17-1,35-17 1,-35 18 0,18-18-1,-18 18 1,17-18 0,1 0-1,0 0 1,17 0-1,-17 0 1,-1 0 0,1 0-16,-18-18 15,17 18 1,1-18 15,-18 1 0,18 17-31,-18-18 16,0 0-16,0 1 63,0-1-1,0 1-31,-18-1-15,18 0 31,-18 18-32,18-17 32,-17 17-31,17-18 0,-18-35-1,1 35-15,17 1 16,0-18-1,-18 17 1,18 0 0,0 1-1,0-1-15,-18 18 32</inkml:trace>
  <inkml:trace contextRef="#ctx0" brushRef="#br0" timeOffset="130397.9">11254 13529 0,'0'-18'141,"-18"18"-94,0-17-16,1 17 32,-1 0-48,-17 17 1,-1 1 0,36 0-1,-17-18-15,17 17 16,-18-17-1,18 18 1,0 0 140,18-18-124,35 35-1,-36-35-16,19 17 17,-36 1-32,17-18 31,-17 18 0,18-18 0,0 17 16,-1-17 172,-17 18-94,-17-18-16,-107 53-77,71-35-32,36-18 15,-19 17-15,19 1 16,-1-18 0,-17 0-1,17 0 32</inkml:trace>
  <inkml:trace contextRef="#ctx0" brushRef="#br0" timeOffset="131514.13">11501 13423 0,'-18'0'15,"18"35"79,0-17-78,0 17-1,0 18 16,0-35-31,0 0 0,0-1 16,0 1 0,0-1-16,18 1 31,-1-18-15,-17 18 15,35-18-31,-17 0 15,0 0 1,52 0 15,-34 0-31,-19 0 16,18 0-16,1-18 31,-19 0-31,-17 1 31,0-1-15,0 1 0,-17-19-1,-1 19 1,18-1 0,0 0-16,-35 18 31,35-17 0,-18 17-31</inkml:trace>
  <inkml:trace contextRef="#ctx0" brushRef="#br0" timeOffset="132637.07">12347 13476 0,'0'-18'16,"-17"18"46,17-17-46,-18 17 0,0-18-16,1 18 15,-1 0 1,0 0-1,-17 0 17,0 0-17,17 0 1,18 18 0,-35-1-1,17 19 16,1 17 1,17-36-32,17-17 15,1 18 1,0 0 0,-1-18-1,-17 17-15,18-17 16,-18 18-1,17-18 1,-17 17 15,18-17 1,0 0-32,-1 0 15,72 0 1,-19 0-1,-17 0-15,0 0 16,-35 0 15</inkml:trace>
  <inkml:trace contextRef="#ctx0" brushRef="#br0" timeOffset="133706.99">12841 13670 0</inkml:trace>
  <inkml:trace contextRef="#ctx0" brushRef="#br0" timeOffset="135292.7">13053 13370 0,'0'-17'94,"-18"17"-78,0 0-1,1 0 1,-1 0-1,-35 17 1,0-17-16,18 18 31,0 17-31,17-35 0,1 18 32,-1-18-32,18 17 15,-35 19 1,35-1-1,0-17 1,0-1 0,0 1 15,17 17-15,1-35-16,0 18 15,-1-18-15,1 17 31,-1-17 1,1 0-32,0 0 31,-1 0-31,-17 18 16,18-18-1,0 0 1,-1 0-1,1 0 1,0 0 31,-1 0 0,1 0-32</inkml:trace>
  <inkml:trace contextRef="#ctx0" brushRef="#br0" timeOffset="136422.22">13282 13617 0,'0'-17'109,"0"-19"-109,0 19 16,35-72 15,-35 72-31,18 17 0,-18-18 16,-18 18 171,1 0-171,-1 18-16,18-1 15,-35 19 1,0-19-16,35 19 31,-18-36-31,18 17 31,0 1-15,0 0 0,18-1-1,-1-17-15,1 0 16,-18 35 15,17-35-15,19 18-1,-19-18 1,1 0-16,17 18 31,-17-18-31,17 0 16,53 17 0,-70-17-1,0 0 1</inkml:trace>
  <inkml:trace contextRef="#ctx0" brushRef="#br0" timeOffset="137372.53">13899 13300 0,'-35'0'79,"0"0"-64,0 17-15,17 19 16,-35-19-1,18 19-15,17-19 16,0 1 0,36-1 62,17 1-63,1-18 1,17 0-16,0 0 16,17 0-1,-17 0 1,-35 0-16,-18 18 16,35-18-1,-35 17 16,18 19 1,-18-19-32,0 1 15,0 0 1,-36 34 0,19-52-1,-1 0-15,-17 18 16,-18-18-16,35 0 15,1 18 1,-1-18 15,0 0-15,71 0 62,71 0-62</inkml:trace>
  <inkml:trace contextRef="#ctx0" brushRef="#br0" timeOffset="138491.07">14693 13229 0,'0'-17'140,"-17"17"-124,-36 0-16,35 0 16,-53 35-1,19-18-15,52 1 16,-18 0-16,0-18 16,1 17 15,17 1 0,17 0 0,1-1-15,35 36 0,17-53-1,54 35 1,-71-17-1,0 0 1,-36-1-16,1-17 16,17 0-16,-35 18 15,18-18-15,-18 18 16,17-1 0,-17 1 15,0 17-16,0-17 1,-17-1-16,-18 1 16,-1 17-1,1-35-15,0 0 16,-1 0-16,1 18 16,0-18-1,17 0-15,-17 0 16,-18 0-1,35 0 1,18-18 0,0 1 15,18 17 16,0-18-47,-1 18 15,1 0-15,0 0 32,-1 0-32</inkml:trace>
  <inkml:trace contextRef="#ctx0" brushRef="#br0" timeOffset="139545.6">15381 13335 0,'-18'-18'31,"1"18"0,-18 0 1,17 18-17,-53 35 16,71-35-31,-17 34 32,17-34-17,17 17 17,1-17-32,0 0 15,-18-1-15,17-17 16,1 18-16,0-18 15,-1 18 1,54-18 0,-18 0-1,-18 0 1,0-18 0,-17 0-16,-1 1 15,-17-1-15,18-88 31,-36 71-15,1 0 0,17 17-1,-18 0 1,-17 1 0,17 17-16,1 0 15,-19 0 1,19 0-16,-1 0 15,-35 0 1,36 0-16,-1 0 16,0 0 15,18 35-31,0-17 16,0-1-1</inkml:trace>
  <inkml:trace contextRef="#ctx0" brushRef="#br0" timeOffset="140527.01">15575 13547 0,'18'0'47,"-1"0"31,1-18-63,0-17 1,-18-18-16,17 35 16,-17-105 15,0 87-31,0 19 15,0-1 17,0 1-32,-17 17 62,-1 0-31,0 17-31,1-17 16,-1 18-16,0 17 16,18-17-1,0-1 1,0 1 15,18-18-31,0 0 16,17 0-1,0 0 1,36 0-16,17 0 31,-70 0-31,-1 0 32,-17 18-17,0 35 16,0-18-15,18 0 0,-18-17-16,0-1 15,35 1 17,-17-18-17,-18 18 1,18-18-1,17 0 1,18 0-16,-18 0 16,18 0-16,53 0 31,-89 0-31</inkml:trace>
  <inkml:trace contextRef="#ctx0" brushRef="#br0" timeOffset="144444.99">11289 12841 0,'-18'0'31,"1"18"-31,-19-1 16,19 1-16,-36 17 31,53-17-31,-106 88 31,88-89-31,1 1 16,-72 88 0,1-18-16,0 18 15,0-18-15,35-17 16,-35 34-16,35-34 15,0 70 1,18-70-16,17 17 16,18-53-16,0 0 15,0 54 1,18-54-16,-1-17 16,19-1-1,-36 18-15,35-35 16,0 36-16,18 17 31,-35-53-31,17 17 31,-17 1-31,-1-18 16,1 18 0,52 35-1,-52-53 1,0 0-16,-18 17 15,17 1 1,1-18-16</inkml:trace>
  <inkml:trace contextRef="#ctx0" brushRef="#br0" timeOffset="145685.31">15857 12682 0,'36'36'157,"-1"-19"-157,35 54 15,72 52 1,-107-105-16,35 70 31,-34-53-31,-19-17 16,-17 0-16,18-1 15,-18 19-15,18 17 16,35 70 15,-18-17-31,-35-36 0,0-34 16,0-19-16,17 71 31,-17-70-31,0 17 16,0 36-1,-17-36 1,-1-17 0,18 0-1,-35-18 16,35 17-15,-18 1 0,18-1-16,-17 1 15,-1-18 1,18 18 0,-18-1-16,18 1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51:13.3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2840 8484 0,'17'0'453,"1"0"-437,70-17-1,-70 17-15,17-18 16,-17 18-16,0 0 16,-1-18-1,1 18-15,-1-17 32,1 17-17,0 0 32,-1 0-16,1 17-15,0 1 15,-18 0-15,17-1-1,1 1 17,-18 0-17,0-1-15,0 18 32,0-17-1,0 0-16,0-1 17,0 1-32,0 0 31,0-1-31,0 1 16,0 0 15,0-1-16,0 1 17,-53 17-17,35-17 1,-17-1 0,35 1-1,-18-18-15,1 18 16,-1-18-1,1 17 1,-1-17 0,-17 18-1,17 0 1,0-18 0,1 0-1,17 17 1,17-17 124,19 0-124,-1 0 0,-17 0-16,17 18 15,18-18 1,0 0-16,0 18 16,-36-18-1,18 0-15,-17 0 16,17 0-1,-17 0 142,0 0-110,-1-18-16</inkml:trace>
  <inkml:trace contextRef="#ctx0" brushRef="#br0" timeOffset="1522.21">3810 8678 0,'-18'0'140,"1"-17"-108,-1 17-1,0 0-15,1 0 15,-1 0-16,1 17 1,-1-17-16,0 18 16,1-18-1,17 18-15,0-1 16,-18-17-16,0 53 31,18-35-15,0-1-1,0 19 17,0-19-17,0 1 1,18 0 0,0 17-1,-1-17 1,1-18-1,0 0-15,-1 35 32,1-35-32,-1 0 15,1 0 17,0 0-1,-18 17-16,17-17 17,1 0-17,-18-17 1,18-1 0,-18 1-1,35-1 1,-17 18-1,-18-18-15,17 1 16,1 17 0,-18-18-16,17 0 31,1-17-15,-18 17-1,0 1 1,0-1-1,0 1-15,0-1 16,0 0 0,0 1-16,-18 17 15,18-18 1,-17 18 46,17-18-46,-18 18 0,1 0-1,-1 0 17,0 0-17,1 0 16,-1 0-15,0 0 0,1 0-1</inkml:trace>
  <inkml:trace contextRef="#ctx0" brushRef="#br0" timeOffset="3618.94">3387 9366 0,'-18'0'32,"0"0"15,-17 0-32,0 18 1,0 17-16,-54 36 15,-122 105 1,158-141 0,-35 54-16,-18-1 15,-35 53-15,-36 18 32,107-71-32,-1-53 15,36 18-15,0-53 16,17 18-1,0-18-15</inkml:trace>
  <inkml:trace contextRef="#ctx0" brushRef="#br0" timeOffset="4426.26">1693 10548 0,'0'35'78,"0"54"-62,0 34-1,0-52-15,-17-19 16,17 90-16,0-107 15,0 53 1,0-53-16,0 18 16,0-35-1,0 0 1,0-1 0</inkml:trace>
  <inkml:trace contextRef="#ctx0" brushRef="#br0" timeOffset="5869.6">2046 11007 0,'0'-18'156,"-18"36"-62,-17 35-78,18-36-16,-1 18 15,18-17 1,0 0-16,0 17 31,0 0-15,18-35-16,-1 0 15,1 18 17,-1 0-32,1-1 31,0-17-31,-1 18 15,1-18-15,0 0 32,-18 18-32,17-18 15,1 0 17,0 0-17,-1 0-15,18-36 31,-17 19-31,0-19 16,17-17 0,-35 36-16,0-1 15,0-35 1,0 18-16,0 17 16,0 1-1,0-1-15,0 0 47,-18 18-16,1 0-15,17-17 15,-18 17 0,0 0 16,1 0-31,-1 0-16,-35 17 31,36 1-31,-1-18 16,-17 18-1,17-1-15,0-17 32,18 18-17,0 0 1</inkml:trace>
  <inkml:trace contextRef="#ctx0" brushRef="#br0" timeOffset="7068.12">3933 9490 0,'18'0'94,"0"17"-79,17 54-15,36 17 32,17 36-32,-18-54 15,71 89-15,-35-71 16,-18 0-16,36 0 31,-71-35-31,-18-35 16,0 0-16,-17 17 15,17-35 1,-35 18-16,18 17 31,0-35-31,17 35 31,-35-17-31,18-18 16,17 53 15,-35-36-15,17 1 0,1 0-1</inkml:trace>
  <inkml:trace contextRef="#ctx0" brushRef="#br0" timeOffset="8758.81">4904 10918 0,'17'0'141,"1"-35"-125,0 18-16,-1-1 15,18 0 1,-17 18 0,17 0-1,18-17 1,-35 17-1,0 0 1,-1 17 31,1 36-31,-18-35-1,0 17-15,17 0 31,-17-17-31,0 0 16,0 17 15,0-17-15,-35-1 15,18 1-31,34-36 172,1 18-156,-1 0-16,-17-17 15,36 17 1,-19 0 0,1 0-1,0 0 1,-1 0 15,-17 17-15,0 18-1,0-17-15,0 0 16,0 17-16,0-17 16,0-1-1,0 1 1,0 0 15,-17-18-15,-1 0-1,0 0 1,1 0 15,-1 0-31,0 0 16,1 17-1</inkml:trace>
  <inkml:trace contextRef="#ctx0" brushRef="#br0" timeOffset="9973.42">5803 11042 0,'-17'-18'16,"-1"18"-16,0 0 125,1 0-109,-1 36-16,-35 16 31,53-34-16,0 0 1,0-1 0,0 1-1,0 0 1,0-1-16,0 1 31,35 0-15,-17-18-1,0 17 1,-18 1 0,17-18-16,1 0 15,0 0 17,-1 0-32,1 0 31,17 0-16,-17 0 1,-1 0-16,1 0 16,0-18-1,-1 18-15,1-70 32,0 52-32,-18 0 15,0-17-15,0 17 16,0 1-1,0-1 17,0 1-17,-18-1 1,18 0-16,-53-17 16,35 17 15,-17 1-16,17 17 1,1 0 15,-1 0-15,1 0 0,-1 0-1,-35 35 1,35 0-16,1-17 15,-19 17-15,19-17 16</inkml:trace>
  <inkml:trace contextRef="#ctx0" brushRef="#br0" timeOffset="11408.44">2064 11942 0,'-18'0'31,"0"0"0,-34 17-15,16 1 0,19 17-16,-36 0 15,17 1-15,19 17 16,-71 35-16,-106 141 31,158-176-15,-52 53-1,53-89 1,17 1 0,18 0-1,-17-18 32</inkml:trace>
  <inkml:trace contextRef="#ctx0" brushRef="#br0" timeOffset="12506.2">723 13176 0,'0'18'125,"0"17"-94,0-17-16,18-18-15,-1 17 16,19 1 0,-1 0-1,18-1-15,-18 1 16,-17-18-16,17 18 16,18-1-1,-35-17-15,17 0 16,-35 18-16,18-18 31,-1 18-15,-17-1 15,0 1-31,0 17 16,0 0 15,-17-17-31,-19 17 31,1-17-31,0 0 16,-1-1-1,1-17 1,0 0-16,17 0 16,1 0-16,-19 0 15,19 0 1,-1 0-16,0 0 15,1 0 1,-1 0 31,1 0 0</inkml:trace>
  <inkml:trace contextRef="#ctx0" brushRef="#br0" timeOffset="13205.21">794 13229 0,'0'-17'47,"17"17"0,1 0-32,35 0-15,-35 0 0,52 0 32,-35-18-32,1 18 0,-19-18 15,1 18 1,0 0 0</inkml:trace>
  <inkml:trace contextRef="#ctx0" brushRef="#br0" timeOffset="14847.92">2346 12118 0,'18'0'187,"-1"35"-187,36 0 16,-53 1-16,35-1 15,-17 0-15,17-17 16,-17 17-16,17 0 16,-17-17-16,0 0 15,-1 17 1,18 18-1,1 0 1,-1-18-16,-17-17 16,17 35-16,-17-18 15,17 0-15,-35-17 16,35 17-16,-17-17 16,17 52 15,-17-52-31,-18 0 15,35-1 17,-35 1-32,18-18 15,-18 18 17,17-1-32,-17 1 31,18-18-16,0 17 1</inkml:trace>
  <inkml:trace contextRef="#ctx0" brushRef="#br0" timeOffset="15689.07">2681 13229 0,'0'18'62,"0"17"-46,0 36-16,0 52 31,0-105-31,0-1 16,0 19-1,18 69 1,-18-87 0,0 0-16,0-1 31,17-17-15</inkml:trace>
  <inkml:trace contextRef="#ctx0" brushRef="#br0" timeOffset="17037.37">2946 13370 0,'0'18'110,"0"17"-95,0 0 1,0-17-1,17-18 1,1 18 31,0-18-16,-1 17 0,1 1-15,0-18 15,-1 0 16,-17 18-16,18-18 32,-1 0-16,1 17-16,0-17-15,-18 18 15,17 0-31,-17-1 172,0 1-141,0-1-31,0 1 16,-17 0-1,-1-18 1,18 17 0,-18-17-1,18 18-15,-17-18 47,-1 0-16,18 18 1,-17-18-17,-1 0 1,0 0 15,1 0 0</inkml:trace>
  <inkml:trace contextRef="#ctx0" brushRef="#br0" timeOffset="17960.78">2963 13476 0,'0'-18'47,"36"-17"-16,-1 18-31,53-19 31,-17 19-31,-18 17 0,-36-18 16,36 18-16,0-18 16,18 18 15,-19 0-31,-16 0 0,-1 0 16,0 0-16,1 0 15,-19 0-15,1 0 16</inkml:trace>
  <inkml:trace contextRef="#ctx0" brushRef="#br0" timeOffset="22235.62">5874 11747 0,'17'0'140,"36"36"-124,-17-19 0,-1 19-16,35-19 15,-34 36-15,17-17 16,-36-19-16,71 71 16,-52-52-16,-1-1 15,0 18-15,1-36 16,34 72-1,-52-54 1,17-17-16,-17-1 16,-1 1-16,-17-1 15,36 1-15,-19 0 16,1-18 15,-18 17-15,17-17-1,1 18 1,-18 0 0,18-18 15,-1 17 110,1-17-126,0 18 1,-1 0-1,-17-1-15,18-17 16,0 18-16,-18 0 31,17-18 32,-17 17-48,0 1 1,18-18 0,-18 17 15</inkml:trace>
  <inkml:trace contextRef="#ctx0" brushRef="#br0" timeOffset="24479.81">7355 13212 0,'18'0'141,"0"0"-141,35-36 16,-18 19-1,-17-1-15,-1 0 16,18 18-16,-17 0 15,0-17-15,17 17 16,-35-18-16,18 18 16,-1 0-1,1 0 17,0 18-17,-1 35 1,1-18-1,-1 18 1,-17-36 0,0 19-16,0-19 15,0 1-15,18 17 16,-18-17 0,0 17-16,0-17 78,-18-18-47,36-18 141,17 18-157,18 0-15,-17 0 0,-1 0 16,-18 0 15,-17 18 1,18-1-17,-18 36 1,0-17-1,0-1 1,0-17-16,0-1 16,-18 1-1,18-1 1,-35-17 15,18 0-15,-19 0-1,19 18-15,-1-18 16,0 0-16,-17 0 16,17 0-1,1 0 1,-1 0 0,1 0-1,-1 0 16</inkml:trace>
  <inkml:trace contextRef="#ctx0" brushRef="#br0" timeOffset="25622.1">8237 13000 0,'-17'17'94,"-1"72"-63,18-72-31,0 1 16,0 0 15,0-1 1,18-17 14,-1 0-30,1 0-16,17 0 16,-17 18-16,17-18 15,18 18-15,0-18 16,-18 0-16,1 0 16,-1 0-16,-18 0 15,1 0-15,-18 17 16,18-17-1,-18 18 17,17-1-32,-17 1 31,0 0-15,0 17-1,0-17 16,0-1-31,0 1 32,0 0-32,-17-18 15,-1 17 1,0-17-16,1 18 31,-1-18-15,1 0 31,-1 0 15,0 0-15,1 0-31</inkml:trace>
  <inkml:trace contextRef="#ctx0" brushRef="#br0" timeOffset="26235.14">8202 13053 0,'18'0'109,"17"-36"-109,0 19 16,1-18 0,34-1-16,18-17 15,0 0-15,-35 18 16,-35 35-16,35-17 16,-35-1-16,-1 0 15,1 18-15,0-17 16,-1 17-1</inkml:trace>
  <inkml:trace contextRef="#ctx0" brushRef="#br0" timeOffset="38352.15">5362 11747 0,'0'18'125,"-70"70"-110,52-35 1,-35-17-16,18 52 15,0-71-15,17 19 16,-35 52 0,35-71-1,1 19-15,-1-19 16,18 19 0,-18-19-1,18 1-15,-17 0 16,-1 52-1,1-35 1,17 1-16,0-1 16,-36 36-1,19-54 1,17 1-16,0-1 16,-18 36-1,0-35 1,18 0-16,-17-18 15,17 17-15,0 1 16,-18 17 0,18-17 15,-18-1-31,18 1 16,-17-18-1,17 18-15,-18-18 31,18 17-31,0 1 16</inkml:trace>
  <inkml:trace contextRef="#ctx0" brushRef="#br0" timeOffset="39801.5">4692 13476 0,'-18'0'16,"18"-18"15,0 1-15,0-1-1,0 1-15,18-1 16,0 0-16,17-17 31,-18 17-31,19-17 31,-19 35-15,1 0 0,0 0-1,-1 0-15,1 0 16,0 0 0,17 18-1,-17-18-15,17 17 31,-18-17-31,1 18 32,0 0-17,-1-18-15,-17 17 32,18-17-17,-18 18 1,0 0 15,0 17-15,0 0-16,0 0 31,-53 36-15,35-53-1,-34 17 1,52-18-1,-18-17 1,18 18 109,18-18-78,17 18-47,18-1 16,-18-17-16,0 0 15,142 0 1,-107 0-1,-17 0-15,-18 0 16,36 0 0,-36 0-16,-17 0 15,-18-17 157</inkml:trace>
  <inkml:trace contextRef="#ctx0" brushRef="#br0" timeOffset="40899.21">5539 13247 0,'-18'35'78,"0"-17"-78,-35 52 32,36-52-32,-1 17 15,18-17-15,0-1 16,0 1 0,35-18 62,1 0-78,17-18 15,0 1-15,-18 17 16,0 0 0,36-18-1,-54 1-15,19 17 16,-19-18-16,18 18 15,1 0 17,-19 0-17,-17 18 1,18-1 0,-18 1-1,0-1 1,18 54-1,-18-53 1,0-1-16,0 1 16,0 0-1,0-1-15,0 1 16,0-1 15,-18-17-15,0 18-1,1-18 1,-1 0 15,0 0-15,1 0 0,-1 0 30</inkml:trace>
  <inkml:trace contextRef="#ctx0" brushRef="#br0" timeOffset="41626.85">5592 13335 0,'0'-18'31,"0"1"16,17-1-47,36 0 31,-35 1-31,17-1 16,18 1-16,-18-1 16,0 0-16,-17 18 15,35-17 1,-53-1-16,18 18 0,-1 0 16,1 0 93</inkml:trace>
  <inkml:trace contextRef="#ctx0" brushRef="#br0" timeOffset="45172.55">847 14023 0,'0'0'0,"0"18"47,0-1 15,0 1-62,-53 70 16,17-17 0,-16-19-16,34-16 15,-123 140 1,123-158 0,-17 17-16,0 18 15,17-18 1,18 1-16,-18-19 15,-35 89 17,53-71-32,-17 1 0,17-19 15</inkml:trace>
  <inkml:trace contextRef="#ctx0" brushRef="#br0" timeOffset="46821.21">212 15169 0,'0'18'78,"17"0"-62,-17 17 0,0 18-1,0-35-15,0 17 16,0 18 0,0 0-16,0-36 15,0 1-15,0 35 31,18-53 157,17 0-172,0 0-16,1 0 15,-1 0 1,71 0-1,-71 0 1,0-18 0,36 1-16,-71-1 15,18 18-15,-1-18 16,1 1 0,-18-1 30,0 71 142,0 0-172,0-18-1,0 0-15,0 1 16,0-19-16,0 19 15,0 17-15,0-1 32,18-52-17,-18 18 17,0 0-17,0-1 1,0 19-1,0-19 32</inkml:trace>
  <inkml:trace contextRef="#ctx0" brushRef="#br0" timeOffset="48645.92">2611 14217 0,'-18'35'125,"0"0"-125,-17 36 16,17-53-16,-17 17 15,-18 53-15,36-53 16,-72 124 15,54-106-31,-18 18 0,35-36 16,1 0-16,17 0 16,-18-35-1,18 18-15,-17 0 31,-1-1 1,18 1-17,0 0 1</inkml:trace>
  <inkml:trace contextRef="#ctx0" brushRef="#br0" timeOffset="49405.59">2011 15557 0,'0'36'62,"0"-1"-46,17 71 0,-17-53-1,0-18-15,0 0 16,0 71-1,0-88 1,0-1 0</inkml:trace>
  <inkml:trace contextRef="#ctx0" brushRef="#br0" timeOffset="50711.56">2240 15593 0,'0'0'0,"0"-18"16,0 0 15,0-17 0,18 18-31,-18-1 16,0 0-1,17 1 1,19-1-16,-1 0 31,-17 1-31,-1 17 0,19-18 16,-19 18-16,18 0 31,-17 0-31,0 0 16,-1 0 15,-17 18-15,18-18-16,-18 17 15,0 1 1,0 17-16,0-17 31,0 17-15,0-17-1,-18-1 1,1 1-16,-1 0 31,0-18-15,54 0 124,52-53-124,-35 53 0,-18 0-1,0 0-15,-17 0 32,0 35-1,-1 0-16,-17 1 1,0 17 0,0-36-16,0 19 15,0-19 1,0 18 0,-17-17 15,-1-18-16,0 0 1,-17 0 0,0 0-16,17-18 15,1 18 1,-1 0 31,18-17-32</inkml:trace>
  <inkml:trace contextRef="#ctx0" brushRef="#br0" timeOffset="52634.18">3334 14093 0,'0'18'141,"35"17"-125,36 106 15,-71-105-31,35 17 0,-18 0 15,1-36 1,-18 19-16,18-1 16,-1-18-16,-17 1 15,71 70 17,-71-52-32,18-19 0,17 36 31,-17-18-31,-1-17 0,1 0 31,-1-1-15,-17 1-1,18 0-15,0-18 16,-1 35 15,-17-18-31,18-17 0,-18 18 16,18 17 15,-1-17-31,1-18 47</inkml:trace>
  <inkml:trace contextRef="#ctx0" brushRef="#br0" timeOffset="53294.25">3722 15346 0,'0'17'31,"0"1"-15,0 0-16,0-1 16,0 89-1,0-53-15,0 88 31,0-123-31,17 52 16,1-52 0,-18 17-16,0-17 31</inkml:trace>
  <inkml:trace contextRef="#ctx0" brushRef="#br0" timeOffset="54195.5">3916 15505 0,'17'0'156,"54"0"-140,-18 0-16,17 0 16,-17 0-16,71 0 31,-106 0-15,-1 17-16,-17 1 62,0 17-31,0 18-15,0-18 0,0-17-16,0 0 15,0 17-15,0-17 16,0-1-16,0 1 15,0 17 1,0 0 0,0-17-1,18 53 1,-18-54 0</inkml:trace>
  <inkml:trace contextRef="#ctx0" brushRef="#br0" timeOffset="55080.51">4269 15787 0,'35'0'156,"-17"0"-140,17-18-16,0-17 16,18 35-16,0-35 15,-35 35 1,17 0-16,0 0 31,-17 0-15,-1 0-1,1 0-15,0 0 16,-1 0 0,1 0-1,0 0 1</inkml:trace>
  <inkml:trace contextRef="#ctx0" brushRef="#br0" timeOffset="59193.5">5838 14217 0,'18'35'140,"70"71"-124,0 0 15,-52-71-31,-1 0 0,-17 1 16,35-1-16,-36-17 15,19 17-15,-19 0 16,54 18 15,-54-35-31,1-1 0,-18 1 16,18 0-16,-1-1 47,-17 1 31,18-18-78,-18 18 47,18-18-47,-18 17 31,17 1 0,-17-1 16</inkml:trace>
  <inkml:trace contextRef="#ctx0" brushRef="#br0" timeOffset="61389.45">6667 15328 0,'18'0'203,"0"0"-172,-18-17-15,17 17 0,1 0 77,0 0-61,-1 0-1,-17-18-16,18 18 142,-18 18-142,18-18 17,-18 17-32,0 1 0,0-1 15,0 1-15,17 0 31,-17-1-15,0 1 0,0 0-16,0-1 15,0 1 1,0 0 0,0-1-16,0 1 15,0-1 1,0 1-1,0 0 1,-17-1 0,-1-17-1,18 18-15,-18-18 16,18 18 0,-17-18-1,-1 0 1,0 0-16,1 0 31,17 17-15,-18-17-1,0 0 17,1 0-17,17 18-15,17 0 156,1-18-140,0 0-16,17 0 16,0 17-16,-17-17 15,35 0 1,-35 0-16,-1 0 16,1 0-1,-1 0-15,1 0 16,0 0 156,-1 0-125,1 0-32,-18 18 63,18-18-62,-1 0 0,36 18 15,-18-18-31</inkml:trace>
  <inkml:trace contextRef="#ctx0" brushRef="#br0" timeOffset="63581.94">7232 15222 0,'0'36'125,"-18"-19"-125,1 54 31,-1-18-31,18-36 16,-18 19 0,18-19-1,0 19 1,0-1-1,0-18 1,0 1-16,0 0 31,18-1-15,-18 1 0,18-18-1,-18 18 16,17-18-31,1 0 47,-18 17-31,18 1 15,-1-18-15,1 18-16,-1-18 31,1 0-15,0 17-1,-1-17-15,1 18 16,0-18-16,35 18 31,-36-18-15,1 0-16,0 0 15,-1 0 64,-17-18-64,18 18 1,-18-18-16,17 1 15,1-1 1,-18 0 15,0 1 16,0-1 16,-18 18-32,18-18-31,-17 18 16,-1 0 77,1 0-30,-1 0-48,0 0 17,1 0-32,-1 0 0,0 0 15,1 18 17,-1-18-1,18 18-31,0-1 281,-18-17-265,18 18-1,0 17 32,-17-35 78</inkml:trace>
  <inkml:trace contextRef="#ctx0" brushRef="#br0" timeOffset="68344.28">3969 16245 0,'-18'36'172,"-17"-19"-157,17 19-15,-52 52 31,52-71-31,-88 89 32,71-35-32,-36-1 31,54-34-31,-19-1 31,36-17-31,-35-1 0,17 1 31,18 17-31,-17-35 0,-1 18 32,18-1-32,-17-17 15,17 18 1,0 0-16,-18-1 31,0-17 0,18 18 1,0 0-1,-17-1-15,17 1 30,-18-18-46</inkml:trace>
  <inkml:trace contextRef="#ctx0" brushRef="#br0" timeOffset="69455.57">3175 17321 0,'0'18'47,"35"88"-31,-35-53 0,18 35-1,0-35-15,-18-18 16,0 0-16,17 124 31,-17-141-31,18-1 16,-18 1-1,0 0 1,0-1 0,0 1-1,17-18 1</inkml:trace>
  <inkml:trace contextRef="#ctx0" brushRef="#br0" timeOffset="70810.97">3510 17427 0,'0'53'110,"0"-18"-110,0 36 31,0-36-31,0 18 0,0-35 16,0 35-1,0 0-15,0 0 31,0-36-31,0 1 32,0-1-32,0 1 15,0 0 1,35-1 15,-35 1-31,18-18 16,0 0-1,-1 18 1,1-18-16,0 0 16,17 0-16,0 0 15,53 0 17,-70 0-32,0 0 15,-1 0-15,36-18 31,-35 18-15,-18-18 15,0 1-15,0-1 15,-18 0-15,1 18-1,-1-17 48,0 17-47,1 0-1,-1 0 1,18-18-16,-18 18 15,1 0-15,-1 0 32,0 0-17,1 0 17,-1 0-17,1 0 1,17 18-1,-18-18 1,18 17 0,-18-17-1,18 18 17</inkml:trace>
  <inkml:trace contextRef="#ctx0" brushRef="#br0" timeOffset="93212.39">9895 12294 0,'53'0'187,"-17"0"-171,17 0-1,105 0 1,-105 0 0,247 0-1,-176 0 1,-36 0-16,159-17 15,-142-1 1,19 18 0,88 0-16,-107 0 15,284 0 1,-213 0 0,-88 0-16,71 0 15,-106 0 1,17 0-1,-52 0 17,17 0-32,-17 0 15,0 0 17</inkml:trace>
  <inkml:trace contextRef="#ctx0" brushRef="#br0" timeOffset="95016.39">12471 11977 0,'-18'0'141,"36"0"15,-1 0-156,1 17 16,17 1-16,-17-18 15,17 35-15,0-17 16,1-18-16,52 18 31,-70-1-31,-1-17 16,1 0 0,35 18-1,-36 0 1,-17-1 15,18-17-15,0 0 77,-18 18 157,-36 17-234,19-35 0,-19 35-16,1-17 15,-88 88 17,87-71-32,-34 36 15,52-54 1,-35 19-16,0-1 15,18-17 1,35-1-16,-35 18 16,17-35-1,-17 36 17,35-19-32,-18-17 15</inkml:trace>
  <inkml:trace contextRef="#ctx0" brushRef="#br0" timeOffset="109440.69">9931 11007 0,'0'17'125,"0"1"-110,17 17 1,1 53-1,-18-52-15,18-1 16,-18-17-16,0 17 16,0-17-16,0-1 15,0 18 1,0-52 187,0-36-187,0 0-16,-18 18 15,18-1-15,0 19 16,-18-1-16,18 0 16,0 1-1,0-1 1,0 1-1,0-19 1,0 19 0,0-1-1,0 0 1,0 1-16,0-1 16,0 0-1,0 1-15,0-1 47,-17 18-31,52 18 296,0-1-312,-17-17 31,0 18-31,-1 0 16,18-18 0,-17 17-16,0-17 15,-1 0 17,1 18-32,0 0 15,17-1 1,-35 1-16,18-18 15,-1 18 1,1-1 0,17 1-16,-35-1 15,18-17 1,-18 18-16,17 0 16,-17-1-1,18 1-15,-18 0 16,18-18-1,-18 17-15,0 1 32,0 0-32,0-1 15,0 1 1,-18 17 0,0-17-1,-17-1 1,35 1-16,-18-18 15,1 0 1,-18 18 0,17-18-1,0 0 1,1 0-16,-1 0 16,0 0-1</inkml:trace>
  <inkml:trace contextRef="#ctx0" brushRef="#br0" timeOffset="119994.38">10566 11359 0,'17'0'297,"-17"-17"-282,18 17-15,0-18 16,-1 1-1,-17-1 1,18 18-16,-18-18 16,18 1-1,-18-1 1,35 0 0,-35 1-1,17-1 1,-17 0 46,0 1 1,-17 17-48,-1 0 17,1-18-1,-1 18 63,0 0-79,18 18 1,-35 17 15,17-35-31,18 18 16,-17-1-1,17 1 1,0 0 0,0-1-1,0 1 1,0 0 31,0-1-16,0 1-15,17-18-16,1 0 15,17 17 17,-35 1-32,18 0 15,0-18 16,-1 0-15,-17 17 0,18-17-16,-1 0 31,36 18 0,-17-18-31,-19 0 16,36-18-16,-18 1 15,-17-1 1,17 0-16,1 1 16,17-18-16,-36-1 15,1 19-15,35-54 16,-36 18-16,19 18 16,-36 0-16,0-1 15,0-17-15,0 18 16,0-18-16,0 18 15,0-36 17,0 54-32,0-1 15,-18-17-15,0 35 16,1-18 0,17 1-16,-18-1 15,0 0 1,1 18-16,17-17 15,-18 17 1,18-18 0,-17 18-16,-1 0 15,0 18 79,18 35-78,0 17-16,0-52 15,0 17 1,0 71 0,0-89-1,0 36 1,0-35-16,0 0 15,0-1-15,0 19 16,18-19-16,-18 1 16,18 70-1,-1-88 1,-17 35-16,18-17 16,-18 17-1,17-35 1,1 0-1,-18 18 1,18-18 0,-1 0-1,-17 18 1,18-18 0,0 0-1,-1 0 1,1 0-1,17 0-15,-17 0 16,0 0-16,-1 0 16,1-18-16,-1 0 15,1 18-15,0 0 16,-1 0 0,19-17-16,-19 17 15,19-18-15,-19 18 16,18-35-1,-35 17-15,18 0 32,0 1-32,-18-1 0,0-17 15,0 0 17,0 17-32,0 0 15,-18 18 79,0 0-47,18 18-32,-17 0-15,-1-1 32,18 1-32,0-1 15,-17 19 1,17-19-16,0 1 16,0 0-1,0-1 16,0 1-31,0 0 32,0-1-17,17 1 1,1-18 0,-1 18-1,-17-1 1,18-17-16,0 0 15,-1 18 1,1-18 0,17 0-1,-17 0-15,105 0 32,-87 0-32,17 0 15,-18-18-15,0 1 16,-17 17-16,35-71 31,-53 53-15,0 1-16,0-1 15,0-70 1,0 35-16,0 0 16,-36 0-16,-16-176 31,52 194-31,0 17 15,0 0-15,0-17 32,0 17-32,0 54 109,0 34-93,0-17-16,17 53 31,-17 17-31,0-52 16,0 35-16,0-36 15,0-34-15,0 17 16,18 52-1,-1-87-15,1 17 16,-18-17 15,18-18-15,-1 0 31,19 0-32,34 0 17,-35 0-17,36-18 1,-36 1-16,-17-1 16,0 18-16,17-35 15,0 17 1,-35 0 15,-18 18 78</inkml:trace>
  <inkml:trace contextRef="#ctx0" brushRef="#br0" timeOffset="120594.15">11959 11112 0,'18'0'94,"17"-17"-79,106-54 1,-70 36 0,-18 17-16,-18 1 15,71-19 1,-89 36-1,-17-17 32</inkml:trace>
  <inkml:trace contextRef="#ctx0" brushRef="#br0" timeOffset="121852.62">12382 11307 0,'18'0'31,"0"-18"16,-1 0-32,54-52 17,-53 52-32,-1 0 15,19 1 1,-36-1 0,0 0-1,0-34 16,0 34-15,-18 0 15,0 18-15,1 0 31,-1 18-32,0 0 1,1-18-16,17 17 16,-18 1-16,0-18 15,18 17 1,-17 1 15,17 0-15,0-1-16,0 1 15,0 0 17,0-1-32,0 1 15,0 0 1,0-1 15,0 1-15,17-18-16,1 0 31,0 18-31,-1-1 31,1-17-15,0 18 0,-1-18-1,19 17-15,16-17 16,-16 0-16,17 0 31,-36 0-31,36 0 16,-35 0-1,-1 0-15</inkml:trace>
  <inkml:trace contextRef="#ctx0" brushRef="#br0" timeOffset="123212.38">13476 11024 0,'0'-17'16,"0"-1"15,0 0-15,0 1-1,0-1-15,18-52 32,-1 52-17,1 0-15,35-35 16,-18 36 0,-17-1-16,17 0 15,-17 18 1,-1 0-1,1 0 32,0 0-15,-1 0-32,-17 18 15,18 35 16,-18-35-31,18-1 0,-18 1 32,0 35-17,0-18-15,17 0 16,-17 1-16,0-1 16,0-17-16,0-1 15,0 18-15,0-17 31,-17 0-31,17-1 16,-36 1 15,19 0-31,17-1 16,-18-17 15,53 18 110,1-18-126,69 0 1,-16 0-16,-19 0 16,-17 0-16,18 0 31,-36 0-31,-17 0 0,-1 0 31</inkml:trace>
  <inkml:trace contextRef="#ctx0" brushRef="#br0" timeOffset="124632.38">14640 10830 0,'0'0'0,"-17"0"109,-1 0-93,0 0-16,1 0 16,-1 36-1,-17-1 1,17-18 0,1 36-1,17-35 1,-18 0-16,18-1 15,0 19 1,0-19 15,0 1-15,18-18-16,-18 17 16,17 1-1,-17 0-15,18-18 16,-18 17-1,35-17 1,-35 18 0,18-18-1,-18 18 1,17-18 0,1 0-1,0 0 1,17 0-1,-17 0 1,-1 0 0,1 0-16,-18-18 15,17 18 1,1-18 15,-18 1 0,18 17-31,-18-18 16,0 0-16,0 1 63,0-1-1,0 1-31,-18-1-15,18 0 31,-18 18-32,18-17 32,-17 17-31,17-18 0,-18-35-1,1 35-15,17 1 16,0-18-1,-18 17 1,18 0 0,0 1-1,0-1-15,-18 18 32</inkml:trace>
  <inkml:trace contextRef="#ctx0" brushRef="#br0" timeOffset="130397.9">11254 13529 0,'0'-18'141,"-18"18"-94,0-17-16,1 17 32,-1 0-48,-17 17 1,-1 1 0,36 0-1,-17-18-15,17 17 16,-18-17-1,18 18 1,0 0 140,18-18-124,35 35-1,-36-35-16,19 17 17,-36 1-32,17-18 31,-17 18 0,18-18 0,0 17 16,-1-17 172,-17 18-94,-17-18-16,-107 53-77,71-35-32,36-18 15,-19 17-15,19 1 16,-1-18 0,-17 0-1,17 0 32</inkml:trace>
  <inkml:trace contextRef="#ctx0" brushRef="#br0" timeOffset="131514.13">11501 13423 0,'-18'0'15,"18"35"79,0-17-78,0 17-1,0 18 16,0-35-31,0 0 0,0-1 16,0 1 0,0-1-16,18 1 31,-1-18-15,-17 18 15,35-18-31,-17 0 15,0 0 1,52 0 15,-34 0-31,-19 0 16,18 0-16,1-18 31,-19 0-31,-17 1 31,0-1-15,0 1 0,-17-19-1,-1 19 1,18-1 0,0 0-16,-35 18 31,35-17 0,-18 17-31</inkml:trace>
  <inkml:trace contextRef="#ctx0" brushRef="#br0" timeOffset="132637.07">12347 13476 0,'0'-18'16,"-17"18"46,17-17-46,-18 17 0,0-18-16,1 18 15,-1 0 1,0 0-1,-17 0 17,0 0-17,17 0 1,18 18 0,-35-1-1,17 19 16,1 17 1,17-36-32,17-17 15,1 18 1,0 0 0,-1-18-1,-17 17-15,18-17 16,-18 18-1,17-18 1,-17 17 15,18-17 1,0 0-32,-1 0 15,72 0 1,-19 0-1,-17 0-15,0 0 16,-35 0 15</inkml:trace>
  <inkml:trace contextRef="#ctx0" brushRef="#br0" timeOffset="133706.99">12841 13670 0</inkml:trace>
  <inkml:trace contextRef="#ctx0" brushRef="#br0" timeOffset="135292.7">13053 13370 0,'0'-17'94,"-18"17"-78,0 0-1,1 0 1,-1 0-1,-35 17 1,0-17-16,18 18 31,0 17-31,17-35 0,1 18 32,-1-18-32,18 17 15,-35 19 1,35-1-1,0-17 1,0-1 0,0 1 15,17 17-15,1-35-16,0 18 15,-1-18-15,1 17 31,-1-17 1,1 0-32,0 0 31,-1 0-31,-17 18 16,18-18-1,0 0 1,-1 0-1,1 0 1,0 0 31,-1 0 0,1 0-32</inkml:trace>
  <inkml:trace contextRef="#ctx0" brushRef="#br0" timeOffset="136422.22">13282 13617 0,'0'-17'109,"0"-19"-109,0 19 16,35-72 15,-35 72-31,18 17 0,-18-18 16,-18 18 171,1 0-171,-1 18-16,18-1 15,-35 19 1,0-19-16,35 19 31,-18-36-31,18 17 31,0 1-15,0 0 0,18-1-1,-1-17-15,1 0 16,-18 35 15,17-35-15,19 18-1,-19-18 1,1 0-16,17 18 31,-17-18-31,17 0 16,53 17 0,-70-17-1,0 0 1</inkml:trace>
  <inkml:trace contextRef="#ctx0" brushRef="#br0" timeOffset="137372.53">13899 13300 0,'-35'0'79,"0"0"-64,0 17-15,17 19 16,-35-19-1,18 19-15,17-19 16,0 1 0,36-1 62,17 1-63,1-18 1,17 0-16,0 0 16,17 0-1,-17 0 1,-35 0-16,-18 18 16,35-18-1,-35 17 16,18 19 1,-18-19-32,0 1 15,0 0 1,-36 34 0,19-52-1,-1 0-15,-17 18 16,-18-18-16,35 0 15,1 18 1,-1-18 15,0 0-15,71 0 62,71 0-62</inkml:trace>
  <inkml:trace contextRef="#ctx0" brushRef="#br0" timeOffset="138491.07">14693 13229 0,'0'-17'140,"-17"17"-124,-36 0-16,35 0 16,-53 35-1,19-18-15,52 1 16,-18 0-16,0-18 16,1 17 15,17 1 0,17 0 0,1-1-15,35 36 0,17-53-1,54 35 1,-71-17-1,0 0 1,-36-1-16,1-17 16,17 0-16,-35 18 15,18-18-15,-18 18 16,17-1 0,-17 1 15,0 17-16,0-17 1,-17-1-16,-18 1 16,-1 17-1,1-35-15,0 0 16,-1 0-16,1 18 16,0-18-1,17 0-15,-17 0 16,-18 0-1,35 0 1,18-18 0,0 1 15,18 17 16,0-18-47,-1 18 15,1 0-15,0 0 32,-1 0-32</inkml:trace>
  <inkml:trace contextRef="#ctx0" brushRef="#br0" timeOffset="139545.6">15381 13335 0,'-18'-18'31,"1"18"0,-18 0 1,17 18-17,-53 35 16,71-35-31,-17 34 32,17-34-17,17 17 17,1-17-32,0 0 15,-18-1-15,17-17 16,1 18-16,0-18 15,-1 18 1,54-18 0,-18 0-1,-18 0 1,0-18 0,-17 0-16,-1 1 15,-17-1-15,18-88 31,-36 71-15,1 0 0,17 17-1,-18 0 1,-17 1 0,17 17-16,1 0 15,-19 0 1,19 0-16,-1 0 15,-35 0 1,36 0-16,-1 0 16,0 0 15,18 35-31,0-17 16,0-1-1</inkml:trace>
  <inkml:trace contextRef="#ctx0" brushRef="#br0" timeOffset="140527.01">15575 13547 0,'18'0'47,"-1"0"31,1-18-63,0-17 1,-18-18-16,17 35 16,-17-105 15,0 87-31,0 19 15,0-1 17,0 1-32,-17 17 62,-1 0-31,0 17-31,1-17 16,-1 18-16,0 17 16,18-17-1,0-1 1,0 1 15,18-18-31,0 0 16,17 0-1,0 0 1,36 0-16,17 0 31,-70 0-31,-1 0 32,-17 18-17,0 35 16,0-18-15,18 0 0,-18-17-16,0-1 15,35 1 17,-17-18-17,-18 18 1,18-18-1,17 0 1,18 0-16,-18 0 16,18 0-16,53 0 31,-89 0-31</inkml:trace>
  <inkml:trace contextRef="#ctx0" brushRef="#br0" timeOffset="144444.99">11289 12841 0,'-18'0'31,"1"18"-31,-19-1 16,19 1-16,-36 17 31,53-17-31,-106 88 31,88-89-31,1 1 16,-72 88 0,1-18-16,0 18 15,0-18-15,35-17 16,-35 34-16,35-34 15,0 70 1,18-70-16,17 17 16,18-53-16,0 0 15,0 54 1,18-54-16,-1-17 16,19-1-1,-36 18-15,35-35 16,0 36-16,18 17 31,-35-53-31,17 17 31,-17 1-31,-1-18 16,1 18 0,52 35-1,-52-53 1,0 0-16,-18 17 15,17 1 1,1-18-16</inkml:trace>
  <inkml:trace contextRef="#ctx0" brushRef="#br0" timeOffset="145685.31">15857 12682 0,'36'36'157,"-1"-19"-157,35 54 15,72 52 1,-107-105-16,35 70 31,-34-53-31,-19-17 16,-17 0-16,18-1 15,-18 19-15,18 17 16,35 70 15,-18-17-31,-35-36 0,0-34 16,0-19-16,17 71 31,-17-70-31,0 17 16,0 36-1,-17-36 1,-1-17 0,18 0-1,-35-18 16,35 17-15,-18 1 0,18-1-16,-17 1 15,-1-18 1,18 18 0,-18-1-16,18 1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54:30.84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5503 13141 0,'-17'0'15,"-1"-18"17,0 18-32,1-17 15,-19-1 16,19 18-31,-1-18 32,1 18-32,-1 0 15,0-17 1,-17 17 15,17 0-31,1 0 31,-1 0-31,0 0 16,1-18 0,-1 18-1,1 0 1,-1 0-16,0 0 16,1 0-1,-1 0-15,0 0 16,-35 18 15,36-1-31,-18-17 16,-1 18-16,19 0 15,-19-18-15,19 17 16,-1 1-16,0 0 31,-17-18-31,35 17 16,0 1-1,-18-18 1,1 18-16,-18-1 16,35 1-1,-18-1 1,0 1 0,1 0-16,17-1 31,-18 19-16,0-19 1,1 1 0,17 17-16,-18-35 15,18 18-15,0-1 16,0 1-16,-18 0 16,18-1-16,-17 19 15,17-19-15,0 1 16,0 35-1,0-36 1,0 19 0,0-1-1,0-17 1,0-1 0,0 19-16,0-19 15,35 54 1,-17-54-16,-1 19 15,19-1 1,17 18 0,-36-18-16,1-35 15,-1 18-15,-17-1 16,18-17-16,0 0 16,-18 18-1,17-18 1,1 0-1,-18 18 1,35-18 0,-17 0-1,0 17-15,-1 1 16,36 0 0,-18-1-1,-17-17 16,17 18-15,-17-18 0,0 0-1,-1 18 1,19-18 0,-19 0 15,1 0-16,-1 17-15,1-17 16,53 0 0,-18 0-1,-18 0-15,0 0 16,18 0 0,18 0-16,-36 0 15,53 0 1,-53 0-1,-17 0-15,17-17 16,71-19 0,-88 36-1,-1 0-15,1-17 16,0 17-16,-1 0 16,1-18-16,0 0 15,-1 18 1,1-17-1,-1-1 1,1-17 15,0 17-31,-18 1 16,0-1-16,0 0 16,17-17 15,-17 17-31,0 1 0,18-19 15,0 19 1,-18-54 15,0 54-31,0-1 16,0 0-16,0-17 16,0-18 15,0 0-31,-18 36 0,18-1 15,0-17 17,-18 17-32,18 0 15,-17-17 17,17 17-32,-18 1 15,0-18 16,1-1-31,17 19 32,-18-1-32,18 0 0,-17-17 31,-1 17-31,18 1 0,-18-18 31,18 17-15,-17 0-1,17 1-15,0-1 16,-18 0-16,0 1 16,18-1-1,-17 18 1,-1-35-16,0 17 31,1 18-15,17-18 15,-18 18-31,1 0 31,-1-17-15,0 17 15,18-18-31,-17 18 16,-1 0-1,0-17 1,1 17 0,-1 0-1,0 0 1,1-18 0,-1 18-1,1 0 1,-1 0-1,18-18 1,-18 18-16,1 0 31,-1 0-15,-35 0 0,18 18-1,17 0-15,-35-18 16,-17 35-1,34-18 1,19 1-16,-1-18 16,0 18-16,1-1 15,-1-17 1,18 18 0</inkml:trace>
  <inkml:trace contextRef="#ctx0" brushRef="#br0" timeOffset="10716.96">19597 8202 0,'17'-35'16,"1"35"-16,0-35 15,-1 35-15,19-18 32,-19 0-17,1 18 1,0 0 15,-18-17-31,35-1 16,0 18-16,0 0 31,-17 0-31,0 0 16,-1 0 15,1 0-31,0 0 15,-18 18 1,17-1 0,1 1-1,-1 17-15,-17 0 16,18 18 15,-18-35-31,0 0 16,0-1-16,0 1 15,0 0-15,-18 17 32,1-18-17,-18 19 1,17-19-16,0 1 16,18 0-1,-17-18 1,34 0 265,71 17-265,-70-17-1,17 0-15,-17 18 16,17-18-16,1 18 16,17 17 15,-18-35-31,-18 0 15,1 17 1,17 1 0,-17-18-16,0 0 15,-1 0-15,19 0 16,-19 0 0,71 0-1,-52 0 1,-1 0-1,0 0-15</inkml:trace>
  <inkml:trace contextRef="#ctx0" brushRef="#br0" timeOffset="11875.43">20637 8079 0,'0'0'0,"0"17"125,0 1-94,0 0-15,0-1 15,0 1 0,18-18-15,0 0-1,17 0 1,-17 0-16,17 0 16,71 0-1,-53 0-15,-18 0 16,88 0-1,-87 17 1,34 19 0,-52-19-1,-18 1 1,18 0-16,-1 17 31,-17-17-15,0 17-1,-17-35-15,17 17 16,-18 1-16,0-18 31,1 18-31,-1-18 16,-35 0 0,35 0-16,-17 0 15,18 0-15,-1 0 16,-17 0-1,17 0-15,0 0 16,1 0 0,-1 0-1,0 0 1,1 0 0</inkml:trace>
  <inkml:trace contextRef="#ctx0" brushRef="#br0" timeOffset="12423.64">20690 8026 0,'18'-36'62,"35"1"-46,0-18 0,123-53 15,-70 53-31,-18 18 0,-35 18 16,53-36-1,-88 53 16</inkml:trace>
  <inkml:trace contextRef="#ctx0" brushRef="#br0" timeOffset="15041.45">19932 8978 0,'-18'18'172,"18"-1"-156,-35-17-1,17 36 1,1-19-16,-1-17 15,18 18 1,-18 0-16,18-1 16,-17-17-1,-18 18 1,17 17-16,0 0 31,1-35-31,-1 36 16,0-19-16,1 1 15,-1 0-15,0-1 16,1 1-16,-1 0 16,1-1-1,-1 1 1,18 0 0,-18-18-16,1 17 15,-1-17 1,0 18-1,1-1-15,-1 1 16,18 0-16,-18-18 16,1 17-16,-1 1 15,0-18 1,1 18 0,-18-1-16,35 1 15,-18-18-15,0 18 16,1-1-1,-1-17 1,18 18 0,-18-18-16,1 0 15,17 17 1,-18-17 0,18 18 30,-18-18-14,1 35-17,-1-35 1,18 18 0,-17-18 109,17 18-110,-18-1 16,18 1-31,-18 0 110,18 17-95,-35-35 1,35 17-16,-18-17 16,18 18-16,-17-18 15,17 35-15,-18-35 16</inkml:trace>
  <inkml:trace contextRef="#ctx0" brushRef="#br0" timeOffset="16141.53">20408 9084 0,'18'0'109,"-1"18"-93,36-1-1,-53 19 1,89 52-16,-37-53 16,54 71-1,-53-53 1,-35-36-16,17 19 15,0-19-15,1 19 16,-19-36-16,54 70 31,-36-52-15,-17-18 0,17 53-1,-17-36 1,-1-17-16,1 18 15,-18 0 1,18-1 0,-1-17-1,-17 18 32,18-18-16</inkml:trace>
  <inkml:trace contextRef="#ctx0" brushRef="#br0" timeOffset="17915.41">17974 10336 0,'0'18'94,"0"53"-78,-18-36-16,18 53 15,0-53 1,0-17 0,0 53-16,0-36 15,18-18-15,-18 1 16,0 17 0,18-17-1,-1 0 1,-17-1-1,0 1 1,0 0 62,0-1 125,0 18-187,0-17-16</inkml:trace>
  <inkml:trace contextRef="#ctx0" brushRef="#br0" timeOffset="19567.3">18732 10530 0,'0'-17'47,"-17"17"31,-1 0-47,1 0-15,-1 0-1,0 0-15,-17 17 16,0-17-1,35 18 1,-18-18-16,18 18 16,-18-1-16,18 1 15,-17 17 1,17-17 0,0 17-1,0-17 1,0-1-1,17 36 1,1-17 0,-18-19-16,35 1 15,-17-18 1,-18 18-16,18-18 16,-1 0-1,1 17 1,0-17-1,-18 18 1,17-18 0,18-18-1,1 18 1,-19-17-16,1-1 16,-18 0 15,18-17-31,-18 17 47,0 1 31,0-1-47,0 0-15,0-17 15,0 18-31,0-1 16,0 0 15,0-17-31,0 17 15,0 1 1,0-1 0,0 0-16,0 1 15,0-1-15,0 0 16,0 1 15,-18 17 0,0 0 79,1 0-48,-1 0 141</inkml:trace>
  <inkml:trace contextRef="#ctx0" brushRef="#br0" timeOffset="21312.12">21361 10354 0,'0'-18'110,"0"-17"-95,35-18-15,-17 36 0,17-36 16,-17 53 0,34-36-1,1 1-15,-17 35 0,-1-18 31,-17 18-15,-1 0 0,1 0 15,-18 18-31,17 0 16,-17-1-1,18 19-15,-18-19 0,18 1 16,-18 0-16,0-1 31,0 1-15,0-1-1,-18 1 1,0 0-16,1-1 16,-1-17-1,1 18 16,34-18 126,1 0-157,17 0 15,18 0-15,-35 0 16,52 35 0,-35-17-16,-17 0 31,-18-1 0,18-17-15,-18 35-16,0-17 15,0 0-15,-18 35 32,18-18-17,-35-17 1,17-1-1,-35 1-15,36-18 16,-89 18 0,71-18-1,-1 0 1,-17 0 0,36 0-1</inkml:trace>
  <inkml:trace contextRef="#ctx0" brushRef="#br0" timeOffset="22665.22">22278 10372 0,'-53'53'125,"18"-18"-109,17 35 15,18-52-31,0 0 16,0-1-1,18 19 1,-1-36 0,1 17-16,0-17 15,-1 18 16,1-18-15,0 18 15,-1-1 1,1-17-17,-1 0 1,1 0 15,17 0-15,-35-17-16,36-1 15,-36 0-15,35-17 32,-35 0-32,0 17 0,0 0 15,18-17 16,-18 17-15,0 1 15,0-1-15,-18 1 15,18-1-31,-18 0 16,1 18-16,17-17 15,-18 17-15,18-18 16,0 0 0,-18 18-1,1 0 17,-1 0-17,18-17 1,-18 17 78,1 0-48,-1 0-14,1 0-17,-1 0 17</inkml:trace>
  <inkml:trace contextRef="#ctx0" brushRef="#br0" timeOffset="23533.5">22595 10830 0,'0'36'78,"36"34"-78,-19-35 16,1 36-16,35 17 15,-18-35-15,18 88 31,-18-106-31,-35 18 16,36-17-16,-19-1 16,19 35-1,-19-52 1,1 0 0,-18-1-16,17-17 31,-34 0 78</inkml:trace>
  <inkml:trace contextRef="#ctx0" brushRef="#br0" timeOffset="24622.72">22772 12330 0,'0'17'0,"0"-34"0,0-1 0,17-35 16,-17 35-16,0 1 15,0-1-15,0-35 16,36 0 0,-19 36-1,1-1 1,0 18-1,-1 0 17,19 0-17,-36 35 1,17-17 0,-17 0-16,18-18 15,-18 17-15,0 1 16,0-1-1,0 1-15,0 0 16,0 17-16,0 0 16,-35 36 15,17-71-31,0 17 16,36-17 124,70 18-109,-53 17-31,36 18 16,-53-53 0,-18 18-16,0 0 15,17 35 17,-17-36-32,0 36 0,0-18 15,-70 1 1,-19 17-1,54-18-15,-88 0 32,87-35-32,-16 18 31,34-18-15,0 0 15</inkml:trace>
  <inkml:trace contextRef="#ctx0" brushRef="#br0" timeOffset="25579.62">23336 12259 0,'18'0'31,"0"35"47,-18 53-62,0-70-16,0 17 16,0-17-1,17-18 17,1 0 14,-1 18-46,54-1 32,-53 1-17,-1-18-15,-17 18 16,0-1-16,36 19 16,-36-19-1,0 1-15,17-1 16,-17 36-1,0-17-15,0-19 16,0 1-16,0 0 16,0-1-1,0 1 1,-17-1 0,-54-17-1,36 0-15,-1 0 16,1 0-16,0 0 15,17 0 1,1 0 93</inkml:trace>
  <inkml:trace contextRef="#ctx0" brushRef="#br0" timeOffset="26203.79">23424 12171 0,'18'0'78,"35"-18"-62,18-17-16,-1 17 15,-17-17-15,53-18 16,35 0 0,-88 36-1,35-19-15,-35 19 0,-18 17 16,-17 0-1,-36 17 79,1 1-78,-1-18-1,18 35-15,-18-35 0</inkml:trace>
  <inkml:trace contextRef="#ctx0" brushRef="#br0" timeOffset="30608.43">21837 11024 0,'-18'18'93,"1"35"-77,-89 159 0,53-107-16,18-34 15,-1-18-15,1 35 16,17-53-16,1 1 15,-1 34 1,-17-35 0,17 1-16,18-19 15,-17 1-15</inkml:trace>
  <inkml:trace contextRef="#ctx0" brushRef="#br0" timeOffset="32043.62">20690 12418 0,'18'0'63,"0"0"-32,-1 0-15,1 0 15,0 0-15,-1 0-1,1-18-15,0 18 16,-1 0 0,1 0-1,-1 0-15,1 0 16,17 0-1,-17 0 1,0 0-16,-1 0 16,-17 18-1,18-18 1,-18 17-16,18 1 16,-1 17-1,-17-17-15,0 0 16,0 35-16,18-36 15,-18 18-15,0 1 16,0-1-16,0 18 16,0-35-16,-35 70 31,17-71-15,18 1-16,-18-18 93,54 0 17,-1 18-95,0-18 1,0 17-16,-17-17 16,53 18 15,-54-18-31</inkml:trace>
  <inkml:trace contextRef="#ctx0" brushRef="#br0" timeOffset="33653.15">21537 12259 0,'0'18'94,"0"87"-94,-35-52 15,0 36 1,35-54 0,0 0-16,-18 0 15,18 18 1,0-35-16,0 0 15,0-1 17,0 1-17,18-18 1,-18 18 0,17-1-1,1-17 1,-1 0-16,-17 18 15,18-1 1,0-17 0,-1 18 15,1-18-15,0 0 30,17 0 1,-17-18-31,-1 18 0,-17-17-16,0-1 46,0 1 64,0-1-79,-17 18-15,-1 0 31,18-18-16,-18 18 0,1 0 16,-1 0-16,0 0 0,1 0 1,-1 0-17</inkml:trace>
  <inkml:trace contextRef="#ctx0" brushRef="#br0" timeOffset="37080.44">18292 11448 0,'0'17'62,"-18"19"-46,-17 16-16,-159 213 31,141-177-31,0-35 16,-35 71-1,52-107-15,1 36 16,-53 35 0,70-70-16,1 17 15,-19 1 1,19-36-16,17 17 15,0 1-15,-18-1 32</inkml:trace>
  <inkml:trace contextRef="#ctx0" brushRef="#br0" timeOffset="37914.67">17233 12735 0,'0'18'31,"-17"17"-15,17-17-1,0-1 1,0 1 0,17 0-1,18-18 16,-17 17-31,0 1 0,-1-18 16,72 18 15,-37-1-31,1 1 16,18 0 0,-53-18-1,-18 17 1,0 1-1,0-1 17,0 19-17,-18-19-15,-17 1 16,-18 17 0,17-17-16,-69-18 31,69 0-31,19 18 0,-1-18 31,0 0-31</inkml:trace>
  <inkml:trace contextRef="#ctx0" brushRef="#br0" timeOffset="38530.39">17268 12771 0,'18'0'47,"0"0"-16,17 0-31,-17 0 0,17-18 16,0 0 0,0 18-1,-17-17-15,0 17 16,-1 0-1,1 0 17,0 0 30,17 0-46,-17 0-1</inkml:trace>
  <inkml:trace contextRef="#ctx0" brushRef="#br0" timeOffset="39782.87">17216 13670 0,'0'53'63,"-53"53"-48,35-53 1,-35 88-16,53-88 15,-35 0-15,17 0 16,1-18 0,-19 35-1,19-17-15,17-35 32,-18 0-17,0-1 1,18 1-16,-17 0 15,17 17 1,-18-35-16,18 18 31</inkml:trace>
  <inkml:trace contextRef="#ctx0" brushRef="#br0" timeOffset="40952.93">16351 15081 0,'18'18'78,"-18"52"-63,0-52-15,0 0 32,0-1-32,0 36 15,18-35 1,-1-18-1,-17 18 1,18-18-16,-18 17 16,17-17-1,1 0 1,0 0-16,17-17 16,36-36-16,-19 0 31,-52 35-31,0 0 31,0 54 141,0 17-156,0 0-16,0-1 15,0-16-15,0 52 16,0-53-1,0 53 1,18-52 0</inkml:trace>
  <inkml:trace contextRef="#ctx0" brushRef="#br0" timeOffset="42070.25">18697 11642 0,'18'70'110,"17"71"-95,0 53-15,1-35 16,-1 0 0,36 264-1,-36-335 1,-18 1-16,19-1 31,-36-71-31,17 1 16</inkml:trace>
  <inkml:trace contextRef="#ctx0" brushRef="#br0" timeOffset="42774.3">18856 13247 0,'0'17'47,"0"1"-47,0 17 15,0 1 1,0-1-16,0 18 16,0-18-16,0 36 0,0-36 15,0 0-15,0 36 16,0-36 0,0 18-1,0-35-15</inkml:trace>
  <inkml:trace contextRef="#ctx0" brushRef="#br0" timeOffset="43628.71">19173 13388 0,'0'18'93,"0"-1"-77,0 1-16,0-1 16,0 1-1,0 0 1,0-1 15,36-17-15,-19 0-1,54 0 1,-36 0 0,0 0-16,18 0 15,-35 0 16,0 36 1,-1-19-17,-17 1-15,0 17 16,18-17-16,0 17 16,-18-17 15,0-1 0,0 1-15,-36 0 15,19-18-31,-1 0 16,-17 0-1,17 0 1,0 0-1,1 0 1,-1 0 0,1 0-1</inkml:trace>
  <inkml:trace contextRef="#ctx0" brushRef="#br0" timeOffset="44147.77">19297 13582 0,'0'-18'47,"35"1"-16,106-124 0,-88 88-31,18-18 0,-36 36 16,-17 17-16,17-35 31,-35 36-31,18 17 16,-18-18 15,-18 18 63,0 0-79</inkml:trace>
  <inkml:trace contextRef="#ctx0" brushRef="#br0" timeOffset="45009.87">19068 14235 0,'0'35'62,"-53"35"-46,-35 107-1,70-107 1,-35 19-16,18-37 16,17-16 15,-88 87-15,106-105-1,0-1 16</inkml:trace>
  <inkml:trace contextRef="#ctx0" brushRef="#br0" timeOffset="45560.06">18450 15275 0,'18'36'47,"-18"105"-16,0-71-31,18 1 0,-1 17 16,1 0-1,-18-70 1,17-1-16,1 19 16,-18-19-1</inkml:trace>
  <inkml:trace contextRef="#ctx0" brushRef="#br0" timeOffset="46590.31">18715 15522 0,'0'0'0,"17"0"0,-17-17 15,18-1-15,0 0 16,17-17 15,36-36-15,-54 36 0,19 35 15,-19 0 16,18 71-32,-17-54-15,0 19 0,-18-19 16,17 1 0,-17 0-16,0 17 31,-17-35-31,17 17 15,-18-17-15,0 0 79,36 0 14,17 18-77,-17 0 0,0-18-16,-1 0 15,-17 35-15,18-17 16,0-18-1,-18 17 1,0 1 15,0 17-15,0-17-16,0 0 16,-18-1-1,0-17 1,18 18-16,-35-18 15,17 0 1,1 0 0,-1 0-16,0 0 15,1 0 1,-1 0 0,1 0-16</inkml:trace>
  <inkml:trace contextRef="#ctx0" brushRef="#br0" timeOffset="47343.23">19579 14199 0,'35'0'78,"-17"0"-63,35 36-15,35 34 16,53 36 0,-70-35-16,105 52 15,-88-70-15,71 70 16,-124-105-16,18 17 15,-17 1-15,-1-36 16,-35 17-16,18-17 16,-18 18-1</inkml:trace>
  <inkml:trace contextRef="#ctx0" brushRef="#br0" timeOffset="47894.11">20232 15258 0,'17'0'15,"1"17"1,0 36-1,-1 176 1,-17-140 0,18-1-16,-18-35 15,18 0 1,-18-36 0,0 1-1</inkml:trace>
  <inkml:trace contextRef="#ctx0" brushRef="#br0" timeOffset="48620.39">20567 15363 0,'18'0'109,"17"0"-93,18-17-16,-18-1 16,18 1-16,0-1 15,-18 0-15,0 1 16,1 17-16,-19 0 47,1 35-32,0 0 1,-18 36-16,0-1 16,17 107 15,-17-142-31,0 18 15,0-18 1,0-17-16</inkml:trace>
  <inkml:trace contextRef="#ctx0" brushRef="#br0" timeOffset="49251.88">20708 15593 0,'18'0'78,"52"-18"-63,-34 18 1,-1-18-16,0 18 16,53-35-1,-70 35 1,17 0-16,0-17 16,-17 17-16,0 0 15,-1 0 16,-17-18-15,18 18 0</inkml:trace>
  <inkml:trace contextRef="#ctx0" brushRef="#br0" timeOffset="50034.45">20602 16228 0,'-17'70'78,"-1"1"-62,-70 176 15,52-194-31,1 0 0,-35 70 31,34-70-31,19-18 16,-19 18-16,19-17 16,17 16 15,-18-16-31,1-36 16,17 17-1</inkml:trace>
  <inkml:trace contextRef="#ctx0" brushRef="#br0" timeOffset="50709.78">19650 17551 0,'0'0'0,"17"0"16,1 0 15,-18 35-15,18 18-1,-18-18-15,17 124 32,-17-89-17,0-34-15,0-1 16,18 18 0,-18-35-16,0-1 15,0 18 1,0-17-16,0 0 15,0-1-15,0 1 32</inkml:trace>
  <inkml:trace contextRef="#ctx0" brushRef="#br0" timeOffset="52126.27">20108 17639 0,'-17'0'47,"17"18"-32,-36 52 1,19-52-16,17 17 15,-53 88 1,53-105 0,0 0-16,0 35 31,17-36-31,-17 1 16,18-18-1,0 35-15,-1-17 31,1-18-31,0 17 32,-1-17-17,-17 18 17,18 0-1,0-18-16,-1 0 17,19-53-1,-36 35-15,0 1 124,-18 17 48,0 0-173,1 0-15,-1 0 32,18 17-17,-18-17 1,1 0 31,17 18-32,0-1 95</inkml:trace>
  <inkml:trace contextRef="#ctx0" brushRef="#br0" timeOffset="55784.78">6491 16616 0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51:13.3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2840 8484 0,'17'0'453,"1"0"-437,70-17-1,-70 17-15,17-18 16,-17 18-16,0 0 16,-1-18-1,1 18-15,-1-17 32,1 17-17,0 0 32,-1 0-16,1 17-15,0 1 15,-18 0-15,17-1-1,1 1 17,-18 0-17,0-1-15,0 18 32,0-17-1,0 0-16,0-1 17,0 1-32,0 0 31,0-1-31,0 1 16,0 0 15,0-1-16,0 1 17,-53 17-17,35-17 1,-17-1 0,35 1-1,-18-18-15,1 18 16,-1-18-1,1 17 1,-1-17 0,-17 18-1,17 0 1,0-18 0,1 0-1,17 17 1,17-17 124,19 0-124,-1 0 0,-17 0-16,17 18 15,18-18 1,0 0-16,0 18 16,-36-18-1,18 0-15,-17 0 16,17 0-1,-17 0 142,0 0-110,-1-18-16</inkml:trace>
  <inkml:trace contextRef="#ctx0" brushRef="#br0" timeOffset="1522.21">3810 8678 0,'-18'0'140,"1"-17"-108,-1 17-1,0 0-15,1 0 15,-1 0-16,1 17 1,-1-17-16,0 18 16,1-18-1,17 18-15,0-1 16,-18-17-16,0 53 31,18-35-15,0-1-1,0 19 17,0-19-17,0 1 1,18 0 0,0 17-1,-1-17 1,1-18-1,0 0-15,-1 35 32,1-35-32,-1 0 15,1 0 17,0 0-1,-18 17-16,17-17 17,1 0-17,-18-17 1,18-1 0,-18 1-1,35-1 1,-17 18-1,-18-18-15,17 1 16,1 17 0,-18-18-16,17 0 31,1-17-15,-18 17-1,0 1 1,0-1-1,0 1-15,0-1 16,0 0 0,0 1-16,-18 17 15,18-18 1,-17 18 46,17-18-46,-18 18 0,1 0-1,-1 0 17,0 0-17,1 0 16,-1 0-15,0 0 0,1 0-1</inkml:trace>
  <inkml:trace contextRef="#ctx0" brushRef="#br0" timeOffset="3618.94">3387 9366 0,'-18'0'32,"0"0"15,-17 0-32,0 18 1,0 17-16,-54 36 15,-122 105 1,158-141 0,-35 54-16,-18-1 15,-35 53-15,-36 18 32,107-71-32,-1-53 15,36 18-15,0-53 16,17 18-1,0-18-15</inkml:trace>
  <inkml:trace contextRef="#ctx0" brushRef="#br0" timeOffset="4426.26">1693 10548 0,'0'35'78,"0"54"-62,0 34-1,0-52-15,-17-19 16,17 90-16,0-107 15,0 53 1,0-53-16,0 18 16,0-35-1,0 0 1,0-1 0</inkml:trace>
  <inkml:trace contextRef="#ctx0" brushRef="#br0" timeOffset="5869.6">2046 11007 0,'0'-18'156,"-18"36"-62,-17 35-78,18-36-16,-1 18 15,18-17 1,0 0-16,0 17 31,0 0-15,18-35-16,-1 0 15,1 18 17,-1 0-32,1-1 31,0-17-31,-1 18 15,1-18-15,0 0 32,-18 18-32,17-18 15,1 0 17,0 0-17,-1 0-15,18-36 31,-17 19-31,0-19 16,17-17 0,-35 36-16,0-1 15,0-35 1,0 18-16,0 17 16,0 1-1,0-1-15,0 0 47,-18 18-16,1 0-15,17-17 15,-18 17 0,0 0 16,1 0-31,-1 0-16,-35 17 31,36 1-31,-1-18 16,-17 18-1,17-1-15,0-17 32,18 18-17,0 0 1</inkml:trace>
  <inkml:trace contextRef="#ctx0" brushRef="#br0" timeOffset="7068.12">3933 9490 0,'18'0'94,"0"17"-79,17 54-15,36 17 32,17 36-32,-18-54 15,71 89-15,-35-71 16,-18 0-16,36 0 31,-71-35-31,-18-35 16,0 0-16,-17 17 15,17-35 1,-35 18-16,18 17 31,0-35-31,17 35 31,-35-17-31,18-18 16,17 53 15,-35-36-15,17 1 0,1 0-1</inkml:trace>
  <inkml:trace contextRef="#ctx0" brushRef="#br0" timeOffset="8758.81">4904 10918 0,'17'0'141,"1"-35"-125,0 18-16,-1-1 15,18 0 1,-17 18 0,17 0-1,18-17 1,-35 17-1,0 0 1,-1 17 31,1 36-31,-18-35-1,0 17-15,17 0 31,-17-17-31,0 0 16,0 17 15,0-17-15,-35-1 15,18 1-31,34-36 172,1 18-156,-1 0-16,-17-17 15,36 17 1,-19 0 0,1 0-1,0 0 1,-1 0 15,-17 17-15,0 18-1,0-17-15,0 0 16,0 17-16,0-17 16,0-1-1,0 1 1,0 0 15,-17-18-15,-1 0-1,0 0 1,1 0 15,-1 0-31,0 0 16,1 17-1</inkml:trace>
  <inkml:trace contextRef="#ctx0" brushRef="#br0" timeOffset="9973.42">5803 11042 0,'-17'-18'16,"-1"18"-16,0 0 125,1 0-109,-1 36-16,-35 16 31,53-34-16,0 0 1,0-1 0,0 1-1,0 0 1,0-1-16,0 1 31,35 0-15,-17-18-1,0 17 1,-18 1 0,17-18-16,1 0 15,0 0 17,-1 0-32,1 0 31,17 0-16,-17 0 1,-1 0-16,1 0 16,0-18-1,-1 18-15,1-70 32,0 52-32,-18 0 15,0-17-15,0 17 16,0 1-1,0-1 17,0 1-17,-18-1 1,18 0-16,-53-17 16,35 17 15,-17 1-16,17 17 1,1 0 15,-1 0-15,1 0 0,-1 0-1,-35 35 1,35 0-16,1-17 15,-19 17-15,19-17 16</inkml:trace>
  <inkml:trace contextRef="#ctx0" brushRef="#br0" timeOffset="11408.44">2064 11942 0,'-18'0'31,"0"0"0,-34 17-15,16 1 0,19 17-16,-36 0 15,17 1-15,19 17 16,-71 35-16,-106 141 31,158-176-15,-52 53-1,53-89 1,17 1 0,18 0-1,-17-18 32</inkml:trace>
  <inkml:trace contextRef="#ctx0" brushRef="#br0" timeOffset="12506.2">723 13176 0,'0'18'125,"0"17"-94,0-17-16,18-18-15,-1 17 16,19 1 0,-1 0-1,18-1-15,-18 1 16,-17-18-16,17 18 16,18-1-1,-35-17-15,17 0 16,-35 18-16,18-18 31,-1 18-15,-17-1 15,0 1-31,0 17 16,0 0 15,-17-17-31,-19 17 31,1-17-31,0 0 16,-1-1-1,1-17 1,0 0-16,17 0 16,1 0-16,-19 0 15,19 0 1,-1 0-16,0 0 15,1 0 1,-1 0 31,1 0 0</inkml:trace>
  <inkml:trace contextRef="#ctx0" brushRef="#br0" timeOffset="13205.21">794 13229 0,'0'-17'47,"17"17"0,1 0-32,35 0-15,-35 0 0,52 0 32,-35-18-32,1 18 0,-19-18 15,1 18 1,0 0 0</inkml:trace>
  <inkml:trace contextRef="#ctx0" brushRef="#br0" timeOffset="14847.92">2346 12118 0,'18'0'187,"-1"35"-187,36 0 16,-53 1-16,35-1 15,-17 0-15,17-17 16,-17 17-16,17 0 16,-17-17-16,0 0 15,-1 17 1,18 18-1,1 0 1,-1-18-16,-17-17 16,17 35-16,-17-18 15,17 0-15,-35-17 16,35 17-16,-17-17 16,17 52 15,-17-52-31,-18 0 15,35-1 17,-35 1-32,18-18 15,-18 18 17,17-1-32,-17 1 31,18-18-16,0 17 1</inkml:trace>
  <inkml:trace contextRef="#ctx0" brushRef="#br0" timeOffset="15689.07">2681 13229 0,'0'18'62,"0"17"-46,0 36-16,0 52 31,0-105-31,0-1 16,0 19-1,18 69 1,-18-87 0,0 0-16,0-1 31,17-17-15</inkml:trace>
  <inkml:trace contextRef="#ctx0" brushRef="#br0" timeOffset="17037.37">2946 13370 0,'0'18'110,"0"17"-95,0 0 1,0-17-1,17-18 1,1 18 31,0-18-16,-1 17 0,1 1-15,0-18 15,-1 0 16,-17 18-16,18-18 32,-1 0-16,1 17-16,0-17-15,-18 18 15,17 0-31,-17-1 172,0 1-141,0-1-31,0 1 16,-17 0-1,-1-18 1,18 17 0,-18-17-1,18 18-15,-17-18 47,-1 0-16,18 18 1,-17-18-17,-1 0 1,0 0 15,1 0 0</inkml:trace>
  <inkml:trace contextRef="#ctx0" brushRef="#br0" timeOffset="17960.78">2963 13476 0,'0'-18'47,"36"-17"-16,-1 18-31,53-19 31,-17 19-31,-18 17 0,-36-18 16,36 18-16,0-18 16,18 18 15,-19 0-31,-16 0 0,-1 0 16,0 0-16,1 0 15,-19 0-15,1 0 16</inkml:trace>
  <inkml:trace contextRef="#ctx0" brushRef="#br0" timeOffset="22235.62">5874 11747 0,'17'0'140,"36"36"-124,-17-19 0,-1 19-16,35-19 15,-34 36-15,17-17 16,-36-19-16,71 71 16,-52-52-16,-1-1 15,0 18-15,1-36 16,34 72-1,-52-54 1,17-17-16,-17-1 16,-1 1-16,-17-1 15,36 1-15,-19 0 16,1-18 15,-18 17-15,17-17-1,1 18 1,-18 0 0,18-18 15,-1 17 110,1-17-126,0 18 1,-1 0-1,-17-1-15,18-17 16,0 18-16,-18 0 31,17-18 32,-17 17-48,0 1 1,18-18 0,-18 17 15</inkml:trace>
  <inkml:trace contextRef="#ctx0" brushRef="#br0" timeOffset="24479.81">7355 13212 0,'18'0'141,"0"0"-141,35-36 16,-18 19-1,-17-1-15,-1 0 16,18 18-16,-17 0 15,0-17-15,17 17 16,-35-18-16,18 18 16,-1 0-1,1 0 17,0 18-17,-1 35 1,1-18-1,-1 18 1,-17-36 0,0 19-16,0-19 15,0 1-15,18 17 16,-18-17 0,0 17-16,0-17 78,-18-18-47,36-18 141,17 18-157,18 0-15,-17 0 0,-1 0 16,-18 0 15,-17 18 1,18-1-17,-18 36 1,0-17-1,0-1 1,0-17-16,0-1 16,-18 1-1,18-1 1,-35-17 15,18 0-15,-19 0-1,19 18-15,-1-18 16,0 0-16,-17 0 16,17 0-1,1 0 1,-1 0 0,1 0-1,-1 0 16</inkml:trace>
  <inkml:trace contextRef="#ctx0" brushRef="#br0" timeOffset="25622.1">8237 13000 0,'-17'17'94,"-1"72"-63,18-72-31,0 1 16,0 0 15,0-1 1,18-17 14,-1 0-30,1 0-16,17 0 16,-17 18-16,17-18 15,18 18-15,0-18 16,-18 0-16,1 0 16,-1 0-16,-18 0 15,1 0-15,-18 17 16,18-17-1,-18 18 17,17-1-32,-17 1 31,0 0-15,0 17-1,0-17 16,0-1-31,0 1 32,0 0-32,-17-18 15,-1 17 1,0-17-16,1 18 31,-1-18-15,1 0 31,-1 0 15,0 0-15,1 0-31</inkml:trace>
  <inkml:trace contextRef="#ctx0" brushRef="#br0" timeOffset="26235.14">8202 13053 0,'18'0'109,"17"-36"-109,0 19 16,1-18 0,34-1-16,18-17 15,0 0-15,-35 18 16,-35 35-16,35-17 16,-35-1-16,-1 0 15,1 18-15,0-17 16,-1 17-1</inkml:trace>
  <inkml:trace contextRef="#ctx0" brushRef="#br0" timeOffset="38352.15">5362 11747 0,'0'18'125,"-70"70"-110,52-35 1,-35-17-16,18 52 15,0-71-15,17 19 16,-35 52 0,35-71-1,1 19-15,-1-19 16,18 19 0,-18-19-1,18 1-15,-17 0 16,-1 52-1,1-35 1,17 1-16,0-1 16,-36 36-1,19-54 1,17 1-16,0-1 16,-18 36-1,0-35 1,18 0-16,-17-18 15,17 17-15,0 1 16,-18 17 0,18-17 15,-18-1-31,18 1 16,-17-18-1,17 18-15,-18-18 31,18 17-31,0 1 16</inkml:trace>
  <inkml:trace contextRef="#ctx0" brushRef="#br0" timeOffset="39801.5">4692 13476 0,'-18'0'16,"18"-18"15,0 1-15,0-1-1,0 1-15,18-1 16,0 0-16,17-17 31,-18 17-31,19-17 31,-19 35-15,1 0 0,0 0-1,-1 0-15,1 0 16,0 0 0,17 18-1,-17-18-15,17 17 31,-18-17-31,1 18 32,0 0-17,-1-18-15,-17 17 32,18-17-17,-18 18 1,0 0 15,0 17-15,0 0-16,0 0 31,-53 36-15,35-53-1,-34 17 1,52-18-1,-18-17 1,18 18 109,18-18-78,17 18-47,18-1 16,-18-17-16,0 0 15,142 0 1,-107 0-1,-17 0-15,-18 0 16,36 0 0,-36 0-16,-17 0 15,-18-17 157</inkml:trace>
  <inkml:trace contextRef="#ctx0" brushRef="#br0" timeOffset="40899.21">5539 13247 0,'-18'35'78,"0"-17"-78,-35 52 32,36-52-32,-1 17 15,18-17-15,0-1 16,0 1 0,35-18 62,1 0-78,17-18 15,0 1-15,-18 17 16,0 0 0,36-18-1,-54 1-15,19 17 16,-19-18-16,18 18 15,1 0 17,-19 0-17,-17 18 1,18-1 0,-18 1-1,0-1 1,18 54-1,-18-53 1,0-1-16,0 1 16,0 0-1,0-1-15,0 1 16,0-1 15,-18-17-15,0 18-1,1-18 1,-1 0 15,0 0-15,1 0 0,-1 0 30</inkml:trace>
  <inkml:trace contextRef="#ctx0" brushRef="#br0" timeOffset="41626.85">5592 13335 0,'0'-18'31,"0"1"16,17-1-47,36 0 31,-35 1-31,17-1 16,18 1-16,-18-1 16,0 0-16,-17 18 15,35-17 1,-53-1-16,18 18 0,-1 0 16,1 0 93</inkml:trace>
  <inkml:trace contextRef="#ctx0" brushRef="#br0" timeOffset="45172.55">847 14023 0,'0'0'0,"0"18"47,0-1 15,0 1-62,-53 70 16,17-17 0,-16-19-16,34-16 15,-123 140 1,123-158 0,-17 17-16,0 18 15,17-18 1,18 1-16,-18-19 15,-35 89 17,53-71-32,-17 1 0,17-19 15</inkml:trace>
  <inkml:trace contextRef="#ctx0" brushRef="#br0" timeOffset="46821.21">212 15169 0,'0'18'78,"17"0"-62,-17 17 0,0 18-1,0-35-15,0 17 16,0 18 0,0 0-16,0-36 15,0 1-15,0 35 31,18-53 157,17 0-172,0 0-16,1 0 15,-1 0 1,71 0-1,-71 0 1,0-18 0,36 1-16,-71-1 15,18 18-15,-1-18 16,1 1 0,-18-1 30,0 71 142,0 0-172,0-18-1,0 0-15,0 1 16,0-19-16,0 19 15,0 17-15,0-1 32,18-52-17,-18 18 17,0 0-17,0-1 1,0 19-1,0-19 32</inkml:trace>
  <inkml:trace contextRef="#ctx0" brushRef="#br0" timeOffset="48645.92">2611 14217 0,'-18'35'125,"0"0"-125,-17 36 16,17-53-16,-17 17 15,-18 53-15,36-53 16,-72 124 15,54-106-31,-18 18 0,35-36 16,1 0-16,17 0 16,-18-35-1,18 18-15,-17 0 31,-1-1 1,18 1-17,0 0 1</inkml:trace>
  <inkml:trace contextRef="#ctx0" brushRef="#br0" timeOffset="49405.59">2011 15557 0,'0'36'62,"0"-1"-46,17 71 0,-17-53-1,0-18-15,0 0 16,0 71-1,0-88 1,0-1 0</inkml:trace>
  <inkml:trace contextRef="#ctx0" brushRef="#br0" timeOffset="50711.56">2240 15593 0,'0'0'0,"0"-18"16,0 0 15,0-17 0,18 18-31,-18-1 16,0 0-1,17 1 1,19-1-16,-1 0 31,-17 1-31,-1 17 0,19-18 16,-19 18-16,18 0 31,-17 0-31,0 0 16,-1 0 15,-17 18-15,18-18-16,-18 17 15,0 1 1,0 17-16,0-17 31,0 17-15,0-17-1,-18-1 1,1 1-16,-1 0 31,0-18-15,54 0 124,52-53-124,-35 53 0,-18 0-1,0 0-15,-17 0 32,0 35-1,-1 0-16,-17 1 1,0 17 0,0-36-16,0 19 15,0-19 1,0 18 0,-17-17 15,-1-18-16,0 0 1,-17 0 0,0 0-16,17-18 15,1 18 1,-1 0 31,18-17-32</inkml:trace>
  <inkml:trace contextRef="#ctx0" brushRef="#br0" timeOffset="52634.18">3334 14093 0,'0'18'141,"35"17"-125,36 106 15,-71-105-31,35 17 0,-18 0 15,1-36 1,-18 19-16,18-1 16,-1-18-16,-17 1 15,71 70 17,-71-52-32,18-19 0,17 36 31,-17-18-31,-1-17 0,1 0 31,-1-1-15,-17 1-1,18 0-15,0-18 16,-1 35 15,-17-18-31,18-17 0,-18 18 16,18 17 15,-1-17-31,1-18 47</inkml:trace>
  <inkml:trace contextRef="#ctx0" brushRef="#br0" timeOffset="53294.25">3722 15346 0,'0'17'31,"0"1"-15,0 0-16,0-1 16,0 89-1,0-53-15,0 88 31,0-123-31,17 52 16,1-52 0,-18 17-16,0-17 31</inkml:trace>
  <inkml:trace contextRef="#ctx0" brushRef="#br0" timeOffset="54195.5">3916 15505 0,'17'0'156,"54"0"-140,-18 0-16,17 0 16,-17 0-16,71 0 31,-106 0-15,-1 17-16,-17 1 62,0 17-31,0 18-15,0-18 0,0-17-16,0 0 15,0 17-15,0-17 16,0-1-16,0 1 15,0 17 1,0 0 0,0-17-1,18 53 1,-18-54 0</inkml:trace>
  <inkml:trace contextRef="#ctx0" brushRef="#br0" timeOffset="55080.51">4269 15787 0,'35'0'156,"-17"0"-140,17-18-16,0-17 16,18 35-16,0-35 15,-35 35 1,17 0-16,0 0 31,-17 0-15,-1 0-1,1 0-15,0 0 16,-1 0 0,1 0-1,0 0 1</inkml:trace>
  <inkml:trace contextRef="#ctx0" brushRef="#br0" timeOffset="59193.5">5838 14217 0,'18'35'140,"70"71"-124,0 0 15,-52-71-31,-1 0 0,-17 1 16,35-1-16,-36-17 15,19 17-15,-19 0 16,54 18 15,-54-35-31,1-1 0,-18 1 16,18 0-16,-1-1 47,-17 1 31,18-18-78,-18 18 47,18-18-47,-18 17 31,17 1 0,-17-1 16</inkml:trace>
  <inkml:trace contextRef="#ctx0" brushRef="#br0" timeOffset="61389.45">6667 15328 0,'18'0'203,"0"0"-172,-18-17-15,17 17 0,1 0 77,0 0-61,-1 0-1,-17-18-16,18 18 142,-18 18-142,18-18 17,-18 17-32,0 1 0,0-1 15,0 1-15,17 0 31,-17-1-15,0 1 0,0 0-16,0-1 15,0 1 1,0 0 0,0-1-16,0 1 15,0-1 1,0 1-1,0 0 1,-17-1 0,-1-17-1,18 18-15,-18-18 16,18 18 0,-17-18-1,-1 0 1,0 0-16,1 0 31,17 17-15,-18-17-1,0 0 17,1 0-17,17 18-15,17 0 156,1-18-140,0 0-16,17 0 16,0 17-16,-17-17 15,35 0 1,-35 0-16,-1 0 16,1 0-1,-1 0-15,1 0 16,0 0 156,-1 0-125,1 0-32,-18 18 63,18-18-62,-1 0 0,36 18 15,-18-18-31</inkml:trace>
  <inkml:trace contextRef="#ctx0" brushRef="#br0" timeOffset="63581.94">7232 15222 0,'0'36'125,"-18"-19"-125,1 54 31,-1-18-31,18-36 16,-18 19 0,18-19-1,0 19 1,0-1-1,0-18 1,0 1-16,0 0 31,18-1-15,-18 1 0,18-18-1,-18 18 16,17-18-31,1 0 47,-18 17-31,18 1 15,-1-18-15,1 18-16,-1-18 31,1 0-15,0 17-1,-1-17-15,1 18 16,0-18-16,35 18 31,-36-18-15,1 0-16,0 0 15,-1 0 64,-17-18-64,18 18 1,-18-18-16,17 1 15,1-1 1,-18 0 15,0 1 16,0-1 16,-18 18-32,18-18-31,-17 18 16,-1 0 77,1 0-30,-1 0-48,0 0 17,1 0-32,-1 0 0,0 0 15,1 18 17,-1-18-1,18 18-31,0-1 281,-18-17-265,18 18-1,0 17 32,-17-35 78</inkml:trace>
  <inkml:trace contextRef="#ctx0" brushRef="#br0" timeOffset="68344.28">3969 16245 0,'-18'36'172,"-17"-19"-157,17 19-15,-52 52 31,52-71-31,-88 89 32,71-35-32,-36-1 31,54-34-31,-19-1 31,36-17-31,-35-1 0,17 1 31,18 17-31,-17-35 0,-1 18 32,18-1-32,-17-17 15,17 18 1,0 0-16,-18-1 31,0-17 0,18 18 1,0 0-1,-17-1-15,17 1 30,-18-18-46</inkml:trace>
  <inkml:trace contextRef="#ctx0" brushRef="#br0" timeOffset="69455.57">3175 17321 0,'0'18'47,"35"88"-31,-35-53 0,18 35-1,0-35-15,-18-18 16,0 0-16,17 124 31,-17-141-31,18-1 16,-18 1-1,0 0 1,0-1 0,0 1-1,17-18 1</inkml:trace>
  <inkml:trace contextRef="#ctx0" brushRef="#br0" timeOffset="70810.97">3510 17427 0,'0'53'110,"0"-18"-110,0 36 31,0-36-31,0 18 0,0-35 16,0 35-1,0 0-15,0 0 31,0-36-31,0 1 32,0-1-32,0 1 15,0 0 1,35-1 15,-35 1-31,18-18 16,0 0-1,-1 18 1,1-18-16,0 0 16,17 0-16,0 0 15,53 0 17,-70 0-32,0 0 15,-1 0-15,36-18 31,-35 18-15,-18-18 15,0 1-15,0-1 15,-18 0-15,1 18-1,-1-17 48,0 17-47,1 0-1,-1 0 1,18-18-16,-18 18 15,1 0-15,-1 0 32,0 0-17,1 0 17,-1 0-17,1 0 1,17 18-1,-18-18 1,18 17 0,-18-17-1,18 18 17</inkml:trace>
  <inkml:trace contextRef="#ctx0" brushRef="#br0" timeOffset="93212.39">9895 12294 0,'53'0'187,"-17"0"-171,17 0-1,105 0 1,-105 0 0,247 0-1,-176 0 1,-36 0-16,159-17 15,-142-1 1,19 18 0,88 0-16,-107 0 15,284 0 1,-213 0 0,-88 0-16,71 0 15,-106 0 1,17 0-1,-52 0 17,17 0-32,-17 0 15,0 0 17</inkml:trace>
  <inkml:trace contextRef="#ctx0" brushRef="#br0" timeOffset="95016.39">12471 11977 0,'-18'0'141,"36"0"15,-1 0-156,1 17 16,17 1-16,-17-18 15,17 35-15,0-17 16,1-18-16,52 18 31,-70-1-31,-1-17 16,1 0 0,35 18-1,-36 0 1,-17-1 15,18-17-15,0 0 77,-18 18 157,-36 17-234,19-35 0,-19 35-16,1-17 15,-88 88 17,87-71-32,-34 36 15,52-54 1,-35 19-16,0-1 15,18-17 1,35-1-16,-35 18 16,17-35-1,-17 36 17,35-19-32,-18-17 15</inkml:trace>
  <inkml:trace contextRef="#ctx0" brushRef="#br0" timeOffset="109440.69">9931 11007 0,'0'17'125,"0"1"-110,17 17 1,1 53-1,-18-52-15,18-1 16,-18-17-16,0 17 16,0-17-16,0-1 15,0 18 1,0-52 187,0-36-187,0 0-16,-18 18 15,18-1-15,0 19 16,-18-1-16,18 0 16,0 1-1,0-1 1,0 1-1,0-19 1,0 19 0,0-1-1,0 0 1,0 1-16,0-1 16,0 0-1,0 1-15,0-1 47,-17 18-31,52 18 296,0-1-312,-17-17 31,0 18-31,-1 0 16,18-18 0,-17 17-16,0-17 15,-1 0 17,1 18-32,0 0 15,17-1 1,-35 1-16,18-18 15,-1 18 1,1-1 0,17 1-16,-35-1 15,18-17 1,-18 18-16,17 0 16,-17-1-1,18 1-15,-18 0 16,18-18-1,-18 17-15,0 1 32,0 0-32,0-1 15,0 1 1,-18 17 0,0-17-1,-17-1 1,35 1-16,-18-18 15,1 0 1,-18 18 0,17-18-1,0 0 1,1 0-16,-1 0 16,0 0-1</inkml:trace>
  <inkml:trace contextRef="#ctx0" brushRef="#br0" timeOffset="119994.38">10566 11359 0,'17'0'297,"-17"-17"-282,18 17-15,0-18 16,-1 1-1,-17-1 1,18 18-16,-18-18 16,18 1-1,-18-1 1,35 0 0,-35 1-1,17-1 1,-17 0 46,0 1 1,-17 17-48,-1 0 17,1-18-1,-1 18 63,0 0-79,18 18 1,-35 17 15,17-35-31,18 18 16,-17-1-1,17 1 1,0 0 0,0-1-1,0 1 1,0 0 31,0-1-16,0 1-15,17-18-16,1 0 15,17 17 17,-35 1-32,18 0 15,0-18 16,-1 0-15,-17 17 0,18-17-16,-1 0 31,36 18 0,-17-18-31,-19 0 16,36-18-16,-18 1 15,-17-1 1,17 0-16,1 1 16,17-18-16,-36-1 15,1 19-15,35-54 16,-36 18-16,19 18 16,-36 0-16,0-1 15,0-17-15,0 18 16,0-18-16,0 18 15,0-36 17,0 54-32,0-1 15,-18-17-15,0 35 16,1-18 0,17 1-16,-18-1 15,0 0 1,1 18-16,17-17 15,-18 17 1,18-18 0,-17 18-16,-1 0 15,0 18 79,18 35-78,0 17-16,0-52 15,0 17 1,0 71 0,0-89-1,0 36 1,0-35-16,0 0 15,0-1-15,0 19 16,18-19-16,-18 1 16,18 70-1,-1-88 1,-17 35-16,18-17 16,-18 17-1,17-35 1,1 0-1,-18 18 1,18-18 0,-1 0-1,-17 18 1,18-18 0,0 0-1,-1 0 1,1 0-1,17 0-15,-17 0 16,0 0-16,-1 0 16,1-18-16,-1 0 15,1 18-15,0 0 16,-1 0 0,19-17-16,-19 17 15,19-18-15,-19 18 16,18-35-1,-35 17-15,18 0 32,0 1-32,-18-1 0,0-17 15,0 0 17,0 17-32,0 0 15,-18 18 79,0 0-47,18 18-32,-17 0-15,-1-1 32,18 1-32,0-1 15,-17 19 1,17-19-16,0 1 16,0 0-1,0-1 16,0 1-31,0 0 32,0-1-17,17 1 1,1-18 0,-1 18-1,-17-1 1,18-17-16,0 0 15,-1 18 1,1-18 0,17 0-1,-17 0-15,105 0 32,-87 0-32,17 0 15,-18-18-15,0 1 16,-17 17-16,35-71 31,-53 53-15,0 1-16,0-1 15,0-70 1,0 35-16,0 0 16,-36 0-16,-16-176 31,52 194-31,0 17 15,0 0-15,0-17 32,0 17-32,0 54 109,0 34-93,0-17-16,17 53 31,-17 17-31,0-52 16,0 35-16,0-36 15,0-34-15,0 17 16,18 52-1,-1-87-15,1 17 16,-18-17 15,18-18-15,-1 0 31,19 0-32,34 0 17,-35 0-17,36-18 1,-36 1-16,-17-1 16,0 18-16,17-35 15,0 17 1,-35 0 15,-18 18 78</inkml:trace>
  <inkml:trace contextRef="#ctx0" brushRef="#br0" timeOffset="120594.15">11959 11112 0,'18'0'94,"17"-17"-79,106-54 1,-70 36 0,-18 17-16,-18 1 15,71-19 1,-89 36-1,-17-17 32</inkml:trace>
  <inkml:trace contextRef="#ctx0" brushRef="#br0" timeOffset="121852.62">12382 11307 0,'18'0'31,"0"-18"16,-1 0-32,54-52 17,-53 52-32,-1 0 15,19 1 1,-36-1 0,0 0-1,0-34 16,0 34-15,-18 0 15,0 18-15,1 0 31,-1 18-32,0 0 1,1-18-16,17 17 16,-18 1-16,0-18 15,18 17 1,-17 1 15,17 0-15,0-1-16,0 1 15,0 0 17,0-1-32,0 1 15,0 0 1,0-1 15,0 1-15,17-18-16,1 0 31,0 18-31,-1-1 31,1-17-15,0 18 0,-1-18-1,19 17-15,16-17 16,-16 0-16,17 0 31,-36 0-31,36 0 16,-35 0-1,-1 0-15</inkml:trace>
  <inkml:trace contextRef="#ctx0" brushRef="#br0" timeOffset="123212.38">13476 11024 0,'0'-17'16,"0"-1"15,0 0-15,0 1-1,0-1-15,18-52 32,-1 52-17,1 0-15,35-35 16,-18 36 0,-17-1-16,17 0 15,-17 18 1,-1 0-1,1 0 32,0 0-15,-1 0-32,-17 18 15,18 35 16,-18-35-31,18-1 0,-18 1 32,0 35-17,0-18-15,17 0 16,-17 1-16,0-1 16,0-17-16,0-1 15,0 18-15,0-17 31,-17 0-31,17-1 16,-36 1 15,19 0-31,17-1 16,-18-17 15,53 18 110,1-18-126,69 0 1,-16 0-16,-19 0 16,-17 0-16,18 0 31,-36 0-31,-17 0 0,-1 0 31</inkml:trace>
  <inkml:trace contextRef="#ctx0" brushRef="#br0" timeOffset="124632.38">14640 10830 0,'0'0'0,"-17"0"109,-1 0-93,0 0-16,1 0 16,-1 36-1,-17-1 1,17-18 0,1 36-1,17-35 1,-18 0-16,18-1 15,0 19 1,0-19 15,0 1-15,18-18-16,-18 17 16,17 1-1,-17 0-15,18-18 16,-18 17-1,35-17 1,-35 18 0,18-18-1,-18 18 1,17-18 0,1 0-1,0 0 1,17 0-1,-17 0 1,-1 0 0,1 0-16,-18-18 15,17 18 1,1-18 15,-18 1 0,18 17-31,-18-18 16,0 0-16,0 1 63,0-1-1,0 1-31,-18-1-15,18 0 31,-18 18-32,18-17 32,-17 17-31,17-18 0,-18-35-1,1 35-15,17 1 16,0-18-1,-18 17 1,18 0 0,0 1-1,0-1-15,-18 18 32</inkml:trace>
  <inkml:trace contextRef="#ctx0" brushRef="#br0" timeOffset="130397.9">11254 13529 0,'0'-18'141,"-18"18"-94,0-17-16,1 17 32,-1 0-48,-17 17 1,-1 1 0,36 0-1,-17-18-15,17 17 16,-18-17-1,18 18 1,0 0 140,18-18-124,35 35-1,-36-35-16,19 17 17,-36 1-32,17-18 31,-17 18 0,18-18 0,0 17 16,-1-17 172,-17 18-94,-17-18-16,-107 53-77,71-35-32,36-18 15,-19 17-15,19 1 16,-1-18 0,-17 0-1,17 0 32</inkml:trace>
  <inkml:trace contextRef="#ctx0" brushRef="#br0" timeOffset="131514.13">11501 13423 0,'-18'0'15,"18"35"79,0-17-78,0 17-1,0 18 16,0-35-31,0 0 0,0-1 16,0 1 0,0-1-16,18 1 31,-1-18-15,-17 18 15,35-18-31,-17 0 15,0 0 1,52 0 15,-34 0-31,-19 0 16,18 0-16,1-18 31,-19 0-31,-17 1 31,0-1-15,0 1 0,-17-19-1,-1 19 1,18-1 0,0 0-16,-35 18 31,35-17 0,-18 17-31</inkml:trace>
  <inkml:trace contextRef="#ctx0" brushRef="#br0" timeOffset="132637.07">12347 13476 0,'0'-18'16,"-17"18"46,17-17-46,-18 17 0,0-18-16,1 18 15,-1 0 1,0 0-1,-17 0 17,0 0-17,17 0 1,18 18 0,-35-1-1,17 19 16,1 17 1,17-36-32,17-17 15,1 18 1,0 0 0,-1-18-1,-17 17-15,18-17 16,-18 18-1,17-18 1,-17 17 15,18-17 1,0 0-32,-1 0 15,72 0 1,-19 0-1,-17 0-15,0 0 16,-35 0 15</inkml:trace>
  <inkml:trace contextRef="#ctx0" brushRef="#br0" timeOffset="133706.99">12841 13670 0</inkml:trace>
  <inkml:trace contextRef="#ctx0" brushRef="#br0" timeOffset="135292.7">13053 13370 0,'0'-17'94,"-18"17"-78,0 0-1,1 0 1,-1 0-1,-35 17 1,0-17-16,18 18 31,0 17-31,17-35 0,1 18 32,-1-18-32,18 17 15,-35 19 1,35-1-1,0-17 1,0-1 0,0 1 15,17 17-15,1-35-16,0 18 15,-1-18-15,1 17 31,-1-17 1,1 0-32,0 0 31,-1 0-31,-17 18 16,18-18-1,0 0 1,-1 0-1,1 0 1,0 0 31,-1 0 0,1 0-32</inkml:trace>
  <inkml:trace contextRef="#ctx0" brushRef="#br0" timeOffset="136422.22">13282 13617 0,'0'-17'109,"0"-19"-109,0 19 16,35-72 15,-35 72-31,18 17 0,-18-18 16,-18 18 171,1 0-171,-1 18-16,18-1 15,-35 19 1,0-19-16,35 19 31,-18-36-31,18 17 31,0 1-15,0 0 0,18-1-1,-1-17-15,1 0 16,-18 35 15,17-35-15,19 18-1,-19-18 1,1 0-16,17 18 31,-17-18-31,17 0 16,53 17 0,-70-17-1,0 0 1</inkml:trace>
  <inkml:trace contextRef="#ctx0" brushRef="#br0" timeOffset="137372.53">13899 13300 0,'-35'0'79,"0"0"-64,0 17-15,17 19 16,-35-19-1,18 19-15,17-19 16,0 1 0,36-1 62,17 1-63,1-18 1,17 0-16,0 0 16,17 0-1,-17 0 1,-35 0-16,-18 18 16,35-18-1,-35 17 16,18 19 1,-18-19-32,0 1 15,0 0 1,-36 34 0,19-52-1,-1 0-15,-17 18 16,-18-18-16,35 0 15,1 18 1,-1-18 15,0 0-15,71 0 62,71 0-62</inkml:trace>
  <inkml:trace contextRef="#ctx0" brushRef="#br0" timeOffset="138491.07">14693 13229 0,'0'-17'140,"-17"17"-124,-36 0-16,35 0 16,-53 35-1,19-18-15,52 1 16,-18 0-16,0-18 16,1 17 15,17 1 0,17 0 0,1-1-15,35 36 0,17-53-1,54 35 1,-71-17-1,0 0 1,-36-1-16,1-17 16,17 0-16,-35 18 15,18-18-15,-18 18 16,17-1 0,-17 1 15,0 17-16,0-17 1,-17-1-16,-18 1 16,-1 17-1,1-35-15,0 0 16,-1 0-16,1 18 16,0-18-1,17 0-15,-17 0 16,-18 0-1,35 0 1,18-18 0,0 1 15,18 17 16,0-18-47,-1 18 15,1 0-15,0 0 32,-1 0-32</inkml:trace>
  <inkml:trace contextRef="#ctx0" brushRef="#br0" timeOffset="139545.6">15381 13335 0,'-18'-18'31,"1"18"0,-18 0 1,17 18-17,-53 35 16,71-35-31,-17 34 32,17-34-17,17 17 17,1-17-32,0 0 15,-18-1-15,17-17 16,1 18-16,0-18 15,-1 18 1,54-18 0,-18 0-1,-18 0 1,0-18 0,-17 0-16,-1 1 15,-17-1-15,18-88 31,-36 71-15,1 0 0,17 17-1,-18 0 1,-17 1 0,17 17-16,1 0 15,-19 0 1,19 0-16,-1 0 15,-35 0 1,36 0-16,-1 0 16,0 0 15,18 35-31,0-17 16,0-1-1</inkml:trace>
  <inkml:trace contextRef="#ctx0" brushRef="#br0" timeOffset="140527.01">15575 13547 0,'18'0'47,"-1"0"31,1-18-63,0-17 1,-18-18-16,17 35 16,-17-105 15,0 87-31,0 19 15,0-1 17,0 1-32,-17 17 62,-1 0-31,0 17-31,1-17 16,-1 18-16,0 17 16,18-17-1,0-1 1,0 1 15,18-18-31,0 0 16,17 0-1,0 0 1,36 0-16,17 0 31,-70 0-31,-1 0 32,-17 18-17,0 35 16,0-18-15,18 0 0,-18-17-16,0-1 15,35 1 17,-17-18-17,-18 18 1,18-18-1,17 0 1,18 0-16,-18 0 16,18 0-16,53 0 31,-89 0-31</inkml:trace>
  <inkml:trace contextRef="#ctx0" brushRef="#br0" timeOffset="144444.99">11289 12841 0,'-18'0'31,"1"18"-31,-19-1 16,19 1-16,-36 17 31,53-17-31,-106 88 31,88-89-31,1 1 16,-72 88 0,1-18-16,0 18 15,0-18-15,35-17 16,-35 34-16,35-34 15,0 70 1,18-70-16,17 17 16,18-53-16,0 0 15,0 54 1,18-54-16,-1-17 16,19-1-1,-36 18-15,35-35 16,0 36-16,18 17 31,-35-53-31,17 17 31,-17 1-31,-1-18 16,1 18 0,52 35-1,-52-53 1,0 0-16,-18 17 15,17 1 1,1-18-16</inkml:trace>
  <inkml:trace contextRef="#ctx0" brushRef="#br0" timeOffset="145685.31">15857 12682 0,'36'36'157,"-1"-19"-157,35 54 15,72 52 1,-107-105-16,35 70 31,-34-53-31,-19-17 16,-17 0-16,18-1 15,-18 19-15,18 17 16,35 70 15,-18-17-31,-35-36 0,0-34 16,0-19-16,17 71 31,-17-70-31,0 17 16,0 36-1,-17-36 1,-1-17 0,18 0-1,-35-18 16,35 17-15,-18 1 0,18-1-16,-17 1 15,-1-18 1,18 18 0,-18-1-16,18 1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54:30.84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5503 13141 0,'-17'0'15,"-1"-18"17,0 18-32,1-17 15,-19-1 16,19 18-31,-1-18 32,1 18-32,-1 0 15,0-17 1,-17 17 15,17 0-31,1 0 31,-1 0-31,0 0 16,1-18 0,-1 18-1,1 0 1,-1 0-16,0 0 16,1 0-1,-1 0-15,0 0 16,-35 18 15,36-1-31,-18-17 16,-1 18-16,19 0 15,-19-18-15,19 17 16,-1 1-16,0 0 31,-17-18-31,35 17 16,0 1-1,-18-18 1,1 18-16,-18-1 16,35 1-1,-18-1 1,0 1 0,1 0-16,17-1 31,-18 19-16,0-19 1,1 1 0,17 17-16,-18-35 15,18 18-15,0-1 16,0 1-16,-18 0 16,18-1-16,-17 19 15,17-19-15,0 1 16,0 35-1,0-36 1,0 19 0,0-1-1,0-17 1,0-1 0,0 19-16,0-19 15,35 54 1,-17-54-16,-1 19 15,19-1 1,17 18 0,-36-18-16,1-35 15,-1 18-15,-17-1 16,18-17-16,0 0 16,-18 18-1,17-18 1,1 0-1,-18 18 1,35-18 0,-17 0-1,0 17-15,-1 1 16,36 0 0,-18-1-1,-17-17 16,17 18-15,-17-18 0,0 0-1,-1 18 1,19-18 0,-19 0 15,1 0-16,-1 17-15,1-17 16,53 0 0,-18 0-1,-18 0-15,0 0 16,18 0 0,18 0-16,-36 0 15,53 0 1,-53 0-1,-17 0-15,17-17 16,71-19 0,-88 36-1,-1 0-15,1-17 16,0 17-16,-1 0 16,1-18-16,0 0 15,-1 18 1,1-17-1,-1-1 1,1-17 15,0 17-31,-18 1 16,0-1-16,0 0 16,17-17 15,-17 17-31,0 1 0,18-19 15,0 19 1,-18-54 15,0 54-31,0-1 16,0 0-16,0-17 16,0-18 15,0 0-31,-18 36 0,18-1 15,0-17 17,-18 17-32,18 0 15,-17-17 17,17 17-32,-18 1 15,0-18 16,1-1-31,17 19 32,-18-1-32,18 0 0,-17-17 31,-1 17-31,18 1 0,-18-18 31,18 17-15,-17 0-1,17 1-15,0-1 16,-18 0-16,0 1 16,18-1-1,-17 18 1,-1-35-16,0 17 31,1 18-15,17-18 15,-18 18-31,1 0 31,-1-17-15,0 17 15,18-18-31,-17 18 16,-1 0-1,0-17 1,1 17 0,-1 0-1,0 0 1,1-18 0,-1 18-1,1 0 1,-1 0-1,18-18 1,-18 18-16,1 0 31,-1 0-15,-35 0 0,18 18-1,17 0-15,-35-18 16,-17 35-1,34-18 1,19 1-16,-1-18 16,0 18-16,1-1 15,-1-17 1,18 18 0</inkml:trace>
  <inkml:trace contextRef="#ctx0" brushRef="#br0" timeOffset="10716.96">19597 8202 0,'17'-35'16,"1"35"-16,0-35 15,-1 35-15,19-18 32,-19 0-17,1 18 1,0 0 15,-18-17-31,35-1 16,0 18-16,0 0 31,-17 0-31,0 0 16,-1 0 15,1 0-31,0 0 15,-18 18 1,17-1 0,1 1-1,-1 17-15,-17 0 16,18 18 15,-18-35-31,0 0 16,0-1-16,0 1 15,0 0-15,-18 17 32,1-18-17,-18 19 1,17-19-16,0 1 16,18 0-1,-17-18 1,34 0 265,71 17-265,-70-17-1,17 0-15,-17 18 16,17-18-16,1 18 16,17 17 15,-18-35-31,-18 0 15,1 17 1,17 1 0,-17-18-16,0 0 15,-1 0-15,19 0 16,-19 0 0,71 0-1,-52 0 1,-1 0-1,0 0-15</inkml:trace>
  <inkml:trace contextRef="#ctx0" brushRef="#br0" timeOffset="11875.43">20637 8079 0,'0'0'0,"0"17"125,0 1-94,0 0-15,0-1 15,0 1 0,18-18-15,0 0-1,17 0 1,-17 0-16,17 0 16,71 0-1,-53 0-15,-18 0 16,88 0-1,-87 17 1,34 19 0,-52-19-1,-18 1 1,18 0-16,-1 17 31,-17-17-15,0 17-1,-17-35-15,17 17 16,-18 1-16,0-18 31,1 18-31,-1-18 16,-35 0 0,35 0-16,-17 0 15,18 0-15,-1 0 16,-17 0-1,17 0-15,0 0 16,1 0 0,-1 0-1,0 0 1,1 0 0</inkml:trace>
  <inkml:trace contextRef="#ctx0" brushRef="#br0" timeOffset="12423.64">20690 8026 0,'18'-36'62,"35"1"-46,0-18 0,123-53 15,-70 53-31,-18 18 0,-35 18 16,53-36-1,-88 53 16</inkml:trace>
  <inkml:trace contextRef="#ctx0" brushRef="#br0" timeOffset="15041.45">19932 8978 0,'-18'18'172,"18"-1"-156,-35-17-1,17 36 1,1-19-16,-1-17 15,18 18 1,-18 0-16,18-1 16,-17-17-1,-18 18 1,17 17-16,0 0 31,1-35-31,-1 36 16,0-19-16,1 1 15,-1 0-15,0-1 16,1 1-16,-1 0 16,1-1-1,-1 1 1,18 0 0,-18-18-16,1 17 15,-1-17 1,0 18-1,1-1-15,-1 1 16,18 0-16,-18-18 16,1 17-16,-1 1 15,0-18 1,1 18 0,-18-1-16,35 1 15,-18-18-15,0 18 16,1-1-1,-1-17 1,18 18 0,-18-18-16,1 0 15,17 17 1,-18-17 0,18 18 30,-18-18-14,1 35-17,-1-35 1,18 18 0,-17-18 109,17 18-110,-18-1 16,18 1-31,-18 0 110,18 17-95,-35-35 1,35 17-16,-18-17 16,18 18-16,-17-18 15,17 35-15,-18-35 16</inkml:trace>
  <inkml:trace contextRef="#ctx0" brushRef="#br0" timeOffset="16141.53">20408 9084 0,'18'0'109,"-1"18"-93,36-1-1,-53 19 1,89 52-16,-37-53 16,54 71-1,-53-53 1,-35-36-16,17 19 15,0-19-15,1 19 16,-19-36-16,54 70 31,-36-52-15,-17-18 0,17 53-1,-17-36 1,-1-17-16,1 18 15,-18 0 1,18-1 0,-1-17-1,-17 18 32,18-18-16</inkml:trace>
  <inkml:trace contextRef="#ctx0" brushRef="#br0" timeOffset="17915.41">17974 10336 0,'0'18'94,"0"53"-78,-18-36-16,18 53 15,0-53 1,0-17 0,0 53-16,0-36 15,18-18-15,-18 1 16,0 17 0,18-17-1,-1 0 1,-17-1-1,0 1 1,0 0 62,0-1 125,0 18-187,0-17-16</inkml:trace>
  <inkml:trace contextRef="#ctx0" brushRef="#br0" timeOffset="19567.3">18732 10530 0,'0'-17'47,"-17"17"31,-1 0-47,1 0-15,-1 0-1,0 0-15,-17 17 16,0-17-1,35 18 1,-18-18-16,18 18 16,-18-1-16,18 1 15,-17 17 1,17-17 0,0 17-1,0-17 1,0-1-1,17 36 1,1-17 0,-18-19-16,35 1 15,-17-18 1,-18 18-16,18-18 16,-1 0-1,1 17 1,0-17-1,-18 18 1,17-18 0,18-18-1,1 18 1,-19-17-16,1-1 16,-18 0 15,18-17-31,-18 17 47,0 1 31,0-1-47,0 0-15,0-17 15,0 18-31,0-1 16,0 0 15,0-17-31,0 17 15,0 1 1,0-1 0,0 0-16,0 1 15,0-1-15,0 0 16,0 1 15,-18 17 0,0 0 79,1 0-48,-1 0 141</inkml:trace>
  <inkml:trace contextRef="#ctx0" brushRef="#br0" timeOffset="21312.12">21361 10354 0,'0'-18'110,"0"-17"-95,35-18-15,-17 36 0,17-36 16,-17 53 0,34-36-1,1 1-15,-17 35 0,-1-18 31,-17 18-15,-1 0 0,1 0 15,-18 18-31,17 0 16,-17-1-1,18 19-15,-18-19 0,18 1 16,-18 0-16,0-1 31,0 1-15,0-1-1,-18 1 1,0 0-16,1-1 16,-1-17-1,1 18 16,34-18 126,1 0-157,17 0 15,18 0-15,-35 0 16,52 35 0,-35-17-16,-17 0 31,-18-1 0,18-17-15,-18 35-16,0-17 15,0 0-15,-18 35 32,18-18-17,-35-17 1,17-1-1,-35 1-15,36-18 16,-89 18 0,71-18-1,-1 0 1,-17 0 0,36 0-1</inkml:trace>
  <inkml:trace contextRef="#ctx0" brushRef="#br0" timeOffset="22665.22">22278 10372 0,'-53'53'125,"18"-18"-109,17 35 15,18-52-31,0 0 16,0-1-1,18 19 1,-1-36 0,1 17-16,0-17 15,-1 18 16,1-18-15,0 18 15,-1-1 1,1-17-17,-1 0 1,1 0 15,17 0-15,-35-17-16,36-1 15,-36 0-15,35-17 32,-35 0-32,0 17 0,0 0 15,18-17 16,-18 17-15,0 1 15,0-1-15,-18 1 15,18-1-31,-18 0 16,1 18-16,17-17 15,-18 17-15,18-18 16,0 0 0,-18 18-1,1 0 17,-1 0-17,18-17 1,-18 17 78,1 0-48,-1 0-14,1 0-17,-1 0 17</inkml:trace>
  <inkml:trace contextRef="#ctx0" brushRef="#br0" timeOffset="23533.5">22595 10830 0,'0'36'78,"36"34"-78,-19-35 16,1 36-16,35 17 15,-18-35-15,18 88 31,-18-106-31,-35 18 16,36-17-16,-19-1 16,19 35-1,-19-52 1,1 0 0,-18-1-16,17-17 31,-34 0 78</inkml:trace>
  <inkml:trace contextRef="#ctx0" brushRef="#br0" timeOffset="24622.72">22772 12330 0,'0'17'0,"0"-34"0,0-1 0,17-35 16,-17 35-16,0 1 15,0-1-15,0-35 16,36 0 0,-19 36-1,1-1 1,0 18-1,-1 0 17,19 0-17,-36 35 1,17-17 0,-17 0-16,18-18 15,-18 17-15,0 1 16,0-1-1,0 1-15,0 0 16,0 17-16,0 0 16,-35 36 15,17-71-31,0 17 16,36-17 124,70 18-109,-53 17-31,36 18 16,-53-53 0,-18 18-16,0 0 15,17 35 17,-17-36-32,0 36 0,0-18 15,-70 1 1,-19 17-1,54-18-15,-88 0 32,87-35-32,-16 18 31,34-18-15,0 0 15</inkml:trace>
  <inkml:trace contextRef="#ctx0" brushRef="#br0" timeOffset="25579.62">23336 12259 0,'18'0'31,"0"35"47,-18 53-62,0-70-16,0 17 16,0-17-1,17-18 17,1 0 14,-1 18-46,54-1 32,-53 1-17,-1-18-15,-17 18 16,0-1-16,36 19 16,-36-19-1,0 1-15,17-1 16,-17 36-1,0-17-15,0-19 16,0 1-16,0 0 16,0-1-1,0 1 1,-17-1 0,-54-17-1,36 0-15,-1 0 16,1 0-16,0 0 15,17 0 1,1 0 93</inkml:trace>
  <inkml:trace contextRef="#ctx0" brushRef="#br0" timeOffset="26203.79">23424 12171 0,'18'0'78,"35"-18"-62,18-17-16,-1 17 15,-17-17-15,53-18 16,35 0 0,-88 36-1,35-19-15,-35 19 0,-18 17 16,-17 0-1,-36 17 79,1 1-78,-1-18-1,18 35-15,-18-35 0</inkml:trace>
  <inkml:trace contextRef="#ctx0" brushRef="#br0" timeOffset="30608.43">21837 11024 0,'-18'18'93,"1"35"-77,-89 159 0,53-107-16,18-34 15,-1-18-15,1 35 16,17-53-16,1 1 15,-1 34 1,-17-35 0,17 1-16,18-19 15,-17 1-15</inkml:trace>
  <inkml:trace contextRef="#ctx0" brushRef="#br0" timeOffset="32043.62">20690 12418 0,'18'0'63,"0"0"-32,-1 0-15,1 0 15,0 0-15,-1 0-1,1-18-15,0 18 16,-1 0 0,1 0-1,-1 0-15,1 0 16,17 0-1,-17 0 1,0 0-16,-1 0 16,-17 18-1,18-18 1,-18 17-16,18 1 16,-1 17-1,-17-17-15,0 0 16,0 35-16,18-36 15,-18 18-15,0 1 16,0-1-16,0 18 16,0-35-16,-35 70 31,17-71-15,18 1-16,-18-18 93,54 0 17,-1 18-95,0-18 1,0 17-16,-17-17 16,53 18 15,-54-18-31</inkml:trace>
  <inkml:trace contextRef="#ctx0" brushRef="#br0" timeOffset="33653.15">21537 12259 0,'0'18'94,"0"87"-94,-35-52 15,0 36 1,35-54 0,0 0-16,-18 0 15,18 18 1,0-35-16,0 0 15,0-1 17,0 1-17,18-18 1,-18 18 0,17-1-1,1-17 1,-1 0-16,-17 18 15,18-1 1,0-17 0,-1 18 15,1-18-15,0 0 30,17 0 1,-17-18-31,-1 18 0,-17-17-16,0-1 46,0 1 64,0-1-79,-17 18-15,-1 0 31,18-18-16,-18 18 0,1 0 16,-1 0-16,0 0 0,1 0 1,-1 0-17</inkml:trace>
  <inkml:trace contextRef="#ctx0" brushRef="#br0" timeOffset="37080.44">18292 11448 0,'0'17'62,"-18"19"-46,-17 16-16,-159 213 31,141-177-31,0-35 16,-35 71-1,52-107-15,1 36 16,-53 35 0,70-70-16,1 17 15,-19 1 1,19-36-16,17 17 15,0 1-15,-18-1 32</inkml:trace>
  <inkml:trace contextRef="#ctx0" brushRef="#br0" timeOffset="37914.67">17233 12735 0,'0'18'31,"-17"17"-15,17-17-1,0-1 1,0 1 0,17 0-1,18-18 16,-17 17-31,0 1 0,-1-18 16,72 18 15,-37-1-31,1 1 16,18 0 0,-53-18-1,-18 17 1,0 1-1,0-1 17,0 19-17,-18-19-15,-17 1 16,-18 17 0,17-17-16,-69-18 31,69 0-31,19 18 0,-1-18 31,0 0-31</inkml:trace>
  <inkml:trace contextRef="#ctx0" brushRef="#br0" timeOffset="38530.39">17268 12771 0,'18'0'47,"0"0"-16,17 0-31,-17 0 0,17-18 16,0 0 0,0 18-1,-17-17-15,0 17 16,-1 0-1,1 0 17,0 0 30,17 0-46,-17 0-1</inkml:trace>
  <inkml:trace contextRef="#ctx0" brushRef="#br0" timeOffset="39782.87">17216 13670 0,'0'53'63,"-53"53"-48,35-53 1,-35 88-16,53-88 15,-35 0-15,17 0 16,1-18 0,-19 35-1,19-17-15,17-35 32,-18 0-17,0-1 1,18 1-16,-17 0 15,17 17 1,-18-35-16,18 18 31</inkml:trace>
  <inkml:trace contextRef="#ctx0" brushRef="#br0" timeOffset="40952.93">16351 15081 0,'18'18'78,"-18"52"-63,0-52-15,0 0 32,0-1-32,0 36 15,18-35 1,-1-18-1,-17 18 1,18-18-16,-18 17 16,17-17-1,1 0 1,0 0-16,17-17 16,36-36-16,-19 0 31,-52 35-31,0 0 31,0 54 141,0 17-156,0 0-16,0-1 15,0-16-15,0 52 16,0-53-1,0 53 1,18-52 0</inkml:trace>
  <inkml:trace contextRef="#ctx0" brushRef="#br0" timeOffset="42070.25">18697 11642 0,'18'70'110,"17"71"-95,0 53-15,1-35 16,-1 0 0,36 264-1,-36-335 1,-18 1-16,19-1 31,-36-71-31,17 1 16</inkml:trace>
  <inkml:trace contextRef="#ctx0" brushRef="#br0" timeOffset="42774.3">18856 13247 0,'0'17'47,"0"1"-47,0 17 15,0 1 1,0-1-16,0 18 16,0-18-16,0 36 0,0-36 15,0 0-15,0 36 16,0-36 0,0 18-1,0-35-15</inkml:trace>
  <inkml:trace contextRef="#ctx0" brushRef="#br0" timeOffset="43628.71">19173 13388 0,'0'18'93,"0"-1"-77,0 1-16,0-1 16,0 1-1,0 0 1,0-1 15,36-17-15,-19 0-1,54 0 1,-36 0 0,0 0-16,18 0 15,-35 0 16,0 36 1,-1-19-17,-17 1-15,0 17 16,18-17-16,0 17 16,-18-17 15,0-1 0,0 1-15,-36 0 15,19-18-31,-1 0 16,-17 0-1,17 0 1,0 0-1,1 0 1,-1 0 0,1 0-1</inkml:trace>
  <inkml:trace contextRef="#ctx0" brushRef="#br0" timeOffset="44147.77">19297 13582 0,'0'-18'47,"35"1"-16,106-124 0,-88 88-31,18-18 0,-36 36 16,-17 17-16,17-35 31,-35 36-31,18 17 16,-18-18 15,-18 18 63,0 0-79</inkml:trace>
  <inkml:trace contextRef="#ctx0" brushRef="#br0" timeOffset="45009.87">19068 14235 0,'0'35'62,"-53"35"-46,-35 107-1,70-107 1,-35 19-16,18-37 16,17-16 15,-88 87-15,106-105-1,0-1 16</inkml:trace>
  <inkml:trace contextRef="#ctx0" brushRef="#br0" timeOffset="45560.06">18450 15275 0,'18'36'47,"-18"105"-16,0-71-31,18 1 0,-1 17 16,1 0-1,-18-70 1,17-1-16,1 19 16,-18-19-1</inkml:trace>
  <inkml:trace contextRef="#ctx0" brushRef="#br0" timeOffset="46590.31">18715 15522 0,'0'0'0,"17"0"0,-17-17 15,18-1-15,0 0 16,17-17 15,36-36-15,-54 36 0,19 35 15,-19 0 16,18 71-32,-17-54-15,0 19 0,-18-19 16,17 1 0,-17 0-16,0 17 31,-17-35-31,17 17 15,-18-17-15,0 0 79,36 0 14,17 18-77,-17 0 0,0-18-16,-1 0 15,-17 35-15,18-17 16,0-18-1,-18 17 1,0 1 15,0 17-15,0-17-16,0 0 16,-18-1-1,0-17 1,18 18-16,-35-18 15,17 0 1,1 0 0,-1 0-16,0 0 15,1 0 1,-1 0 0,1 0-16</inkml:trace>
  <inkml:trace contextRef="#ctx0" brushRef="#br0" timeOffset="47343.23">19579 14199 0,'35'0'78,"-17"0"-63,35 36-15,35 34 16,53 36 0,-70-35-16,105 52 15,-88-70-15,71 70 16,-124-105-16,18 17 15,-17 1-15,-1-36 16,-35 17-16,18-17 16,-18 18-1</inkml:trace>
  <inkml:trace contextRef="#ctx0" brushRef="#br0" timeOffset="47894.11">20232 15258 0,'17'0'15,"1"17"1,0 36-1,-1 176 1,-17-140 0,18-1-16,-18-35 15,18 0 1,-18-36 0,0 1-1</inkml:trace>
  <inkml:trace contextRef="#ctx0" brushRef="#br0" timeOffset="48620.39">20567 15363 0,'18'0'109,"17"0"-93,18-17-16,-18-1 16,18 1-16,0-1 15,-18 0-15,0 1 16,1 17-16,-19 0 47,1 35-32,0 0 1,-18 36-16,0-1 16,17 107 15,-17-142-31,0 18 15,0-18 1,0-17-16</inkml:trace>
  <inkml:trace contextRef="#ctx0" brushRef="#br0" timeOffset="49251.88">20708 15593 0,'18'0'78,"52"-18"-63,-34 18 1,-1-18-16,0 18 16,53-35-1,-70 35 1,17 0-16,0-17 16,-17 17-16,0 0 15,-1 0 16,-17-18-15,18 18 0</inkml:trace>
  <inkml:trace contextRef="#ctx0" brushRef="#br0" timeOffset="50034.45">20602 16228 0,'-17'70'78,"-1"1"-62,-70 176 15,52-194-31,1 0 0,-35 70 31,34-70-31,19-18 16,-19 18-16,19-17 16,17 16 15,-18-16-31,1-36 16,17 17-1</inkml:trace>
  <inkml:trace contextRef="#ctx0" brushRef="#br0" timeOffset="50709.78">19650 17551 0,'0'0'0,"17"0"16,1 0 15,-18 35-15,18 18-1,-18-18-15,17 124 32,-17-89-17,0-34-15,0-1 16,18 18 0,-18-35-16,0-1 15,0 18 1,0-17-16,0 0 15,0-1-15,0 1 32</inkml:trace>
  <inkml:trace contextRef="#ctx0" brushRef="#br0" timeOffset="52126.27">20108 17639 0,'-17'0'47,"17"18"-32,-36 52 1,19-52-16,17 17 15,-53 88 1,53-105 0,0 0-16,0 35 31,17-36-31,-17 1 16,18-18-1,0 35-15,-1-17 31,1-18-31,0 17 32,-1-17-17,-17 18 17,18 0-1,0-18-16,-1 0 17,19-53-1,-36 35-15,0 1 124,-18 17 48,0 0-173,1 0-15,-1 0 32,18 17-17,-18-17 1,1 0 31,17 18-32,0-1 95</inkml:trace>
  <inkml:trace contextRef="#ctx0" brushRef="#br0" timeOffset="55784.78">6491 16616 0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55:53.41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17074 15011 0,'18'17'234,"-18"1"-234,35 0 16,-35 17-16,18-17 15,35 34 17,-35-34-17,-1-18 1,1 18-16,-18-1 16,17-17 15,1 0 16,0-17-16,-1-1-31,19-17 0,-36 17 16,0-35 15,0 36-31,0-1 0,0 0 31,0 1-15,-18 17-1,18-18 1,0 0 0,-18 18-16,1 0 15,17-17 1,-18 17-1,0-18 1,1 18 47,-1 0 93,1 18-31,17 17-94,-18-17-31,18-1 16,-18 1 15,1 0-31,17-1 31,-18-17-15</inkml:trace>
  <inkml:trace contextRef="#ctx0" brushRef="#br0" timeOffset="2229.3">19420 15081 0,'-17'0'0,"17"18"156,-18 17-156,18 0 15,-18 1 1,18-19 0,18 1 15,-18 0-15,18-18-1,-1 0 1,-17 17-1,18-17 1,0 0 0,-18 18-16,17-18 15,-17 18 1,18-18 0,17 0-16,1 0 15,-19 0 1,18 0-16,-17 0 15,0-53 1,-18 35 0,0 0-16,0-17 15,-18 0 17,18 17-32,-18 1 31,1 17-31,17-18 31,-18 18-15,1 0 15,-1-18 0,0 1-31,1 17 16,17-18 15,-18 18-31</inkml:trace>
  <inkml:trace contextRef="#ctx0" brushRef="#br0" timeOffset="4087.31">20673 17462 0,'-18'0'15,"0"0"48,1 0-16,-1 0-47,1 0 47,17 18 31,17-18-63,1 18 1,-1-1 15,1 1-15,0-18 31,-1 18-16,1-18 0,-18 17 0,0 1-15,18-18 0,-1 0-1,1 0 1,0-18-16,-1 1 16,1 17 15,0-18 0,-18 0-31,17 1 31,-17-1-31,0 0 16,0 1 0,0-1-16,0 1 15,0-1 1,0 0-16,0 1 31,-17 17-31,-1 0 47,0-18-16,1 18 47,-1 0-46,0 0-32,1 0 31,-1 0-31,-17 0 31,35 18-15,-18-18 15,0 0 0,18 17-15,0 1-1,-17-18 1,17 18 15</inkml:trace>
  <inkml:trace contextRef="#ctx0" brushRef="#br0" timeOffset="5207.57">21343 14922 0,'0'36'140,"0"17"-140,18 17 16,-18-34-16,0-1 15,17-18 1</inkml:trace>
  <inkml:trace contextRef="#ctx0" brushRef="#br0" timeOffset="6898.05">21890 12047 0,'-18'18'125,"-17"17"-125,35 1 15,-18-19 1,18 1-16,0 17 16,0-17-1,0-1 16,0 1 1,18 0-17,0-18 1,-18 17-16,17-17 31,1 0-15,52-17-1,-70-1 1,0 0 0,0-17-16,0 17 15,0 1-15,0-1 16,0-17 0,0 17-1,0 1 16,-17 17-15,17-18 15,-18 18 1</inkml:trace>
  <inkml:trace contextRef="#ctx0" brushRef="#br0" timeOffset="8785.34">24536 11765 0,'0'18'140,"0"17"-124,-18-17-16,18-1 15,0 1 1,0 0 0,0-1 15,0 1 0,18-18 0,-18 18-15,35-18 15,-17 0-15,-1-18 0,1 18-16,-18-18 31,0 1-31,0-1 15,0 0 1,18 18 0,-18-17-1,0-1 220</inkml:trace>
  <inkml:trace contextRef="#ctx0" brushRef="#br0" timeOffset="10241.91">23125 9878 0,'0'-18'31,"-18"18"-15,0 0 62,1 0-62,-19 18-1,-52 88 1,71-106 0,-1 17-1,18 1-15,0 0 31,0-1-15,18 1 15,-1-18-15,1 17 0,-1-17-16,1 36 31,17-36 16,-35 17-32,36-17 1,-19-17-16,1 17 16,17-53-1,-17 35 16,-18-35-15,-18 53 0,18-17-1,0-1 32,0 0 16,0 1-48,-17-1 17,-1-17-17,18 17 1,-18 0-1</inkml:trace>
  <inkml:trace contextRef="#ctx0" brushRef="#br0" timeOffset="13990.81">16528 12400 0,'-18'0'31,"0"0"173,1 0-173,-1 18-16,18-1 1,-18 1 0,18 0-1,0-1 17,-17 1-1,17 0 47,0-1-78,17-17 16,1 18-16,0-18 31,-1 18-16,-34-18 454,-19-36-438,19 36-31,17-17 47,0-36-15,0 35-32,0-17 0,0-1 15,0 19 1,0-1-16,0-35 31,0 36-31,0-1 16,0 0 15,17 18 156,-17 89-155,18-37-17,0 19-15,-1-18 0,1-18 16,-18 53 15,18-70-31,-18 0 0,0-1 31,0 1 1</inkml:trace>
  <inkml:trace contextRef="#ctx0" brushRef="#br0" timeOffset="19130.88">19544 12735 0,'35'0'141,"0"0"-126,1 0 1,-19 0-16,1-17 31,0 17-31,-1 0 16,19 0 15,-19 0-31,-17-18 0,18 18 125,-1 0-62,-34-18 30,-18 1-61</inkml:trace>
  <inkml:trace contextRef="#ctx0" brushRef="#br0" timeOffset="20012.34">20002 12241 0,'0'71'94,"0"-36"-79,0 124 1,0-124 0,0 18-1,0-35-15,0 17 16,0 0 0,0-17 124,0 0-109,0-1-15,0 1 0,18 0-1</inkml:trace>
  <inkml:trace contextRef="#ctx0" brushRef="#br0" timeOffset="29898.4">17127 9878 0,'18'0'109,"70"0"-93,-70 0-1,-1 0-15,1 0 16,0 0 0,-1 0-16,19 0 15,-19 0-15,19 0 16,-19-18-16,1 18 15,-1-18 1,1 18-16,0 0 109,-1 0-46,1 0-47</inkml:trace>
  <inkml:trace contextRef="#ctx0" brushRef="#br0" timeOffset="30724.06">17604 9543 0,'0'35'141,"17"-17"-126,-17 17-15,0 0 16,0-17-16,18-1 16,-18 19-16,0-1 31,0 0-31,0-17 15,0-1-15,0 1 32,0 0-32,0-1 0,0 19 31,0-19-15,18-17-16,-18 18 31</inkml:trace>
  <inkml:trace contextRef="#ctx0" brushRef="#br0" timeOffset="38977.64">21872 7232 0,'0'-18'125,"18"1"-94,17-1-15,-17 18 0,-18-18-1,17 18-15,1 0 32,0 0 30,-1 0 1,1 18-32,-18 17-16,18-35 1,-18 18-16,0 0 16,0-1-1,0 18 1,0-17 0,0 0-1,0-1 1,0 1-1,0 0 48,0-1-47,-18 1-1,0-18 1,1 0-1,17 18 95,-18-1-95,18 1 1,-18-18 0,18 18 15,-17-18-31,34 0 297,36 0-282,-17 0 1,-1 0-16,-17 0 16,-1 0-16,1 0 15,-1 0 17,1 0-1,0 0 31,-1 0-30,1 0-1,17 0 0,1 0 0,-19 0-15,1 0 15,-1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51:13.3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2840 8484 0,'17'0'453,"1"0"-437,70-17-1,-70 17-15,17-18 16,-17 18-16,0 0 16,-1-18-1,1 18-15,-1-17 32,1 17-17,0 0 32,-1 0-16,1 17-15,0 1 15,-18 0-15,17-1-1,1 1 17,-18 0-17,0-1-15,0 18 32,0-17-1,0 0-16,0-1 17,0 1-32,0 0 31,0-1-31,0 1 16,0 0 15,0-1-16,0 1 17,-53 17-17,35-17 1,-17-1 0,35 1-1,-18-18-15,1 18 16,-1-18-1,1 17 1,-1-17 0,-17 18-1,17 0 1,0-18 0,1 0-1,17 17 1,17-17 124,19 0-124,-1 0 0,-17 0-16,17 18 15,18-18 1,0 0-16,0 18 16,-36-18-1,18 0-15,-17 0 16,17 0-1,-17 0 142,0 0-110,-1-18-16</inkml:trace>
  <inkml:trace contextRef="#ctx0" brushRef="#br0" timeOffset="1522.21">3810 8678 0,'-18'0'140,"1"-17"-108,-1 17-1,0 0-15,1 0 15,-1 0-16,1 17 1,-1-17-16,0 18 16,1-18-1,17 18-15,0-1 16,-18-17-16,0 53 31,18-35-15,0-1-1,0 19 17,0-19-17,0 1 1,18 0 0,0 17-1,-1-17 1,1-18-1,0 0-15,-1 35 32,1-35-32,-1 0 15,1 0 17,0 0-1,-18 17-16,17-17 17,1 0-17,-18-17 1,18-1 0,-18 1-1,35-1 1,-17 18-1,-18-18-15,17 1 16,1 17 0,-18-18-16,17 0 31,1-17-15,-18 17-1,0 1 1,0-1-1,0 1-15,0-1 16,0 0 0,0 1-16,-18 17 15,18-18 1,-17 18 46,17-18-46,-18 18 0,1 0-1,-1 0 17,0 0-17,1 0 16,-1 0-15,0 0 0,1 0-1</inkml:trace>
  <inkml:trace contextRef="#ctx0" brushRef="#br0" timeOffset="3618.94">3387 9366 0,'-18'0'32,"0"0"15,-17 0-32,0 18 1,0 17-16,-54 36 15,-122 105 1,158-141 0,-35 54-16,-18-1 15,-35 53-15,-36 18 32,107-71-32,-1-53 15,36 18-15,0-53 16,17 18-1,0-18-15</inkml:trace>
  <inkml:trace contextRef="#ctx0" brushRef="#br0" timeOffset="4426.26">1693 10548 0,'0'35'78,"0"54"-62,0 34-1,0-52-15,-17-19 16,17 90-16,0-107 15,0 53 1,0-53-16,0 18 16,0-35-1,0 0 1,0-1 0</inkml:trace>
  <inkml:trace contextRef="#ctx0" brushRef="#br0" timeOffset="5869.6">2046 11007 0,'0'-18'156,"-18"36"-62,-17 35-78,18-36-16,-1 18 15,18-17 1,0 0-16,0 17 31,0 0-15,18-35-16,-1 0 15,1 18 17,-1 0-32,1-1 31,0-17-31,-1 18 15,1-18-15,0 0 32,-18 18-32,17-18 15,1 0 17,0 0-17,-1 0-15,18-36 31,-17 19-31,0-19 16,17-17 0,-35 36-16,0-1 15,0-35 1,0 18-16,0 17 16,0 1-1,0-1-15,0 0 47,-18 18-16,1 0-15,17-17 15,-18 17 0,0 0 16,1 0-31,-1 0-16,-35 17 31,36 1-31,-1-18 16,-17 18-1,17-1-15,0-17 32,18 18-17,0 0 1</inkml:trace>
  <inkml:trace contextRef="#ctx0" brushRef="#br0" timeOffset="7068.12">3933 9490 0,'18'0'94,"0"17"-79,17 54-15,36 17 32,17 36-32,-18-54 15,71 89-15,-35-71 16,-18 0-16,36 0 31,-71-35-31,-18-35 16,0 0-16,-17 17 15,17-35 1,-35 18-16,18 17 31,0-35-31,17 35 31,-35-17-31,18-18 16,17 53 15,-35-36-15,17 1 0,1 0-1</inkml:trace>
  <inkml:trace contextRef="#ctx0" brushRef="#br0" timeOffset="8758.81">4904 10918 0,'17'0'141,"1"-35"-125,0 18-16,-1-1 15,18 0 1,-17 18 0,17 0-1,18-17 1,-35 17-1,0 0 1,-1 17 31,1 36-31,-18-35-1,0 17-15,17 0 31,-17-17-31,0 0 16,0 17 15,0-17-15,-35-1 15,18 1-31,34-36 172,1 18-156,-1 0-16,-17-17 15,36 17 1,-19 0 0,1 0-1,0 0 1,-1 0 15,-17 17-15,0 18-1,0-17-15,0 0 16,0 17-16,0-17 16,0-1-1,0 1 1,0 0 15,-17-18-15,-1 0-1,0 0 1,1 0 15,-1 0-31,0 0 16,1 17-1</inkml:trace>
  <inkml:trace contextRef="#ctx0" brushRef="#br0" timeOffset="9973.42">5803 11042 0,'-17'-18'16,"-1"18"-16,0 0 125,1 0-109,-1 36-16,-35 16 31,53-34-16,0 0 1,0-1 0,0 1-1,0 0 1,0-1-16,0 1 31,35 0-15,-17-18-1,0 17 1,-18 1 0,17-18-16,1 0 15,0 0 17,-1 0-32,1 0 31,17 0-16,-17 0 1,-1 0-16,1 0 16,0-18-1,-1 18-15,1-70 32,0 52-32,-18 0 15,0-17-15,0 17 16,0 1-1,0-1 17,0 1-17,-18-1 1,18 0-16,-53-17 16,35 17 15,-17 1-16,17 17 1,1 0 15,-1 0-15,1 0 0,-1 0-1,-35 35 1,35 0-16,1-17 15,-19 17-15,19-17 16</inkml:trace>
  <inkml:trace contextRef="#ctx0" brushRef="#br0" timeOffset="11408.44">2064 11942 0,'-18'0'31,"0"0"0,-34 17-15,16 1 0,19 17-16,-36 0 15,17 1-15,19 17 16,-71 35-16,-106 141 31,158-176-15,-52 53-1,53-89 1,17 1 0,18 0-1,-17-18 32</inkml:trace>
  <inkml:trace contextRef="#ctx0" brushRef="#br0" timeOffset="12506.2">723 13176 0,'0'18'125,"0"17"-94,0-17-16,18-18-15,-1 17 16,19 1 0,-1 0-1,18-1-15,-18 1 16,-17-18-16,17 18 16,18-1-1,-35-17-15,17 0 16,-35 18-16,18-18 31,-1 18-15,-17-1 15,0 1-31,0 17 16,0 0 15,-17-17-31,-19 17 31,1-17-31,0 0 16,-1-1-1,1-17 1,0 0-16,17 0 16,1 0-16,-19 0 15,19 0 1,-1 0-16,0 0 15,1 0 1,-1 0 31,1 0 0</inkml:trace>
  <inkml:trace contextRef="#ctx0" brushRef="#br0" timeOffset="13205.21">794 13229 0,'0'-17'47,"17"17"0,1 0-32,35 0-15,-35 0 0,52 0 32,-35-18-32,1 18 0,-19-18 15,1 18 1,0 0 0</inkml:trace>
  <inkml:trace contextRef="#ctx0" brushRef="#br0" timeOffset="14847.92">2346 12118 0,'18'0'187,"-1"35"-187,36 0 16,-53 1-16,35-1 15,-17 0-15,17-17 16,-17 17-16,17 0 16,-17-17-16,0 0 15,-1 17 1,18 18-1,1 0 1,-1-18-16,-17-17 16,17 35-16,-17-18 15,17 0-15,-35-17 16,35 17-16,-17-17 16,17 52 15,-17-52-31,-18 0 15,35-1 17,-35 1-32,18-18 15,-18 18 17,17-1-32,-17 1 31,18-18-16,0 17 1</inkml:trace>
  <inkml:trace contextRef="#ctx0" brushRef="#br0" timeOffset="15689.07">2681 13229 0,'0'18'62,"0"17"-46,0 36-16,0 52 31,0-105-31,0-1 16,0 19-1,18 69 1,-18-87 0,0 0-16,0-1 31,17-17-15</inkml:trace>
  <inkml:trace contextRef="#ctx0" brushRef="#br0" timeOffset="17037.37">2946 13370 0,'0'18'110,"0"17"-95,0 0 1,0-17-1,17-18 1,1 18 31,0-18-16,-1 17 0,1 1-15,0-18 15,-1 0 16,-17 18-16,18-18 32,-1 0-16,1 17-16,0-17-15,-18 18 15,17 0-31,-17-1 172,0 1-141,0-1-31,0 1 16,-17 0-1,-1-18 1,18 17 0,-18-17-1,18 18-15,-17-18 47,-1 0-16,18 18 1,-17-18-17,-1 0 1,0 0 15,1 0 0</inkml:trace>
  <inkml:trace contextRef="#ctx0" brushRef="#br0" timeOffset="17960.78">2963 13476 0,'0'-18'47,"36"-17"-16,-1 18-31,53-19 31,-17 19-31,-18 17 0,-36-18 16,36 18-16,0-18 16,18 18 15,-19 0-31,-16 0 0,-1 0 16,0 0-16,1 0 15,-19 0-15,1 0 16</inkml:trace>
  <inkml:trace contextRef="#ctx0" brushRef="#br0" timeOffset="22235.62">5874 11747 0,'17'0'140,"36"36"-124,-17-19 0,-1 19-16,35-19 15,-34 36-15,17-17 16,-36-19-16,71 71 16,-52-52-16,-1-1 15,0 18-15,1-36 16,34 72-1,-52-54 1,17-17-16,-17-1 16,-1 1-16,-17-1 15,36 1-15,-19 0 16,1-18 15,-18 17-15,17-17-1,1 18 1,-18 0 0,18-18 15,-1 17 110,1-17-126,0 18 1,-1 0-1,-17-1-15,18-17 16,0 18-16,-18 0 31,17-18 32,-17 17-48,0 1 1,18-18 0,-18 17 15</inkml:trace>
  <inkml:trace contextRef="#ctx0" brushRef="#br0" timeOffset="24479.81">7355 13212 0,'18'0'141,"0"0"-141,35-36 16,-18 19-1,-17-1-15,-1 0 16,18 18-16,-17 0 15,0-17-15,17 17 16,-35-18-16,18 18 16,-1 0-1,1 0 17,0 18-17,-1 35 1,1-18-1,-1 18 1,-17-36 0,0 19-16,0-19 15,0 1-15,18 17 16,-18-17 0,0 17-16,0-17 78,-18-18-47,36-18 141,17 18-157,18 0-15,-17 0 0,-1 0 16,-18 0 15,-17 18 1,18-1-17,-18 36 1,0-17-1,0-1 1,0-17-16,0-1 16,-18 1-1,18-1 1,-35-17 15,18 0-15,-19 0-1,19 18-15,-1-18 16,0 0-16,-17 0 16,17 0-1,1 0 1,-1 0 0,1 0-1,-1 0 16</inkml:trace>
  <inkml:trace contextRef="#ctx0" brushRef="#br0" timeOffset="25622.1">8237 13000 0,'-17'17'94,"-1"72"-63,18-72-31,0 1 16,0 0 15,0-1 1,18-17 14,-1 0-30,1 0-16,17 0 16,-17 18-16,17-18 15,18 18-15,0-18 16,-18 0-16,1 0 16,-1 0-16,-18 0 15,1 0-15,-18 17 16,18-17-1,-18 18 17,17-1-32,-17 1 31,0 0-15,0 17-1,0-17 16,0-1-31,0 1 32,0 0-32,-17-18 15,-1 17 1,0-17-16,1 18 31,-1-18-15,1 0 31,-1 0 15,0 0-15,1 0-31</inkml:trace>
  <inkml:trace contextRef="#ctx0" brushRef="#br0" timeOffset="26235.14">8202 13053 0,'18'0'109,"17"-36"-109,0 19 16,1-18 0,34-1-16,18-17 15,0 0-15,-35 18 16,-35 35-16,35-17 16,-35-1-16,-1 0 15,1 18-15,0-17 16,-1 17-1</inkml:trace>
  <inkml:trace contextRef="#ctx0" brushRef="#br0" timeOffset="38352.15">5362 11747 0,'0'18'125,"-70"70"-110,52-35 1,-35-17-16,18 52 15,0-71-15,17 19 16,-35 52 0,35-71-1,1 19-15,-1-19 16,18 19 0,-18-19-1,18 1-15,-17 0 16,-1 52-1,1-35 1,17 1-16,0-1 16,-36 36-1,19-54 1,17 1-16,0-1 16,-18 36-1,0-35 1,18 0-16,-17-18 15,17 17-15,0 1 16,-18 17 0,18-17 15,-18-1-31,18 1 16,-17-18-1,17 18-15,-18-18 31,18 17-31,0 1 16</inkml:trace>
  <inkml:trace contextRef="#ctx0" brushRef="#br0" timeOffset="39801.5">4692 13476 0,'-18'0'16,"18"-18"15,0 1-15,0-1-1,0 1-15,18-1 16,0 0-16,17-17 31,-18 17-31,19-17 31,-19 35-15,1 0 0,0 0-1,-1 0-15,1 0 16,0 0 0,17 18-1,-17-18-15,17 17 31,-18-17-31,1 18 32,0 0-17,-1-18-15,-17 17 32,18-17-17,-18 18 1,0 0 15,0 17-15,0 0-16,0 0 31,-53 36-15,35-53-1,-34 17 1,52-18-1,-18-17 1,18 18 109,18-18-78,17 18-47,18-1 16,-18-17-16,0 0 15,142 0 1,-107 0-1,-17 0-15,-18 0 16,36 0 0,-36 0-16,-17 0 15,-18-17 157</inkml:trace>
  <inkml:trace contextRef="#ctx0" brushRef="#br0" timeOffset="40899.21">5539 13247 0,'-18'35'78,"0"-17"-78,-35 52 32,36-52-32,-1 17 15,18-17-15,0-1 16,0 1 0,35-18 62,1 0-78,17-18 15,0 1-15,-18 17 16,0 0 0,36-18-1,-54 1-15,19 17 16,-19-18-16,18 18 15,1 0 17,-19 0-17,-17 18 1,18-1 0,-18 1-1,0-1 1,18 54-1,-18-53 1,0-1-16,0 1 16,0 0-1,0-1-15,0 1 16,0-1 15,-18-17-15,0 18-1,1-18 1,-1 0 15,0 0-15,1 0 0,-1 0 30</inkml:trace>
  <inkml:trace contextRef="#ctx0" brushRef="#br0" timeOffset="41626.85">5592 13335 0,'0'-18'31,"0"1"16,17-1-47,36 0 31,-35 1-31,17-1 16,18 1-16,-18-1 16,0 0-16,-17 18 15,35-17 1,-53-1-16,18 18 0,-1 0 16,1 0 93</inkml:trace>
  <inkml:trace contextRef="#ctx0" brushRef="#br0" timeOffset="45172.55">847 14023 0,'0'0'0,"0"18"47,0-1 15,0 1-62,-53 70 16,17-17 0,-16-19-16,34-16 15,-123 140 1,123-158 0,-17 17-16,0 18 15,17-18 1,18 1-16,-18-19 15,-35 89 17,53-71-32,-17 1 0,17-19 15</inkml:trace>
  <inkml:trace contextRef="#ctx0" brushRef="#br0" timeOffset="46821.21">212 15169 0,'0'18'78,"17"0"-62,-17 17 0,0 18-1,0-35-15,0 17 16,0 18 0,0 0-16,0-36 15,0 1-15,0 35 31,18-53 157,17 0-172,0 0-16,1 0 15,-1 0 1,71 0-1,-71 0 1,0-18 0,36 1-16,-71-1 15,18 18-15,-1-18 16,1 1 0,-18-1 30,0 71 142,0 0-172,0-18-1,0 0-15,0 1 16,0-19-16,0 19 15,0 17-15,0-1 32,18-52-17,-18 18 17,0 0-17,0-1 1,0 19-1,0-19 32</inkml:trace>
  <inkml:trace contextRef="#ctx0" brushRef="#br0" timeOffset="48645.92">2611 14217 0,'-18'35'125,"0"0"-125,-17 36 16,17-53-16,-17 17 15,-18 53-15,36-53 16,-72 124 15,54-106-31,-18 18 0,35-36 16,1 0-16,17 0 16,-18-35-1,18 18-15,-17 0 31,-1-1 1,18 1-17,0 0 1</inkml:trace>
  <inkml:trace contextRef="#ctx0" brushRef="#br0" timeOffset="49405.59">2011 15557 0,'0'36'62,"0"-1"-46,17 71 0,-17-53-1,0-18-15,0 0 16,0 71-1,0-88 1,0-1 0</inkml:trace>
  <inkml:trace contextRef="#ctx0" brushRef="#br0" timeOffset="50711.56">2240 15593 0,'0'0'0,"0"-18"16,0 0 15,0-17 0,18 18-31,-18-1 16,0 0-1,17 1 1,19-1-16,-1 0 31,-17 1-31,-1 17 0,19-18 16,-19 18-16,18 0 31,-17 0-31,0 0 16,-1 0 15,-17 18-15,18-18-16,-18 17 15,0 1 1,0 17-16,0-17 31,0 17-15,0-17-1,-18-1 1,1 1-16,-1 0 31,0-18-15,54 0 124,52-53-124,-35 53 0,-18 0-1,0 0-15,-17 0 32,0 35-1,-1 0-16,-17 1 1,0 17 0,0-36-16,0 19 15,0-19 1,0 18 0,-17-17 15,-1-18-16,0 0 1,-17 0 0,0 0-16,17-18 15,1 18 1,-1 0 31,18-17-32</inkml:trace>
  <inkml:trace contextRef="#ctx0" brushRef="#br0" timeOffset="52634.18">3334 14093 0,'0'18'141,"35"17"-125,36 106 15,-71-105-31,35 17 0,-18 0 15,1-36 1,-18 19-16,18-1 16,-1-18-16,-17 1 15,71 70 17,-71-52-32,18-19 0,17 36 31,-17-18-31,-1-17 0,1 0 31,-1-1-15,-17 1-1,18 0-15,0-18 16,-1 35 15,-17-18-31,18-17 0,-18 18 16,18 17 15,-1-17-31,1-18 47</inkml:trace>
  <inkml:trace contextRef="#ctx0" brushRef="#br0" timeOffset="53294.25">3722 15346 0,'0'17'31,"0"1"-15,0 0-16,0-1 16,0 89-1,0-53-15,0 88 31,0-123-31,17 52 16,1-52 0,-18 17-16,0-17 31</inkml:trace>
  <inkml:trace contextRef="#ctx0" brushRef="#br0" timeOffset="54195.5">3916 15505 0,'17'0'156,"54"0"-140,-18 0-16,17 0 16,-17 0-16,71 0 31,-106 0-15,-1 17-16,-17 1 62,0 17-31,0 18-15,0-18 0,0-17-16,0 0 15,0 17-15,0-17 16,0-1-16,0 1 15,0 17 1,0 0 0,0-17-1,18 53 1,-18-54 0</inkml:trace>
  <inkml:trace contextRef="#ctx0" brushRef="#br0" timeOffset="55080.51">4269 15787 0,'35'0'156,"-17"0"-140,17-18-16,0-17 16,18 35-16,0-35 15,-35 35 1,17 0-16,0 0 31,-17 0-15,-1 0-1,1 0-15,0 0 16,-1 0 0,1 0-1,0 0 1</inkml:trace>
  <inkml:trace contextRef="#ctx0" brushRef="#br0" timeOffset="59193.5">5838 14217 0,'18'35'140,"70"71"-124,0 0 15,-52-71-31,-1 0 0,-17 1 16,35-1-16,-36-17 15,19 17-15,-19 0 16,54 18 15,-54-35-31,1-1 0,-18 1 16,18 0-16,-1-1 47,-17 1 31,18-18-78,-18 18 47,18-18-47,-18 17 31,17 1 0,-17-1 16</inkml:trace>
  <inkml:trace contextRef="#ctx0" brushRef="#br0" timeOffset="61389.45">6667 15328 0,'18'0'203,"0"0"-172,-18-17-15,17 17 0,1 0 77,0 0-61,-1 0-1,-17-18-16,18 18 142,-18 18-142,18-18 17,-18 17-32,0 1 0,0-1 15,0 1-15,17 0 31,-17-1-15,0 1 0,0 0-16,0-1 15,0 1 1,0 0 0,0-1-16,0 1 15,0-1 1,0 1-1,0 0 1,-17-1 0,-1-17-1,18 18-15,-18-18 16,18 18 0,-17-18-1,-1 0 1,0 0-16,1 0 31,17 17-15,-18-17-1,0 0 17,1 0-17,17 18-15,17 0 156,1-18-140,0 0-16,17 0 16,0 17-16,-17-17 15,35 0 1,-35 0-16,-1 0 16,1 0-1,-1 0-15,1 0 16,0 0 156,-1 0-125,1 0-32,-18 18 63,18-18-62,-1 0 0,36 18 15,-18-18-31</inkml:trace>
  <inkml:trace contextRef="#ctx0" brushRef="#br0" timeOffset="63581.94">7232 15222 0,'0'36'125,"-18"-19"-125,1 54 31,-1-18-31,18-36 16,-18 19 0,18-19-1,0 19 1,0-1-1,0-18 1,0 1-16,0 0 31,18-1-15,-18 1 0,18-18-1,-18 18 16,17-18-31,1 0 47,-18 17-31,18 1 15,-1-18-15,1 18-16,-1-18 31,1 0-15,0 17-1,-1-17-15,1 18 16,0-18-16,35 18 31,-36-18-15,1 0-16,0 0 15,-1 0 64,-17-18-64,18 18 1,-18-18-16,17 1 15,1-1 1,-18 0 15,0 1 16,0-1 16,-18 18-32,18-18-31,-17 18 16,-1 0 77,1 0-30,-1 0-48,0 0 17,1 0-32,-1 0 0,0 0 15,1 18 17,-1-18-1,18 18-31,0-1 281,-18-17-265,18 18-1,0 17 32,-17-35 78</inkml:trace>
  <inkml:trace contextRef="#ctx0" brushRef="#br0" timeOffset="68344.28">3969 16245 0,'-18'36'172,"-17"-19"-157,17 19-15,-52 52 31,52-71-31,-88 89 32,71-35-32,-36-1 31,54-34-31,-19-1 31,36-17-31,-35-1 0,17 1 31,18 17-31,-17-35 0,-1 18 32,18-1-32,-17-17 15,17 18 1,0 0-16,-18-1 31,0-17 0,18 18 1,0 0-1,-17-1-15,17 1 30,-18-18-46</inkml:trace>
  <inkml:trace contextRef="#ctx0" brushRef="#br0" timeOffset="69455.57">3175 17321 0,'0'18'47,"35"88"-31,-35-53 0,18 35-1,0-35-15,-18-18 16,0 0-16,17 124 31,-17-141-31,18-1 16,-18 1-1,0 0 1,0-1 0,0 1-1,17-18 1</inkml:trace>
  <inkml:trace contextRef="#ctx0" brushRef="#br0" timeOffset="70810.97">3510 17427 0,'0'53'110,"0"-18"-110,0 36 31,0-36-31,0 18 0,0-35 16,0 35-1,0 0-15,0 0 31,0-36-31,0 1 32,0-1-32,0 1 15,0 0 1,35-1 15,-35 1-31,18-18 16,0 0-1,-1 18 1,1-18-16,0 0 16,17 0-16,0 0 15,53 0 17,-70 0-32,0 0 15,-1 0-15,36-18 31,-35 18-15,-18-18 15,0 1-15,0-1 15,-18 0-15,1 18-1,-1-17 48,0 17-47,1 0-1,-1 0 1,18-18-16,-18 18 15,1 0-15,-1 0 32,0 0-17,1 0 17,-1 0-17,1 0 1,17 18-1,-18-18 1,18 17 0,-18-17-1,18 18 17</inkml:trace>
  <inkml:trace contextRef="#ctx0" brushRef="#br0" timeOffset="93212.39">9895 12294 0,'53'0'187,"-17"0"-171,17 0-1,105 0 1,-105 0 0,247 0-1,-176 0 1,-36 0-16,159-17 15,-142-1 1,19 18 0,88 0-16,-107 0 15,284 0 1,-213 0 0,-88 0-16,71 0 15,-106 0 1,17 0-1,-52 0 17,17 0-32,-17 0 15,0 0 17</inkml:trace>
  <inkml:trace contextRef="#ctx0" brushRef="#br0" timeOffset="95016.39">12471 11977 0,'-18'0'141,"36"0"15,-1 0-156,1 17 16,17 1-16,-17-18 15,17 35-15,0-17 16,1-18-16,52 18 31,-70-1-31,-1-17 16,1 0 0,35 18-1,-36 0 1,-17-1 15,18-17-15,0 0 77,-18 18 157,-36 17-234,19-35 0,-19 35-16,1-17 15,-88 88 17,87-71-32,-34 36 15,52-54 1,-35 19-16,0-1 15,18-17 1,35-1-16,-35 18 16,17-35-1,-17 36 17,35-19-32,-18-17 15</inkml:trace>
  <inkml:trace contextRef="#ctx0" brushRef="#br0" timeOffset="109440.69">9931 11007 0,'0'17'125,"0"1"-110,17 17 1,1 53-1,-18-52-15,18-1 16,-18-17-16,0 17 16,0-17-16,0-1 15,0 18 1,0-52 187,0-36-187,0 0-16,-18 18 15,18-1-15,0 19 16,-18-1-16,18 0 16,0 1-1,0-1 1,0 1-1,0-19 1,0 19 0,0-1-1,0 0 1,0 1-16,0-1 16,0 0-1,0 1-15,0-1 47,-17 18-31,52 18 296,0-1-312,-17-17 31,0 18-31,-1 0 16,18-18 0,-17 17-16,0-17 15,-1 0 17,1 18-32,0 0 15,17-1 1,-35 1-16,18-18 15,-1 18 1,1-1 0,17 1-16,-35-1 15,18-17 1,-18 18-16,17 0 16,-17-1-1,18 1-15,-18 0 16,18-18-1,-18 17-15,0 1 32,0 0-32,0-1 15,0 1 1,-18 17 0,0-17-1,-17-1 1,35 1-16,-18-18 15,1 0 1,-18 18 0,17-18-1,0 0 1,1 0-16,-1 0 16,0 0-1</inkml:trace>
  <inkml:trace contextRef="#ctx0" brushRef="#br0" timeOffset="119994.38">10566 11359 0,'17'0'297,"-17"-17"-282,18 17-15,0-18 16,-1 1-1,-17-1 1,18 18-16,-18-18 16,18 1-1,-18-1 1,35 0 0,-35 1-1,17-1 1,-17 0 46,0 1 1,-17 17-48,-1 0 17,1-18-1,-1 18 63,0 0-79,18 18 1,-35 17 15,17-35-31,18 18 16,-17-1-1,17 1 1,0 0 0,0-1-1,0 1 1,0 0 31,0-1-16,0 1-15,17-18-16,1 0 15,17 17 17,-35 1-32,18 0 15,0-18 16,-1 0-15,-17 17 0,18-17-16,-1 0 31,36 18 0,-17-18-31,-19 0 16,36-18-16,-18 1 15,-17-1 1,17 0-16,1 1 16,17-18-16,-36-1 15,1 19-15,35-54 16,-36 18-16,19 18 16,-36 0-16,0-1 15,0-17-15,0 18 16,0-18-16,0 18 15,0-36 17,0 54-32,0-1 15,-18-17-15,0 35 16,1-18 0,17 1-16,-18-1 15,0 0 1,1 18-16,17-17 15,-18 17 1,18-18 0,-17 18-16,-1 0 15,0 18 79,18 35-78,0 17-16,0-52 15,0 17 1,0 71 0,0-89-1,0 36 1,0-35-16,0 0 15,0-1-15,0 19 16,18-19-16,-18 1 16,18 70-1,-1-88 1,-17 35-16,18-17 16,-18 17-1,17-35 1,1 0-1,-18 18 1,18-18 0,-1 0-1,-17 18 1,18-18 0,0 0-1,-1 0 1,1 0-1,17 0-15,-17 0 16,0 0-16,-1 0 16,1-18-16,-1 0 15,1 18-15,0 0 16,-1 0 0,19-17-16,-19 17 15,19-18-15,-19 18 16,18-35-1,-35 17-15,18 0 32,0 1-32,-18-1 0,0-17 15,0 0 17,0 17-32,0 0 15,-18 18 79,0 0-47,18 18-32,-17 0-15,-1-1 32,18 1-32,0-1 15,-17 19 1,17-19-16,0 1 16,0 0-1,0-1 16,0 1-31,0 0 32,0-1-17,17 1 1,1-18 0,-1 18-1,-17-1 1,18-17-16,0 0 15,-1 18 1,1-18 0,17 0-1,-17 0-15,105 0 32,-87 0-32,17 0 15,-18-18-15,0 1 16,-17 17-16,35-71 31,-53 53-15,0 1-16,0-1 15,0-70 1,0 35-16,0 0 16,-36 0-16,-16-176 31,52 194-31,0 17 15,0 0-15,0-17 32,0 17-32,0 54 109,0 34-93,0-17-16,17 53 31,-17 17-31,0-52 16,0 35-16,0-36 15,0-34-15,0 17 16,18 52-1,-1-87-15,1 17 16,-18-17 15,18-18-15,-1 0 31,19 0-32,34 0 17,-35 0-17,36-18 1,-36 1-16,-17-1 16,0 18-16,17-35 15,0 17 1,-35 0 15,-18 18 78</inkml:trace>
  <inkml:trace contextRef="#ctx0" brushRef="#br0" timeOffset="120594.15">11959 11112 0,'18'0'94,"17"-17"-79,106-54 1,-70 36 0,-18 17-16,-18 1 15,71-19 1,-89 36-1,-17-17 32</inkml:trace>
  <inkml:trace contextRef="#ctx0" brushRef="#br0" timeOffset="121852.62">12382 11307 0,'18'0'31,"0"-18"16,-1 0-32,54-52 17,-53 52-32,-1 0 15,19 1 1,-36-1 0,0 0-1,0-34 16,0 34-15,-18 0 15,0 18-15,1 0 31,-1 18-32,0 0 1,1-18-16,17 17 16,-18 1-16,0-18 15,18 17 1,-17 1 15,17 0-15,0-1-16,0 1 15,0 0 17,0-1-32,0 1 15,0 0 1,0-1 15,0 1-15,17-18-16,1 0 31,0 18-31,-1-1 31,1-17-15,0 18 0,-1-18-1,19 17-15,16-17 16,-16 0-16,17 0 31,-36 0-31,36 0 16,-35 0-1,-1 0-15</inkml:trace>
  <inkml:trace contextRef="#ctx0" brushRef="#br0" timeOffset="123212.38">13476 11024 0,'0'-17'16,"0"-1"15,0 0-15,0 1-1,0-1-15,18-52 32,-1 52-17,1 0-15,35-35 16,-18 36 0,-17-1-16,17 0 15,-17 18 1,-1 0-1,1 0 32,0 0-15,-1 0-32,-17 18 15,18 35 16,-18-35-31,18-1 0,-18 1 32,0 35-17,0-18-15,17 0 16,-17 1-16,0-1 16,0-17-16,0-1 15,0 18-15,0-17 31,-17 0-31,17-1 16,-36 1 15,19 0-31,17-1 16,-18-17 15,53 18 110,1-18-126,69 0 1,-16 0-16,-19 0 16,-17 0-16,18 0 31,-36 0-31,-17 0 0,-1 0 31</inkml:trace>
  <inkml:trace contextRef="#ctx0" brushRef="#br0" timeOffset="124632.38">14640 10830 0,'0'0'0,"-17"0"109,-1 0-93,0 0-16,1 0 16,-1 36-1,-17-1 1,17-18 0,1 36-1,17-35 1,-18 0-16,18-1 15,0 19 1,0-19 15,0 1-15,18-18-16,-18 17 16,17 1-1,-17 0-15,18-18 16,-18 17-1,35-17 1,-35 18 0,18-18-1,-18 18 1,17-18 0,1 0-1,0 0 1,17 0-1,-17 0 1,-1 0 0,1 0-16,-18-18 15,17 18 1,1-18 15,-18 1 0,18 17-31,-18-18 16,0 0-16,0 1 63,0-1-1,0 1-31,-18-1-15,18 0 31,-18 18-32,18-17 32,-17 17-31,17-18 0,-18-35-1,1 35-15,17 1 16,0-18-1,-18 17 1,18 0 0,0 1-1,0-1-15,-18 18 32</inkml:trace>
  <inkml:trace contextRef="#ctx0" brushRef="#br0" timeOffset="130397.9">11254 13529 0,'0'-18'141,"-18"18"-94,0-17-16,1 17 32,-1 0-48,-17 17 1,-1 1 0,36 0-1,-17-18-15,17 17 16,-18-17-1,18 18 1,0 0 140,18-18-124,35 35-1,-36-35-16,19 17 17,-36 1-32,17-18 31,-17 18 0,18-18 0,0 17 16,-1-17 172,-17 18-94,-17-18-16,-107 53-77,71-35-32,36-18 15,-19 17-15,19 1 16,-1-18 0,-17 0-1,17 0 32</inkml:trace>
  <inkml:trace contextRef="#ctx0" brushRef="#br0" timeOffset="131514.13">11501 13423 0,'-18'0'15,"18"35"79,0-17-78,0 17-1,0 18 16,0-35-31,0 0 0,0-1 16,0 1 0,0-1-16,18 1 31,-1-18-15,-17 18 15,35-18-31,-17 0 15,0 0 1,52 0 15,-34 0-31,-19 0 16,18 0-16,1-18 31,-19 0-31,-17 1 31,0-1-15,0 1 0,-17-19-1,-1 19 1,18-1 0,0 0-16,-35 18 31,35-17 0,-18 17-31</inkml:trace>
  <inkml:trace contextRef="#ctx0" brushRef="#br0" timeOffset="132637.07">12347 13476 0,'0'-18'16,"-17"18"46,17-17-46,-18 17 0,0-18-16,1 18 15,-1 0 1,0 0-1,-17 0 17,0 0-17,17 0 1,18 18 0,-35-1-1,17 19 16,1 17 1,17-36-32,17-17 15,1 18 1,0 0 0,-1-18-1,-17 17-15,18-17 16,-18 18-1,17-18 1,-17 17 15,18-17 1,0 0-32,-1 0 15,72 0 1,-19 0-1,-17 0-15,0 0 16,-35 0 15</inkml:trace>
  <inkml:trace contextRef="#ctx0" brushRef="#br0" timeOffset="133706.99">12841 13670 0</inkml:trace>
  <inkml:trace contextRef="#ctx0" brushRef="#br0" timeOffset="135292.7">13053 13370 0,'0'-17'94,"-18"17"-78,0 0-1,1 0 1,-1 0-1,-35 17 1,0-17-16,18 18 31,0 17-31,17-35 0,1 18 32,-1-18-32,18 17 15,-35 19 1,35-1-1,0-17 1,0-1 0,0 1 15,17 17-15,1-35-16,0 18 15,-1-18-15,1 17 31,-1-17 1,1 0-32,0 0 31,-1 0-31,-17 18 16,18-18-1,0 0 1,-1 0-1,1 0 1,0 0 31,-1 0 0,1 0-32</inkml:trace>
  <inkml:trace contextRef="#ctx0" brushRef="#br0" timeOffset="136422.22">13282 13617 0,'0'-17'109,"0"-19"-109,0 19 16,35-72 15,-35 72-31,18 17 0,-18-18 16,-18 18 171,1 0-171,-1 18-16,18-1 15,-35 19 1,0-19-16,35 19 31,-18-36-31,18 17 31,0 1-15,0 0 0,18-1-1,-1-17-15,1 0 16,-18 35 15,17-35-15,19 18-1,-19-18 1,1 0-16,17 18 31,-17-18-31,17 0 16,53 17 0,-70-17-1,0 0 1</inkml:trace>
  <inkml:trace contextRef="#ctx0" brushRef="#br0" timeOffset="137372.53">13899 13300 0,'-35'0'79,"0"0"-64,0 17-15,17 19 16,-35-19-1,18 19-15,17-19 16,0 1 0,36-1 62,17 1-63,1-18 1,17 0-16,0 0 16,17 0-1,-17 0 1,-35 0-16,-18 18 16,35-18-1,-35 17 16,18 19 1,-18-19-32,0 1 15,0 0 1,-36 34 0,19-52-1,-1 0-15,-17 18 16,-18-18-16,35 0 15,1 18 1,-1-18 15,0 0-15,71 0 62,71 0-62</inkml:trace>
  <inkml:trace contextRef="#ctx0" brushRef="#br0" timeOffset="138491.07">14693 13229 0,'0'-17'140,"-17"17"-124,-36 0-16,35 0 16,-53 35-1,19-18-15,52 1 16,-18 0-16,0-18 16,1 17 15,17 1 0,17 0 0,1-1-15,35 36 0,17-53-1,54 35 1,-71-17-1,0 0 1,-36-1-16,1-17 16,17 0-16,-35 18 15,18-18-15,-18 18 16,17-1 0,-17 1 15,0 17-16,0-17 1,-17-1-16,-18 1 16,-1 17-1,1-35-15,0 0 16,-1 0-16,1 18 16,0-18-1,17 0-15,-17 0 16,-18 0-1,35 0 1,18-18 0,0 1 15,18 17 16,0-18-47,-1 18 15,1 0-15,0 0 32,-1 0-32</inkml:trace>
  <inkml:trace contextRef="#ctx0" brushRef="#br0" timeOffset="139545.6">15381 13335 0,'-18'-18'31,"1"18"0,-18 0 1,17 18-17,-53 35 16,71-35-31,-17 34 32,17-34-17,17 17 17,1-17-32,0 0 15,-18-1-15,17-17 16,1 18-16,0-18 15,-1 18 1,54-18 0,-18 0-1,-18 0 1,0-18 0,-17 0-16,-1 1 15,-17-1-15,18-88 31,-36 71-15,1 0 0,17 17-1,-18 0 1,-17 1 0,17 17-16,1 0 15,-19 0 1,19 0-16,-1 0 15,-35 0 1,36 0-16,-1 0 16,0 0 15,18 35-31,0-17 16,0-1-1</inkml:trace>
  <inkml:trace contextRef="#ctx0" brushRef="#br0" timeOffset="140527.01">15575 13547 0,'18'0'47,"-1"0"31,1-18-63,0-17 1,-18-18-16,17 35 16,-17-105 15,0 87-31,0 19 15,0-1 17,0 1-32,-17 17 62,-1 0-31,0 17-31,1-17 16,-1 18-16,0 17 16,18-17-1,0-1 1,0 1 15,18-18-31,0 0 16,17 0-1,0 0 1,36 0-16,17 0 31,-70 0-31,-1 0 32,-17 18-17,0 35 16,0-18-15,18 0 0,-18-17-16,0-1 15,35 1 17,-17-18-17,-18 18 1,18-18-1,17 0 1,18 0-16,-18 0 16,18 0-16,53 0 31,-89 0-31</inkml:trace>
  <inkml:trace contextRef="#ctx0" brushRef="#br0" timeOffset="144444.99">11289 12841 0,'-18'0'31,"1"18"-31,-19-1 16,19 1-16,-36 17 31,53-17-31,-106 88 31,88-89-31,1 1 16,-72 88 0,1-18-16,0 18 15,0-18-15,35-17 16,-35 34-16,35-34 15,0 70 1,18-70-16,17 17 16,18-53-16,0 0 15,0 54 1,18-54-16,-1-17 16,19-1-1,-36 18-15,35-35 16,0 36-16,18 17 31,-35-53-31,17 17 31,-17 1-31,-1-18 16,1 18 0,52 35-1,-52-53 1,0 0-16,-18 17 15,17 1 1,1-18-16</inkml:trace>
  <inkml:trace contextRef="#ctx0" brushRef="#br0" timeOffset="145685.31">15857 12682 0,'36'36'157,"-1"-19"-157,35 54 15,72 52 1,-107-105-16,35 70 31,-34-53-31,-19-17 16,-17 0-16,18-1 15,-18 19-15,18 17 16,35 70 15,-18-17-31,-35-36 0,0-34 16,0-19-16,17 71 31,-17-70-31,0 17 16,0 36-1,-17-36 1,-1-17 0,18 0-1,-35-18 16,35 17-15,-18 1 0,18-1-16,-17 1 15,-1-18 1,18 18 0,-18-1-16,18 1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54:30.84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5503 13141 0,'-17'0'15,"-1"-18"17,0 18-32,1-17 15,-19-1 16,19 18-31,-1-18 32,1 18-32,-1 0 15,0-17 1,-17 17 15,17 0-31,1 0 31,-1 0-31,0 0 16,1-18 0,-1 18-1,1 0 1,-1 0-16,0 0 16,1 0-1,-1 0-15,0 0 16,-35 18 15,36-1-31,-18-17 16,-1 18-16,19 0 15,-19-18-15,19 17 16,-1 1-16,0 0 31,-17-18-31,35 17 16,0 1-1,-18-18 1,1 18-16,-18-1 16,35 1-1,-18-1 1,0 1 0,1 0-16,17-1 31,-18 19-16,0-19 1,1 1 0,17 17-16,-18-35 15,18 18-15,0-1 16,0 1-16,-18 0 16,18-1-16,-17 19 15,17-19-15,0 1 16,0 35-1,0-36 1,0 19 0,0-1-1,0-17 1,0-1 0,0 19-16,0-19 15,35 54 1,-17-54-16,-1 19 15,19-1 1,17 18 0,-36-18-16,1-35 15,-1 18-15,-17-1 16,18-17-16,0 0 16,-18 18-1,17-18 1,1 0-1,-18 18 1,35-18 0,-17 0-1,0 17-15,-1 1 16,36 0 0,-18-1-1,-17-17 16,17 18-15,-17-18 0,0 0-1,-1 18 1,19-18 0,-19 0 15,1 0-16,-1 17-15,1-17 16,53 0 0,-18 0-1,-18 0-15,0 0 16,18 0 0,18 0-16,-36 0 15,53 0 1,-53 0-1,-17 0-15,17-17 16,71-19 0,-88 36-1,-1 0-15,1-17 16,0 17-16,-1 0 16,1-18-16,0 0 15,-1 18 1,1-17-1,-1-1 1,1-17 15,0 17-31,-18 1 16,0-1-16,0 0 16,17-17 15,-17 17-31,0 1 0,18-19 15,0 19 1,-18-54 15,0 54-31,0-1 16,0 0-16,0-17 16,0-18 15,0 0-31,-18 36 0,18-1 15,0-17 17,-18 17-32,18 0 15,-17-17 17,17 17-32,-18 1 15,0-18 16,1-1-31,17 19 32,-18-1-32,18 0 0,-17-17 31,-1 17-31,18 1 0,-18-18 31,18 17-15,-17 0-1,17 1-15,0-1 16,-18 0-16,0 1 16,18-1-1,-17 18 1,-1-35-16,0 17 31,1 18-15,17-18 15,-18 18-31,1 0 31,-1-17-15,0 17 15,18-18-31,-17 18 16,-1 0-1,0-17 1,1 17 0,-1 0-1,0 0 1,1-18 0,-1 18-1,1 0 1,-1 0-1,18-18 1,-18 18-16,1 0 31,-1 0-15,-35 0 0,18 18-1,17 0-15,-35-18 16,-17 35-1,34-18 1,19 1-16,-1-18 16,0 18-16,1-1 15,-1-17 1,18 18 0</inkml:trace>
  <inkml:trace contextRef="#ctx0" brushRef="#br0" timeOffset="10716.96">19597 8202 0,'17'-35'16,"1"35"-16,0-35 15,-1 35-15,19-18 32,-19 0-17,1 18 1,0 0 15,-18-17-31,35-1 16,0 18-16,0 0 31,-17 0-31,0 0 16,-1 0 15,1 0-31,0 0 15,-18 18 1,17-1 0,1 1-1,-1 17-15,-17 0 16,18 18 15,-18-35-31,0 0 16,0-1-16,0 1 15,0 0-15,-18 17 32,1-18-17,-18 19 1,17-19-16,0 1 16,18 0-1,-17-18 1,34 0 265,71 17-265,-70-17-1,17 0-15,-17 18 16,17-18-16,1 18 16,17 17 15,-18-35-31,-18 0 15,1 17 1,17 1 0,-17-18-16,0 0 15,-1 0-15,19 0 16,-19 0 0,71 0-1,-52 0 1,-1 0-1,0 0-15</inkml:trace>
  <inkml:trace contextRef="#ctx0" brushRef="#br0" timeOffset="11875.43">20637 8079 0,'0'0'0,"0"17"125,0 1-94,0 0-15,0-1 15,0 1 0,18-18-15,0 0-1,17 0 1,-17 0-16,17 0 16,71 0-1,-53 0-15,-18 0 16,88 0-1,-87 17 1,34 19 0,-52-19-1,-18 1 1,18 0-16,-1 17 31,-17-17-15,0 17-1,-17-35-15,17 17 16,-18 1-16,0-18 31,1 18-31,-1-18 16,-35 0 0,35 0-16,-17 0 15,18 0-15,-1 0 16,-17 0-1,17 0-15,0 0 16,1 0 0,-1 0-1,0 0 1,1 0 0</inkml:trace>
  <inkml:trace contextRef="#ctx0" brushRef="#br0" timeOffset="12423.64">20690 8026 0,'18'-36'62,"35"1"-46,0-18 0,123-53 15,-70 53-31,-18 18 0,-35 18 16,53-36-1,-88 53 16</inkml:trace>
  <inkml:trace contextRef="#ctx0" brushRef="#br0" timeOffset="15041.45">19932 8978 0,'-18'18'172,"18"-1"-156,-35-17-1,17 36 1,1-19-16,-1-17 15,18 18 1,-18 0-16,18-1 16,-17-17-1,-18 18 1,17 17-16,0 0 31,1-35-31,-1 36 16,0-19-16,1 1 15,-1 0-15,0-1 16,1 1-16,-1 0 16,1-1-1,-1 1 1,18 0 0,-18-18-16,1 17 15,-1-17 1,0 18-1,1-1-15,-1 1 16,18 0-16,-18-18 16,1 17-16,-1 1 15,0-18 1,1 18 0,-18-1-16,35 1 15,-18-18-15,0 18 16,1-1-1,-1-17 1,18 18 0,-18-18-16,1 0 15,17 17 1,-18-17 0,18 18 30,-18-18-14,1 35-17,-1-35 1,18 18 0,-17-18 109,17 18-110,-18-1 16,18 1-31,-18 0 110,18 17-95,-35-35 1,35 17-16,-18-17 16,18 18-16,-17-18 15,17 35-15,-18-35 16</inkml:trace>
  <inkml:trace contextRef="#ctx0" brushRef="#br0" timeOffset="16141.53">20408 9084 0,'18'0'109,"-1"18"-93,36-1-1,-53 19 1,89 52-16,-37-53 16,54 71-1,-53-53 1,-35-36-16,17 19 15,0-19-15,1 19 16,-19-36-16,54 70 31,-36-52-15,-17-18 0,17 53-1,-17-36 1,-1-17-16,1 18 15,-18 0 1,18-1 0,-1-17-1,-17 18 32,18-18-16</inkml:trace>
  <inkml:trace contextRef="#ctx0" brushRef="#br0" timeOffset="17915.41">17974 10336 0,'0'18'94,"0"53"-78,-18-36-16,18 53 15,0-53 1,0-17 0,0 53-16,0-36 15,18-18-15,-18 1 16,0 17 0,18-17-1,-1 0 1,-17-1-1,0 1 1,0 0 62,0-1 125,0 18-187,0-17-16</inkml:trace>
  <inkml:trace contextRef="#ctx0" brushRef="#br0" timeOffset="19567.3">18732 10530 0,'0'-17'47,"-17"17"31,-1 0-47,1 0-15,-1 0-1,0 0-15,-17 17 16,0-17-1,35 18 1,-18-18-16,18 18 16,-18-1-16,18 1 15,-17 17 1,17-17 0,0 17-1,0-17 1,0-1-1,17 36 1,1-17 0,-18-19-16,35 1 15,-17-18 1,-18 18-16,18-18 16,-1 0-1,1 17 1,0-17-1,-18 18 1,17-18 0,18-18-1,1 18 1,-19-17-16,1-1 16,-18 0 15,18-17-31,-18 17 47,0 1 31,0-1-47,0 0-15,0-17 15,0 18-31,0-1 16,0 0 15,0-17-31,0 17 15,0 1 1,0-1 0,0 0-16,0 1 15,0-1-15,0 0 16,0 1 15,-18 17 0,0 0 79,1 0-48,-1 0 141</inkml:trace>
  <inkml:trace contextRef="#ctx0" brushRef="#br0" timeOffset="21312.12">21361 10354 0,'0'-18'110,"0"-17"-95,35-18-15,-17 36 0,17-36 16,-17 53 0,34-36-1,1 1-15,-17 35 0,-1-18 31,-17 18-15,-1 0 0,1 0 15,-18 18-31,17 0 16,-17-1-1,18 19-15,-18-19 0,18 1 16,-18 0-16,0-1 31,0 1-15,0-1-1,-18 1 1,0 0-16,1-1 16,-1-17-1,1 18 16,34-18 126,1 0-157,17 0 15,18 0-15,-35 0 16,52 35 0,-35-17-16,-17 0 31,-18-1 0,18-17-15,-18 35-16,0-17 15,0 0-15,-18 35 32,18-18-17,-35-17 1,17-1-1,-35 1-15,36-18 16,-89 18 0,71-18-1,-1 0 1,-17 0 0,36 0-1</inkml:trace>
  <inkml:trace contextRef="#ctx0" brushRef="#br0" timeOffset="22665.22">22278 10372 0,'-53'53'125,"18"-18"-109,17 35 15,18-52-31,0 0 16,0-1-1,18 19 1,-1-36 0,1 17-16,0-17 15,-1 18 16,1-18-15,0 18 15,-1-1 1,1-17-17,-1 0 1,1 0 15,17 0-15,-35-17-16,36-1 15,-36 0-15,35-17 32,-35 0-32,0 17 0,0 0 15,18-17 16,-18 17-15,0 1 15,0-1-15,-18 1 15,18-1-31,-18 0 16,1 18-16,17-17 15,-18 17-15,18-18 16,0 0 0,-18 18-1,1 0 17,-1 0-17,18-17 1,-18 17 78,1 0-48,-1 0-14,1 0-17,-1 0 17</inkml:trace>
  <inkml:trace contextRef="#ctx0" brushRef="#br0" timeOffset="23533.5">22595 10830 0,'0'36'78,"36"34"-78,-19-35 16,1 36-16,35 17 15,-18-35-15,18 88 31,-18-106-31,-35 18 16,36-17-16,-19-1 16,19 35-1,-19-52 1,1 0 0,-18-1-16,17-17 31,-34 0 78</inkml:trace>
  <inkml:trace contextRef="#ctx0" brushRef="#br0" timeOffset="24622.72">22772 12330 0,'0'17'0,"0"-34"0,0-1 0,17-35 16,-17 35-16,0 1 15,0-1-15,0-35 16,36 0 0,-19 36-1,1-1 1,0 18-1,-1 0 17,19 0-17,-36 35 1,17-17 0,-17 0-16,18-18 15,-18 17-15,0 1 16,0-1-1,0 1-15,0 0 16,0 17-16,0 0 16,-35 36 15,17-71-31,0 17 16,36-17 124,70 18-109,-53 17-31,36 18 16,-53-53 0,-18 18-16,0 0 15,17 35 17,-17-36-32,0 36 0,0-18 15,-70 1 1,-19 17-1,54-18-15,-88 0 32,87-35-32,-16 18 31,34-18-15,0 0 15</inkml:trace>
  <inkml:trace contextRef="#ctx0" brushRef="#br0" timeOffset="25579.62">23336 12259 0,'18'0'31,"0"35"47,-18 53-62,0-70-16,0 17 16,0-17-1,17-18 17,1 0 14,-1 18-46,54-1 32,-53 1-17,-1-18-15,-17 18 16,0-1-16,36 19 16,-36-19-1,0 1-15,17-1 16,-17 36-1,0-17-15,0-19 16,0 1-16,0 0 16,0-1-1,0 1 1,-17-1 0,-54-17-1,36 0-15,-1 0 16,1 0-16,0 0 15,17 0 1,1 0 93</inkml:trace>
  <inkml:trace contextRef="#ctx0" brushRef="#br0" timeOffset="26203.79">23424 12171 0,'18'0'78,"35"-18"-62,18-17-16,-1 17 15,-17-17-15,53-18 16,35 0 0,-88 36-1,35-19-15,-35 19 0,-18 17 16,-17 0-1,-36 17 79,1 1-78,-1-18-1,18 35-15,-18-35 0</inkml:trace>
  <inkml:trace contextRef="#ctx0" brushRef="#br0" timeOffset="30608.43">21837 11024 0,'-18'18'93,"1"35"-77,-89 159 0,53-107-16,18-34 15,-1-18-15,1 35 16,17-53-16,1 1 15,-1 34 1,-17-35 0,17 1-16,18-19 15,-17 1-15</inkml:trace>
  <inkml:trace contextRef="#ctx0" brushRef="#br0" timeOffset="32043.62">20690 12418 0,'18'0'63,"0"0"-32,-1 0-15,1 0 15,0 0-15,-1 0-1,1-18-15,0 18 16,-1 0 0,1 0-1,-1 0-15,1 0 16,17 0-1,-17 0 1,0 0-16,-1 0 16,-17 18-1,18-18 1,-18 17-16,18 1 16,-1 17-1,-17-17-15,0 0 16,0 35-16,18-36 15,-18 18-15,0 1 16,0-1-16,0 18 16,0-35-16,-35 70 31,17-71-15,18 1-16,-18-18 93,54 0 17,-1 18-95,0-18 1,0 17-16,-17-17 16,53 18 15,-54-18-31</inkml:trace>
  <inkml:trace contextRef="#ctx0" brushRef="#br0" timeOffset="33653.15">21537 12259 0,'0'18'94,"0"87"-94,-35-52 15,0 36 1,35-54 0,0 0-16,-18 0 15,18 18 1,0-35-16,0 0 15,0-1 17,0 1-17,18-18 1,-18 18 0,17-1-1,1-17 1,-1 0-16,-17 18 15,18-1 1,0-17 0,-1 18 15,1-18-15,0 0 30,17 0 1,-17-18-31,-1 18 0,-17-17-16,0-1 46,0 1 64,0-1-79,-17 18-15,-1 0 31,18-18-16,-18 18 0,1 0 16,-1 0-16,0 0 0,1 0 1,-1 0-17</inkml:trace>
  <inkml:trace contextRef="#ctx0" brushRef="#br0" timeOffset="37080.44">18292 11448 0,'0'17'62,"-18"19"-46,-17 16-16,-159 213 31,141-177-31,0-35 16,-35 71-1,52-107-15,1 36 16,-53 35 0,70-70-16,1 17 15,-19 1 1,19-36-16,17 17 15,0 1-15,-18-1 32</inkml:trace>
  <inkml:trace contextRef="#ctx0" brushRef="#br0" timeOffset="37914.67">17233 12735 0,'0'18'31,"-17"17"-15,17-17-1,0-1 1,0 1 0,17 0-1,18-18 16,-17 17-31,0 1 0,-1-18 16,72 18 15,-37-1-31,1 1 16,18 0 0,-53-18-1,-18 17 1,0 1-1,0-1 17,0 19-17,-18-19-15,-17 1 16,-18 17 0,17-17-16,-69-18 31,69 0-31,19 18 0,-1-18 31,0 0-31</inkml:trace>
  <inkml:trace contextRef="#ctx0" brushRef="#br0" timeOffset="38530.39">17268 12771 0,'18'0'47,"0"0"-16,17 0-31,-17 0 0,17-18 16,0 0 0,0 18-1,-17-17-15,0 17 16,-1 0-1,1 0 17,0 0 30,17 0-46,-17 0-1</inkml:trace>
  <inkml:trace contextRef="#ctx0" brushRef="#br0" timeOffset="39782.87">17216 13670 0,'0'53'63,"-53"53"-48,35-53 1,-35 88-16,53-88 15,-35 0-15,17 0 16,1-18 0,-19 35-1,19-17-15,17-35 32,-18 0-17,0-1 1,18 1-16,-17 0 15,17 17 1,-18-35-16,18 18 31</inkml:trace>
  <inkml:trace contextRef="#ctx0" brushRef="#br0" timeOffset="40952.93">16351 15081 0,'18'18'78,"-18"52"-63,0-52-15,0 0 32,0-1-32,0 36 15,18-35 1,-1-18-1,-17 18 1,18-18-16,-18 17 16,17-17-1,1 0 1,0 0-16,17-17 16,36-36-16,-19 0 31,-52 35-31,0 0 31,0 54 141,0 17-156,0 0-16,0-1 15,0-16-15,0 52 16,0-53-1,0 53 1,18-52 0</inkml:trace>
  <inkml:trace contextRef="#ctx0" brushRef="#br0" timeOffset="42070.25">18697 11642 0,'18'70'110,"17"71"-95,0 53-15,1-35 16,-1 0 0,36 264-1,-36-335 1,-18 1-16,19-1 31,-36-71-31,17 1 16</inkml:trace>
  <inkml:trace contextRef="#ctx0" brushRef="#br0" timeOffset="42774.3">18856 13247 0,'0'17'47,"0"1"-47,0 17 15,0 1 1,0-1-16,0 18 16,0-18-16,0 36 0,0-36 15,0 0-15,0 36 16,0-36 0,0 18-1,0-35-15</inkml:trace>
  <inkml:trace contextRef="#ctx0" brushRef="#br0" timeOffset="43628.71">19173 13388 0,'0'18'93,"0"-1"-77,0 1-16,0-1 16,0 1-1,0 0 1,0-1 15,36-17-15,-19 0-1,54 0 1,-36 0 0,0 0-16,18 0 15,-35 0 16,0 36 1,-1-19-17,-17 1-15,0 17 16,18-17-16,0 17 16,-18-17 15,0-1 0,0 1-15,-36 0 15,19-18-31,-1 0 16,-17 0-1,17 0 1,0 0-1,1 0 1,-1 0 0,1 0-1</inkml:trace>
  <inkml:trace contextRef="#ctx0" brushRef="#br0" timeOffset="44147.77">19297 13582 0,'0'-18'47,"35"1"-16,106-124 0,-88 88-31,18-18 0,-36 36 16,-17 17-16,17-35 31,-35 36-31,18 17 16,-18-18 15,-18 18 63,0 0-79</inkml:trace>
  <inkml:trace contextRef="#ctx0" brushRef="#br0" timeOffset="45009.87">19068 14235 0,'0'35'62,"-53"35"-46,-35 107-1,70-107 1,-35 19-16,18-37 16,17-16 15,-88 87-15,106-105-1,0-1 16</inkml:trace>
  <inkml:trace contextRef="#ctx0" brushRef="#br0" timeOffset="45560.06">18450 15275 0,'18'36'47,"-18"105"-16,0-71-31,18 1 0,-1 17 16,1 0-1,-18-70 1,17-1-16,1 19 16,-18-19-1</inkml:trace>
  <inkml:trace contextRef="#ctx0" brushRef="#br0" timeOffset="46590.31">18715 15522 0,'0'0'0,"17"0"0,-17-17 15,18-1-15,0 0 16,17-17 15,36-36-15,-54 36 0,19 35 15,-19 0 16,18 71-32,-17-54-15,0 19 0,-18-19 16,17 1 0,-17 0-16,0 17 31,-17-35-31,17 17 15,-18-17-15,0 0 79,36 0 14,17 18-77,-17 0 0,0-18-16,-1 0 15,-17 35-15,18-17 16,0-18-1,-18 17 1,0 1 15,0 17-15,0-17-16,0 0 16,-18-1-1,0-17 1,18 18-16,-35-18 15,17 0 1,1 0 0,-1 0-16,0 0 15,1 0 1,-1 0 0,1 0-16</inkml:trace>
  <inkml:trace contextRef="#ctx0" brushRef="#br0" timeOffset="47343.23">19579 14199 0,'35'0'78,"-17"0"-63,35 36-15,35 34 16,53 36 0,-70-35-16,105 52 15,-88-70-15,71 70 16,-124-105-16,18 17 15,-17 1-15,-1-36 16,-35 17-16,18-17 16,-18 18-1</inkml:trace>
  <inkml:trace contextRef="#ctx0" brushRef="#br0" timeOffset="47894.11">20232 15258 0,'17'0'15,"1"17"1,0 36-1,-1 176 1,-17-140 0,18-1-16,-18-35 15,18 0 1,-18-36 0,0 1-1</inkml:trace>
  <inkml:trace contextRef="#ctx0" brushRef="#br0" timeOffset="48620.39">20567 15363 0,'18'0'109,"17"0"-93,18-17-16,-18-1 16,18 1-16,0-1 15,-18 0-15,0 1 16,1 17-16,-19 0 47,1 35-32,0 0 1,-18 36-16,0-1 16,17 107 15,-17-142-31,0 18 15,0-18 1,0-17-16</inkml:trace>
  <inkml:trace contextRef="#ctx0" brushRef="#br0" timeOffset="49251.88">20708 15593 0,'18'0'78,"52"-18"-63,-34 18 1,-1-18-16,0 18 16,53-35-1,-70 35 1,17 0-16,0-17 16,-17 17-16,0 0 15,-1 0 16,-17-18-15,18 18 0</inkml:trace>
  <inkml:trace contextRef="#ctx0" brushRef="#br0" timeOffset="50034.45">20602 16228 0,'-17'70'78,"-1"1"-62,-70 176 15,52-194-31,1 0 0,-35 70 31,34-70-31,19-18 16,-19 18-16,19-17 16,17 16 15,-18-16-31,1-36 16,17 17-1</inkml:trace>
  <inkml:trace contextRef="#ctx0" brushRef="#br0" timeOffset="50709.78">19650 17551 0,'0'0'0,"17"0"16,1 0 15,-18 35-15,18 18-1,-18-18-15,17 124 32,-17-89-17,0-34-15,0-1 16,18 18 0,-18-35-16,0-1 15,0 18 1,0-17-16,0 0 15,0-1-15,0 1 32</inkml:trace>
  <inkml:trace contextRef="#ctx0" brushRef="#br0" timeOffset="52126.27">20108 17639 0,'-17'0'47,"17"18"-32,-36 52 1,19-52-16,17 17 15,-53 88 1,53-105 0,0 0-16,0 35 31,17-36-31,-17 1 16,18-18-1,0 35-15,-1-17 31,1-18-31,0 17 32,-1-17-17,-17 18 17,18 0-1,0-18-16,-1 0 17,19-53-1,-36 35-15,0 1 124,-18 17 48,0 0-173,1 0-15,-1 0 32,18 17-17,-18-17 1,1 0 31,17 18-32,0-1 95</inkml:trace>
  <inkml:trace contextRef="#ctx0" brushRef="#br0" timeOffset="55784.78">6491 16616 0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55:53.41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17074 15011 0,'18'17'234,"-18"1"-234,35 0 16,-35 17-16,18-17 15,35 34 17,-35-34-17,-1-18 1,1 18-16,-18-1 16,17-17 15,1 0 16,0-17-16,-1-1-31,19-17 0,-36 17 16,0-35 15,0 36-31,0-1 0,0 0 31,0 1-15,-18 17-1,18-18 1,0 0 0,-18 18-16,1 0 15,17-17 1,-18 17-1,0-18 1,1 18 47,-1 0 93,1 18-31,17 17-94,-18-17-31,18-1 16,-18 1 15,1 0-31,17-1 31,-18-17-15</inkml:trace>
  <inkml:trace contextRef="#ctx0" brushRef="#br0" timeOffset="2229.3">19420 15081 0,'-17'0'0,"17"18"156,-18 17-156,18 0 15,-18 1 1,18-19 0,18 1 15,-18 0-15,18-18-1,-1 0 1,-17 17-1,18-17 1,0 0 0,-18 18-16,17-18 15,-17 18 1,18-18 0,17 0-16,1 0 15,-19 0 1,18 0-16,-17 0 15,0-53 1,-18 35 0,0 0-16,0-17 15,-18 0 17,18 17-32,-18 1 31,1 17-31,17-18 31,-18 18-15,1 0 15,-1-18 0,0 1-31,1 17 16,17-18 15,-18 18-31</inkml:trace>
  <inkml:trace contextRef="#ctx0" brushRef="#br0" timeOffset="4087.31">20673 17462 0,'-18'0'15,"0"0"48,1 0-16,-1 0-47,1 0 47,17 18 31,17-18-63,1 18 1,-1-1 15,1 1-15,0-18 31,-1 18-16,1-18 0,-18 17 0,0 1-15,18-18 0,-1 0-1,1 0 1,0-18-16,-1 1 16,1 17 15,0-18 0,-18 0-31,17 1 31,-17-1-31,0 0 16,0 1 0,0-1-16,0 1 15,0-1 1,0 0-16,0 1 31,-17 17-31,-1 0 47,0-18-16,1 18 47,-1 0-46,0 0-32,1 0 31,-1 0-31,-17 0 31,35 18-15,-18-18 15,0 0 0,18 17-15,0 1-1,-17-18 1,17 18 15</inkml:trace>
  <inkml:trace contextRef="#ctx0" brushRef="#br0" timeOffset="5207.57">21343 14922 0,'0'36'140,"0"17"-140,18 17 16,-18-34-16,0-1 15,17-18 1</inkml:trace>
  <inkml:trace contextRef="#ctx0" brushRef="#br0" timeOffset="6898.05">21890 12047 0,'-18'18'125,"-17"17"-125,35 1 15,-18-19 1,18 1-16,0 17 16,0-17-1,0-1 16,0 1 1,18 0-17,0-18 1,-18 17-16,17-17 31,1 0-15,52-17-1,-70-1 1,0 0 0,0-17-16,0 17 15,0 1-15,0-1 16,0-17 0,0 17-1,0 1 16,-17 17-15,17-18 15,-18 18 1</inkml:trace>
  <inkml:trace contextRef="#ctx0" brushRef="#br0" timeOffset="8785.34">24536 11765 0,'0'18'140,"0"17"-124,-18-17-16,18-1 15,0 1 1,0 0 0,0-1 15,0 1 0,18-18 0,-18 18-15,35-18 15,-17 0-15,-1-18 0,1 18-16,-18-18 31,0 1-31,0-1 15,0 0 1,18 18 0,-18-17-1,0-1 220</inkml:trace>
  <inkml:trace contextRef="#ctx0" brushRef="#br0" timeOffset="10241.91">23125 9878 0,'0'-18'31,"-18"18"-15,0 0 62,1 0-62,-19 18-1,-52 88 1,71-106 0,-1 17-1,18 1-15,0 0 31,0-1-15,18 1 15,-1-18-15,1 17 0,-1-17-16,1 36 31,17-36 16,-35 17-32,36-17 1,-19-17-16,1 17 16,17-53-1,-17 35 16,-18-35-15,-18 53 0,18-17-1,0-1 32,0 0 16,0 1-48,-17-1 17,-1-17-17,18 17 1,-18 0-1</inkml:trace>
  <inkml:trace contextRef="#ctx0" brushRef="#br0" timeOffset="13990.81">16528 12400 0,'-18'0'31,"0"0"173,1 0-173,-1 18-16,18-1 1,-18 1 0,18 0-1,0-1 17,-17 1-1,17 0 47,0-1-78,17-17 16,1 18-16,0-18 31,-1 18-16,-34-18 454,-19-36-438,19 36-31,17-17 47,0-36-15,0 35-32,0-17 0,0-1 15,0 19 1,0-1-16,0-35 31,0 36-31,0-1 16,0 0 15,17 18 156,-17 89-155,18-37-17,0 19-15,-1-18 0,1-18 16,-18 53 15,18-70-31,-18 0 0,0-1 31,0 1 1</inkml:trace>
  <inkml:trace contextRef="#ctx0" brushRef="#br0" timeOffset="19130.88">19544 12735 0,'35'0'141,"0"0"-126,1 0 1,-19 0-16,1-17 31,0 17-31,-1 0 16,19 0 15,-19 0-31,-17-18 0,18 18 125,-1 0-62,-34-18 30,-18 1-61</inkml:trace>
  <inkml:trace contextRef="#ctx0" brushRef="#br0" timeOffset="20012.34">20002 12241 0,'0'71'94,"0"-36"-79,0 124 1,0-124 0,0 18-1,0-35-15,0 17 16,0 0 0,0-17 124,0 0-109,0-1-15,0 1 0,18 0-1</inkml:trace>
  <inkml:trace contextRef="#ctx0" brushRef="#br0" timeOffset="29898.4">17127 9878 0,'18'0'109,"70"0"-93,-70 0-1,-1 0-15,1 0 16,0 0 0,-1 0-16,19 0 15,-19 0-15,19 0 16,-19-18-16,1 18 15,-1-18 1,1 18-16,0 0 109,-1 0-46,1 0-47</inkml:trace>
  <inkml:trace contextRef="#ctx0" brushRef="#br0" timeOffset="30724.06">17604 9543 0,'0'35'141,"17"-17"-126,-17 17-15,0 0 16,0-17-16,18-1 16,-18 19-16,0-1 31,0 0-31,0-17 15,0-1-15,0 1 32,0 0-32,0-1 0,0 19 31,0-19-15,18-17-16,-18 18 31</inkml:trace>
  <inkml:trace contextRef="#ctx0" brushRef="#br0" timeOffset="38977.64">21872 7232 0,'0'-18'125,"18"1"-94,17-1-15,-17 18 0,-18-18-1,17 18-15,1 0 32,0 0 30,-1 0 1,1 18-32,-18 17-16,18-35 1,-18 18-16,0 0 16,0-1-1,0 18 1,0-17 0,0 0-1,0-1 1,0 1-1,0 0 48,0-1-47,-18 1-1,0-18 1,1 0-1,17 18 95,-18-1-95,18 1 1,-18-18 0,18 18 15,-17-18-31,34 0 297,36 0-282,-17 0 1,-1 0-16,-17 0 16,-1 0-16,1 0 15,-1 0 17,1 0-1,0 0 31,-1 0-30,1 0-1,17 0 0,1 0 0,-19 0-15,1 0 15,-1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57:27.930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22225 6879 0,'-18'0'47,"1"0"-31,-19-17 0,1 17-1,18 0 1,-1 0-16,0 0 15,-17 0-15,-18 0 16,18 0-16,-1 17 16,19-17-16,-18 0 15,17 0 1,-35 18 0,35-1-1,1 1 1,-1-18-1,0 0 1,18 18 0,-17-18-1,17 35 1,-35-17-16,35-1 16,-18 1-1,18 0 1,-18-18-1,18 17-15,0 1 16,-17-1-16,17 19 31,0-19-31,0 19 16,0-19 0,0 1-1,0 0 1,0-1-16,0 1 15,0-1-15,0 1 16,0 0 15,0-1 1,17 1-17,-17 0-15,18-18 31,0 17-15,-18 1 0,35 0-1,-18-1 1,1-17 0,0 0-16,-18 18 15,17 0-15,1-18 16,0 0-16,-18 17 15,17-17 1,1 18 0,0-1-16,-1-17 15,1 18 1,-1-18 0,1 0-16,0 18 15,-1-18 1,-17 17-1,18-17 1,0 0 0,-18 18-16,17-18 15,1 0-15,0 0 16,-1 0-16,1 0 16,17 0-16,-17 0 15,-1 0-15,1 0 16,0 0-16,-1 0 15,19 0 1,-19-18 0,1 18-1,0-17 1,-1-19 0,1 19-1,-18-1 1,17 1-16,1-1 15,-18-17-15,0 17 16,18-17-16,-18 17 16,0 0-16,0 1 15,17-54 1,-17 36 0,0 17-16,0 1 15,0-1 1,0-17 15,0 17-31,0 0 0,-17 1 16,-1-1-16,18 1 15,-18-1 1,-17 0 15,18 1-15,-1 17-1,18-18-15,-18 0 32,1 18-17,-1 0-15,18-17 32,-18 17-32,18-18 31,-17 18-16,-1 0 17,0 0-32</inkml:trace>
  <inkml:trace contextRef="#ctx0" brushRef="#br0" timeOffset="7866.23">23230 7426 0,'0'35'125,"0"53"-109,0-17-16,0-36 15,-17 36 1,17-54-1,0 1 1,0 0 15,0-1-15,0 19 15,0-19-15,0 1 15,17-18 188,36-18-204,-17 18 1,17-17-16,35-1 16,-53 0-16,-17 18 15,17 0-15,-35-17 16,18 17 0</inkml:trace>
  <inkml:trace contextRef="#ctx0" brushRef="#br0" timeOffset="9070.24">23883 7355 0,'0'18'141,"0"53"-126,0-18-15,18-1 16,-1 19-16,-17-36 15,18-17-15,-18 17 16,0-17 0,18-1-16,-18 1 15,0 0 1,0-36 140,35-35-140</inkml:trace>
  <inkml:trace contextRef="#ctx0" brushRef="#br0" timeOffset="9710.54">24359 7232 0,'0'35'47,"0"0"-31,0 54-16,0-54 15,0 18-15,-17 53 16,17-53-16,0-18 15,0 0 1,0 18 15,0-35-31,0-54 203</inkml:trace>
  <inkml:trace contextRef="#ctx0" brushRef="#br0" timeOffset="10942.06">24059 7567 0,'-17'0'78,"34"0"125,1-35-187,35 17 0,-18-17-1,-17 35-15,0 0 32,-1 0-1,1-18-16,-1 18 1,1 0 15,0 0-15,-1 0 0,1 0 15,0 0 31</inkml:trace>
  <inkml:trace contextRef="#ctx0" brushRef="#br0" timeOffset="21569.65">17533 8908 0,'0'-18'125,"-18"18"-110,-35 0 16,36 0-15,-1 0-16,-17 0 16,-53 0-1,52 0 1,1 0-16,0 18 16,0-18-1,35 17-15,-18 1 16,-35 17-1,53-17-15,-35-18 16,35 17 0,-35 36-1,17-35 1,18 17 0,-18-17-1,18 17-15,-17-17 16,17-1-16,-18 1 15,18 17 1,0-17-16,-18 17 16,1 18-1,17-35 1,0 0-16,0-1 16,0 1-1,0-1-15,-18-17 16,18 18-16,0 17 31,0-17-15,0 0-16,0 17 15,0-17 1,0 17 0,0-18-1,0 1 1,0 0-1,18 35 1,-1-36 0,-17 1-1,36 35 1,-19-36 0,1 1-1,0 0 16,-1-1-31,-17 1 16,18 0 0,-1-1-1,1 1 1,0 0 15,-1-18-31,1 17 16,0 1 15,-1 0-15,1-18-1,-18 17-15,35-17 16,-35 18-16,18-18 16,-1 17-1,54 1 16,-71 0-31,18-18 16,-18 17-16,17-17 16,19 0 15,-19 0-15,1 0-16,-1 0 15,1 0-15,0 0 16,-1 0-16,1 0 15,17 0 1,1 0-16,-19 0 16,36-17-16,-35-1 15,17 0 1,0 1-16,-17-18 16,17 17-16,-35 0 15,36 1 1,-19-1-16,1 0 0,-1 1 15,-17-1 1,36-35 0,-36 18-16,17 17 15,1-35 1,0 36-16,-1-1 16,1-88-1,-18 71-15,18-71 31,-18 71-15,0-71 0,0 88-16,0-35 15,0 0 1,-18 18-16,0 18 16,18-1-16,0-17 15,-17 17-15,-1 0 16,0 1-1,18-1 1,-35 0 0,17 1-16,18-1 15,-35 1-15,0-1 32,17 18-32,1 0 31,17-18-31,-18 18 0,0 0 31,1-17-31,-1 17 16,-17 0-1,17 0-15,1 0 32,-36 0-17,35 0-15,-17 0 16</inkml:trace>
  <inkml:trace contextRef="#ctx0" brushRef="#br0" timeOffset="23326.23">15452 9437 0,'17'0'15,"1"0"1,-18 53 0,18 105-1,-18-105 1,0-17-16,0 17 16,17 35-1,-17-71 1,0 1-1,18-18 1,-36-88 78,1-36-79,17 71 1,0 18-16,0-53 16,0 35-1,17 35-15,1-17 16,17-35 15,-17 52-31,-1 18 16,-17-18-1,18 18 1,0 18 31,-1 0-47,19 70 31,-19-53-31,-17-17 0,18 17 16,0 53-1,-18-70 1,-18-1-16,0 19 16,-17-36-1,17 17-15,1-17 16,-36 18 15,17-18-31,36-18 0,-17 18 16,-1-17-1,1 17 17,34 0 46,1 0-63,-1 17-15,1-17 16,0 18-16,17 0 16,0-1 15,-17 1-31,0 0 0,17-1 16,-35 1-1,18-1-15,-1-17 16,1 18-1,-1-18 64,-17 18-64,18-1 16</inkml:trace>
  <inkml:trace contextRef="#ctx0" brushRef="#br0" timeOffset="24027.32">16034 9331 0,'0'71'93,"0"-19"-93,0-16 16,0 17-16,0-18 16,0 18-1,0 17-15,0-52 16,35 105-1,-35-105 1,0 17 15,0-70 110</inkml:trace>
  <inkml:trace contextRef="#ctx0" brushRef="#br0" timeOffset="24634.9">16281 9437 0,'0'35'78,"17"124"-47,-17-124-31,0 0 16,0 18 0,0-35-16,0 0 0,0-1 15,0 1 1,18-18 31,-18 35-16,0-17-15</inkml:trace>
  <inkml:trace contextRef="#ctx0" brushRef="#br0" timeOffset="25603.02">16051 9701 0,'0'-17'47,"18"17"31,17 0-62,1-18-16,-19 0 15,1 18-15,17 0 16,-17-17-16,-1-1 16,1 18-1,0 0 63,-1 0 32,1 0-63,0 0-16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51:13.3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2840 8484 0,'17'0'453,"1"0"-437,70-17-1,-70 17-15,17-18 16,-17 18-16,0 0 16,-1-18-1,1 18-15,-1-17 32,1 17-17,0 0 32,-1 0-16,1 17-15,0 1 15,-18 0-15,17-1-1,1 1 17,-18 0-17,0-1-15,0 18 32,0-17-1,0 0-16,0-1 17,0 1-32,0 0 31,0-1-31,0 1 16,0 0 15,0-1-16,0 1 17,-53 17-17,35-17 1,-17-1 0,35 1-1,-18-18-15,1 18 16,-1-18-1,1 17 1,-1-17 0,-17 18-1,17 0 1,0-18 0,1 0-1,17 17 1,17-17 124,19 0-124,-1 0 0,-17 0-16,17 18 15,18-18 1,0 0-16,0 18 16,-36-18-1,18 0-15,-17 0 16,17 0-1,-17 0 142,0 0-110,-1-18-16</inkml:trace>
  <inkml:trace contextRef="#ctx0" brushRef="#br0" timeOffset="1522.21">3810 8678 0,'-18'0'140,"1"-17"-108,-1 17-1,0 0-15,1 0 15,-1 0-16,1 17 1,-1-17-16,0 18 16,1-18-1,17 18-15,0-1 16,-18-17-16,0 53 31,18-35-15,0-1-1,0 19 17,0-19-17,0 1 1,18 0 0,0 17-1,-1-17 1,1-18-1,0 0-15,-1 35 32,1-35-32,-1 0 15,1 0 17,0 0-1,-18 17-16,17-17 17,1 0-17,-18-17 1,18-1 0,-18 1-1,35-1 1,-17 18-1,-18-18-15,17 1 16,1 17 0,-18-18-16,17 0 31,1-17-15,-18 17-1,0 1 1,0-1-1,0 1-15,0-1 16,0 0 0,0 1-16,-18 17 15,18-18 1,-17 18 46,17-18-46,-18 18 0,1 0-1,-1 0 17,0 0-17,1 0 16,-1 0-15,0 0 0,1 0-1</inkml:trace>
  <inkml:trace contextRef="#ctx0" brushRef="#br0" timeOffset="3618.94">3387 9366 0,'-18'0'32,"0"0"15,-17 0-32,0 18 1,0 17-16,-54 36 15,-122 105 1,158-141 0,-35 54-16,-18-1 15,-35 53-15,-36 18 32,107-71-32,-1-53 15,36 18-15,0-53 16,17 18-1,0-18-15</inkml:trace>
  <inkml:trace contextRef="#ctx0" brushRef="#br0" timeOffset="4426.26">1693 10548 0,'0'35'78,"0"54"-62,0 34-1,0-52-15,-17-19 16,17 90-16,0-107 15,0 53 1,0-53-16,0 18 16,0-35-1,0 0 1,0-1 0</inkml:trace>
  <inkml:trace contextRef="#ctx0" brushRef="#br0" timeOffset="5869.6">2046 11007 0,'0'-18'156,"-18"36"-62,-17 35-78,18-36-16,-1 18 15,18-17 1,0 0-16,0 17 31,0 0-15,18-35-16,-1 0 15,1 18 17,-1 0-32,1-1 31,0-17-31,-1 18 15,1-18-15,0 0 32,-18 18-32,17-18 15,1 0 17,0 0-17,-1 0-15,18-36 31,-17 19-31,0-19 16,17-17 0,-35 36-16,0-1 15,0-35 1,0 18-16,0 17 16,0 1-1,0-1-15,0 0 47,-18 18-16,1 0-15,17-17 15,-18 17 0,0 0 16,1 0-31,-1 0-16,-35 17 31,36 1-31,-1-18 16,-17 18-1,17-1-15,0-17 32,18 18-17,0 0 1</inkml:trace>
  <inkml:trace contextRef="#ctx0" brushRef="#br0" timeOffset="7068.12">3933 9490 0,'18'0'94,"0"17"-79,17 54-15,36 17 32,17 36-32,-18-54 15,71 89-15,-35-71 16,-18 0-16,36 0 31,-71-35-31,-18-35 16,0 0-16,-17 17 15,17-35 1,-35 18-16,18 17 31,0-35-31,17 35 31,-35-17-31,18-18 16,17 53 15,-35-36-15,17 1 0,1 0-1</inkml:trace>
  <inkml:trace contextRef="#ctx0" brushRef="#br0" timeOffset="8758.81">4904 10918 0,'17'0'141,"1"-35"-125,0 18-16,-1-1 15,18 0 1,-17 18 0,17 0-1,18-17 1,-35 17-1,0 0 1,-1 17 31,1 36-31,-18-35-1,0 17-15,17 0 31,-17-17-31,0 0 16,0 17 15,0-17-15,-35-1 15,18 1-31,34-36 172,1 18-156,-1 0-16,-17-17 15,36 17 1,-19 0 0,1 0-1,0 0 1,-1 0 15,-17 17-15,0 18-1,0-17-15,0 0 16,0 17-16,0-17 16,0-1-1,0 1 1,0 0 15,-17-18-15,-1 0-1,0 0 1,1 0 15,-1 0-31,0 0 16,1 17-1</inkml:trace>
  <inkml:trace contextRef="#ctx0" brushRef="#br0" timeOffset="9973.42">5803 11042 0,'-17'-18'16,"-1"18"-16,0 0 125,1 0-109,-1 36-16,-35 16 31,53-34-16,0 0 1,0-1 0,0 1-1,0 0 1,0-1-16,0 1 31,35 0-15,-17-18-1,0 17 1,-18 1 0,17-18-16,1 0 15,0 0 17,-1 0-32,1 0 31,17 0-16,-17 0 1,-1 0-16,1 0 16,0-18-1,-1 18-15,1-70 32,0 52-32,-18 0 15,0-17-15,0 17 16,0 1-1,0-1 17,0 1-17,-18-1 1,18 0-16,-53-17 16,35 17 15,-17 1-16,17 17 1,1 0 15,-1 0-15,1 0 0,-1 0-1,-35 35 1,35 0-16,1-17 15,-19 17-15,19-17 16</inkml:trace>
  <inkml:trace contextRef="#ctx0" brushRef="#br0" timeOffset="11408.44">2064 11942 0,'-18'0'31,"0"0"0,-34 17-15,16 1 0,19 17-16,-36 0 15,17 1-15,19 17 16,-71 35-16,-106 141 31,158-176-15,-52 53-1,53-89 1,17 1 0,18 0-1,-17-18 32</inkml:trace>
  <inkml:trace contextRef="#ctx0" brushRef="#br0" timeOffset="12506.2">723 13176 0,'0'18'125,"0"17"-94,0-17-16,18-18-15,-1 17 16,19 1 0,-1 0-1,18-1-15,-18 1 16,-17-18-16,17 18 16,18-1-1,-35-17-15,17 0 16,-35 18-16,18-18 31,-1 18-15,-17-1 15,0 1-31,0 17 16,0 0 15,-17-17-31,-19 17 31,1-17-31,0 0 16,-1-1-1,1-17 1,0 0-16,17 0 16,1 0-16,-19 0 15,19 0 1,-1 0-16,0 0 15,1 0 1,-1 0 31,1 0 0</inkml:trace>
  <inkml:trace contextRef="#ctx0" brushRef="#br0" timeOffset="13205.21">794 13229 0,'0'-17'47,"17"17"0,1 0-32,35 0-15,-35 0 0,52 0 32,-35-18-32,1 18 0,-19-18 15,1 18 1,0 0 0</inkml:trace>
  <inkml:trace contextRef="#ctx0" brushRef="#br0" timeOffset="14847.92">2346 12118 0,'18'0'187,"-1"35"-187,36 0 16,-53 1-16,35-1 15,-17 0-15,17-17 16,-17 17-16,17 0 16,-17-17-16,0 0 15,-1 17 1,18 18-1,1 0 1,-1-18-16,-17-17 16,17 35-16,-17-18 15,17 0-15,-35-17 16,35 17-16,-17-17 16,17 52 15,-17-52-31,-18 0 15,35-1 17,-35 1-32,18-18 15,-18 18 17,17-1-32,-17 1 31,18-18-16,0 17 1</inkml:trace>
  <inkml:trace contextRef="#ctx0" brushRef="#br0" timeOffset="15689.07">2681 13229 0,'0'18'62,"0"17"-46,0 36-16,0 52 31,0-105-31,0-1 16,0 19-1,18 69 1,-18-87 0,0 0-16,0-1 31,17-17-15</inkml:trace>
  <inkml:trace contextRef="#ctx0" brushRef="#br0" timeOffset="17037.37">2946 13370 0,'0'18'110,"0"17"-95,0 0 1,0-17-1,17-18 1,1 18 31,0-18-16,-1 17 0,1 1-15,0-18 15,-1 0 16,-17 18-16,18-18 32,-1 0-16,1 17-16,0-17-15,-18 18 15,17 0-31,-17-1 172,0 1-141,0-1-31,0 1 16,-17 0-1,-1-18 1,18 17 0,-18-17-1,18 18-15,-17-18 47,-1 0-16,18 18 1,-17-18-17,-1 0 1,0 0 15,1 0 0</inkml:trace>
  <inkml:trace contextRef="#ctx0" brushRef="#br0" timeOffset="17960.78">2963 13476 0,'0'-18'47,"36"-17"-16,-1 18-31,53-19 31,-17 19-31,-18 17 0,-36-18 16,36 18-16,0-18 16,18 18 15,-19 0-31,-16 0 0,-1 0 16,0 0-16,1 0 15,-19 0-15,1 0 16</inkml:trace>
  <inkml:trace contextRef="#ctx0" brushRef="#br0" timeOffset="22235.62">5874 11747 0,'17'0'140,"36"36"-124,-17-19 0,-1 19-16,35-19 15,-34 36-15,17-17 16,-36-19-16,71 71 16,-52-52-16,-1-1 15,0 18-15,1-36 16,34 72-1,-52-54 1,17-17-16,-17-1 16,-1 1-16,-17-1 15,36 1-15,-19 0 16,1-18 15,-18 17-15,17-17-1,1 18 1,-18 0 0,18-18 15,-1 17 110,1-17-126,0 18 1,-1 0-1,-17-1-15,18-17 16,0 18-16,-18 0 31,17-18 32,-17 17-48,0 1 1,18-18 0,-18 17 15</inkml:trace>
  <inkml:trace contextRef="#ctx0" brushRef="#br0" timeOffset="24479.81">7355 13212 0,'18'0'141,"0"0"-141,35-36 16,-18 19-1,-17-1-15,-1 0 16,18 18-16,-17 0 15,0-17-15,17 17 16,-35-18-16,18 18 16,-1 0-1,1 0 17,0 18-17,-1 35 1,1-18-1,-1 18 1,-17-36 0,0 19-16,0-19 15,0 1-15,18 17 16,-18-17 0,0 17-16,0-17 78,-18-18-47,36-18 141,17 18-157,18 0-15,-17 0 0,-1 0 16,-18 0 15,-17 18 1,18-1-17,-18 36 1,0-17-1,0-1 1,0-17-16,0-1 16,-18 1-1,18-1 1,-35-17 15,18 0-15,-19 0-1,19 18-15,-1-18 16,0 0-16,-17 0 16,17 0-1,1 0 1,-1 0 0,1 0-1,-1 0 16</inkml:trace>
  <inkml:trace contextRef="#ctx0" brushRef="#br0" timeOffset="25622.1">8237 13000 0,'-17'17'94,"-1"72"-63,18-72-31,0 1 16,0 0 15,0-1 1,18-17 14,-1 0-30,1 0-16,17 0 16,-17 18-16,17-18 15,18 18-15,0-18 16,-18 0-16,1 0 16,-1 0-16,-18 0 15,1 0-15,-18 17 16,18-17-1,-18 18 17,17-1-32,-17 1 31,0 0-15,0 17-1,0-17 16,0-1-31,0 1 32,0 0-32,-17-18 15,-1 17 1,0-17-16,1 18 31,-1-18-15,1 0 31,-1 0 15,0 0-15,1 0-31</inkml:trace>
  <inkml:trace contextRef="#ctx0" brushRef="#br0" timeOffset="26235.14">8202 13053 0,'18'0'109,"17"-36"-109,0 19 16,1-18 0,34-1-16,18-17 15,0 0-15,-35 18 16,-35 35-16,35-17 16,-35-1-16,-1 0 15,1 18-15,0-17 16,-1 17-1</inkml:trace>
  <inkml:trace contextRef="#ctx0" brushRef="#br0" timeOffset="38352.15">5362 11747 0,'0'18'125,"-70"70"-110,52-35 1,-35-17-16,18 52 15,0-71-15,17 19 16,-35 52 0,35-71-1,1 19-15,-1-19 16,18 19 0,-18-19-1,18 1-15,-17 0 16,-1 52-1,1-35 1,17 1-16,0-1 16,-36 36-1,19-54 1,17 1-16,0-1 16,-18 36-1,0-35 1,18 0-16,-17-18 15,17 17-15,0 1 16,-18 17 0,18-17 15,-18-1-31,18 1 16,-17-18-1,17 18-15,-18-18 31,18 17-31,0 1 16</inkml:trace>
  <inkml:trace contextRef="#ctx0" brushRef="#br0" timeOffset="39801.5">4692 13476 0,'-18'0'16,"18"-18"15,0 1-15,0-1-1,0 1-15,18-1 16,0 0-16,17-17 31,-18 17-31,19-17 31,-19 35-15,1 0 0,0 0-1,-1 0-15,1 0 16,0 0 0,17 18-1,-17-18-15,17 17 31,-18-17-31,1 18 32,0 0-17,-1-18-15,-17 17 32,18-17-17,-18 18 1,0 0 15,0 17-15,0 0-16,0 0 31,-53 36-15,35-53-1,-34 17 1,52-18-1,-18-17 1,18 18 109,18-18-78,17 18-47,18-1 16,-18-17-16,0 0 15,142 0 1,-107 0-1,-17 0-15,-18 0 16,36 0 0,-36 0-16,-17 0 15,-18-17 157</inkml:trace>
  <inkml:trace contextRef="#ctx0" brushRef="#br0" timeOffset="40899.21">5539 13247 0,'-18'35'78,"0"-17"-78,-35 52 32,36-52-32,-1 17 15,18-17-15,0-1 16,0 1 0,35-18 62,1 0-78,17-18 15,0 1-15,-18 17 16,0 0 0,36-18-1,-54 1-15,19 17 16,-19-18-16,18 18 15,1 0 17,-19 0-17,-17 18 1,18-1 0,-18 1-1,0-1 1,18 54-1,-18-53 1,0-1-16,0 1 16,0 0-1,0-1-15,0 1 16,0-1 15,-18-17-15,0 18-1,1-18 1,-1 0 15,0 0-15,1 0 0,-1 0 30</inkml:trace>
  <inkml:trace contextRef="#ctx0" brushRef="#br0" timeOffset="41626.85">5592 13335 0,'0'-18'31,"0"1"16,17-1-47,36 0 31,-35 1-31,17-1 16,18 1-16,-18-1 16,0 0-16,-17 18 15,35-17 1,-53-1-16,18 18 0,-1 0 16,1 0 93</inkml:trace>
  <inkml:trace contextRef="#ctx0" brushRef="#br0" timeOffset="45172.55">847 14023 0,'0'0'0,"0"18"47,0-1 15,0 1-62,-53 70 16,17-17 0,-16-19-16,34-16 15,-123 140 1,123-158 0,-17 17-16,0 18 15,17-18 1,18 1-16,-18-19 15,-35 89 17,53-71-32,-17 1 0,17-19 15</inkml:trace>
  <inkml:trace contextRef="#ctx0" brushRef="#br0" timeOffset="46821.21">212 15169 0,'0'18'78,"17"0"-62,-17 17 0,0 18-1,0-35-15,0 17 16,0 18 0,0 0-16,0-36 15,0 1-15,0 35 31,18-53 157,17 0-172,0 0-16,1 0 15,-1 0 1,71 0-1,-71 0 1,0-18 0,36 1-16,-71-1 15,18 18-15,-1-18 16,1 1 0,-18-1 30,0 71 142,0 0-172,0-18-1,0 0-15,0 1 16,0-19-16,0 19 15,0 17-15,0-1 32,18-52-17,-18 18 17,0 0-17,0-1 1,0 19-1,0-19 32</inkml:trace>
  <inkml:trace contextRef="#ctx0" brushRef="#br0" timeOffset="48645.92">2611 14217 0,'-18'35'125,"0"0"-125,-17 36 16,17-53-16,-17 17 15,-18 53-15,36-53 16,-72 124 15,54-106-31,-18 18 0,35-36 16,1 0-16,17 0 16,-18-35-1,18 18-15,-17 0 31,-1-1 1,18 1-17,0 0 1</inkml:trace>
  <inkml:trace contextRef="#ctx0" brushRef="#br0" timeOffset="49405.59">2011 15557 0,'0'36'62,"0"-1"-46,17 71 0,-17-53-1,0-18-15,0 0 16,0 71-1,0-88 1,0-1 0</inkml:trace>
  <inkml:trace contextRef="#ctx0" brushRef="#br0" timeOffset="50711.56">2240 15593 0,'0'0'0,"0"-18"16,0 0 15,0-17 0,18 18-31,-18-1 16,0 0-1,17 1 1,19-1-16,-1 0 31,-17 1-31,-1 17 0,19-18 16,-19 18-16,18 0 31,-17 0-31,0 0 16,-1 0 15,-17 18-15,18-18-16,-18 17 15,0 1 1,0 17-16,0-17 31,0 17-15,0-17-1,-18-1 1,1 1-16,-1 0 31,0-18-15,54 0 124,52-53-124,-35 53 0,-18 0-1,0 0-15,-17 0 32,0 35-1,-1 0-16,-17 1 1,0 17 0,0-36-16,0 19 15,0-19 1,0 18 0,-17-17 15,-1-18-16,0 0 1,-17 0 0,0 0-16,17-18 15,1 18 1,-1 0 31,18-17-32</inkml:trace>
  <inkml:trace contextRef="#ctx0" brushRef="#br0" timeOffset="52634.18">3334 14093 0,'0'18'141,"35"17"-125,36 106 15,-71-105-31,35 17 0,-18 0 15,1-36 1,-18 19-16,18-1 16,-1-18-16,-17 1 15,71 70 17,-71-52-32,18-19 0,17 36 31,-17-18-31,-1-17 0,1 0 31,-1-1-15,-17 1-1,18 0-15,0-18 16,-1 35 15,-17-18-31,18-17 0,-18 18 16,18 17 15,-1-17-31,1-18 47</inkml:trace>
  <inkml:trace contextRef="#ctx0" brushRef="#br0" timeOffset="53294.25">3722 15346 0,'0'17'31,"0"1"-15,0 0-16,0-1 16,0 89-1,0-53-15,0 88 31,0-123-31,17 52 16,1-52 0,-18 17-16,0-17 31</inkml:trace>
  <inkml:trace contextRef="#ctx0" brushRef="#br0" timeOffset="54195.5">3916 15505 0,'17'0'156,"54"0"-140,-18 0-16,17 0 16,-17 0-16,71 0 31,-106 0-15,-1 17-16,-17 1 62,0 17-31,0 18-15,0-18 0,0-17-16,0 0 15,0 17-15,0-17 16,0-1-16,0 1 15,0 17 1,0 0 0,0-17-1,18 53 1,-18-54 0</inkml:trace>
  <inkml:trace contextRef="#ctx0" brushRef="#br0" timeOffset="55080.51">4269 15787 0,'35'0'156,"-17"0"-140,17-18-16,0-17 16,18 35-16,0-35 15,-35 35 1,17 0-16,0 0 31,-17 0-15,-1 0-1,1 0-15,0 0 16,-1 0 0,1 0-1,0 0 1</inkml:trace>
  <inkml:trace contextRef="#ctx0" brushRef="#br0" timeOffset="59193.5">5838 14217 0,'18'35'140,"70"71"-124,0 0 15,-52-71-31,-1 0 0,-17 1 16,35-1-16,-36-17 15,19 17-15,-19 0 16,54 18 15,-54-35-31,1-1 0,-18 1 16,18 0-16,-1-1 47,-17 1 31,18-18-78,-18 18 47,18-18-47,-18 17 31,17 1 0,-17-1 16</inkml:trace>
  <inkml:trace contextRef="#ctx0" brushRef="#br0" timeOffset="61389.45">6667 15328 0,'18'0'203,"0"0"-172,-18-17-15,17 17 0,1 0 77,0 0-61,-1 0-1,-17-18-16,18 18 142,-18 18-142,18-18 17,-18 17-32,0 1 0,0-1 15,0 1-15,17 0 31,-17-1-15,0 1 0,0 0-16,0-1 15,0 1 1,0 0 0,0-1-16,0 1 15,0-1 1,0 1-1,0 0 1,-17-1 0,-1-17-1,18 18-15,-18-18 16,18 18 0,-17-18-1,-1 0 1,0 0-16,1 0 31,17 17-15,-18-17-1,0 0 17,1 0-17,17 18-15,17 0 156,1-18-140,0 0-16,17 0 16,0 17-16,-17-17 15,35 0 1,-35 0-16,-1 0 16,1 0-1,-1 0-15,1 0 16,0 0 156,-1 0-125,1 0-32,-18 18 63,18-18-62,-1 0 0,36 18 15,-18-18-31</inkml:trace>
  <inkml:trace contextRef="#ctx0" brushRef="#br0" timeOffset="63581.94">7232 15222 0,'0'36'125,"-18"-19"-125,1 54 31,-1-18-31,18-36 16,-18 19 0,18-19-1,0 19 1,0-1-1,0-18 1,0 1-16,0 0 31,18-1-15,-18 1 0,18-18-1,-18 18 16,17-18-31,1 0 47,-18 17-31,18 1 15,-1-18-15,1 18-16,-1-18 31,1 0-15,0 17-1,-1-17-15,1 18 16,0-18-16,35 18 31,-36-18-15,1 0-16,0 0 15,-1 0 64,-17-18-64,18 18 1,-18-18-16,17 1 15,1-1 1,-18 0 15,0 1 16,0-1 16,-18 18-32,18-18-31,-17 18 16,-1 0 77,1 0-30,-1 0-48,0 0 17,1 0-32,-1 0 0,0 0 15,1 18 17,-1-18-1,18 18-31,0-1 281,-18-17-265,18 18-1,0 17 32,-17-35 78</inkml:trace>
  <inkml:trace contextRef="#ctx0" brushRef="#br0" timeOffset="68344.28">3969 16245 0,'-18'36'172,"-17"-19"-157,17 19-15,-52 52 31,52-71-31,-88 89 32,71-35-32,-36-1 31,54-34-31,-19-1 31,36-17-31,-35-1 0,17 1 31,18 17-31,-17-35 0,-1 18 32,18-1-32,-17-17 15,17 18 1,0 0-16,-18-1 31,0-17 0,18 18 1,0 0-1,-17-1-15,17 1 30,-18-18-46</inkml:trace>
  <inkml:trace contextRef="#ctx0" brushRef="#br0" timeOffset="69455.57">3175 17321 0,'0'18'47,"35"88"-31,-35-53 0,18 35-1,0-35-15,-18-18 16,0 0-16,17 124 31,-17-141-31,18-1 16,-18 1-1,0 0 1,0-1 0,0 1-1,17-18 1</inkml:trace>
  <inkml:trace contextRef="#ctx0" brushRef="#br0" timeOffset="70810.97">3510 17427 0,'0'53'110,"0"-18"-110,0 36 31,0-36-31,0 18 0,0-35 16,0 35-1,0 0-15,0 0 31,0-36-31,0 1 32,0-1-32,0 1 15,0 0 1,35-1 15,-35 1-31,18-18 16,0 0-1,-1 18 1,1-18-16,0 0 16,17 0-16,0 0 15,53 0 17,-70 0-32,0 0 15,-1 0-15,36-18 31,-35 18-15,-18-18 15,0 1-15,0-1 15,-18 0-15,1 18-1,-1-17 48,0 17-47,1 0-1,-1 0 1,18-18-16,-18 18 15,1 0-15,-1 0 32,0 0-17,1 0 17,-1 0-17,1 0 1,17 18-1,-18-18 1,18 17 0,-18-17-1,18 18 17</inkml:trace>
  <inkml:trace contextRef="#ctx0" brushRef="#br0" timeOffset="93212.39">9895 12294 0,'53'0'187,"-17"0"-171,17 0-1,105 0 1,-105 0 0,247 0-1,-176 0 1,-36 0-16,159-17 15,-142-1 1,19 18 0,88 0-16,-107 0 15,284 0 1,-213 0 0,-88 0-16,71 0 15,-106 0 1,17 0-1,-52 0 17,17 0-32,-17 0 15,0 0 17</inkml:trace>
  <inkml:trace contextRef="#ctx0" brushRef="#br0" timeOffset="95016.39">12471 11977 0,'-18'0'141,"36"0"15,-1 0-156,1 17 16,17 1-16,-17-18 15,17 35-15,0-17 16,1-18-16,52 18 31,-70-1-31,-1-17 16,1 0 0,35 18-1,-36 0 1,-17-1 15,18-17-15,0 0 77,-18 18 157,-36 17-234,19-35 0,-19 35-16,1-17 15,-88 88 17,87-71-32,-34 36 15,52-54 1,-35 19-16,0-1 15,18-17 1,35-1-16,-35 18 16,17-35-1,-17 36 17,35-19-32,-18-17 15</inkml:trace>
  <inkml:trace contextRef="#ctx0" brushRef="#br0" timeOffset="109440.69">9931 11007 0,'0'17'125,"0"1"-110,17 17 1,1 53-1,-18-52-15,18-1 16,-18-17-16,0 17 16,0-17-16,0-1 15,0 18 1,0-52 187,0-36-187,0 0-16,-18 18 15,18-1-15,0 19 16,-18-1-16,18 0 16,0 1-1,0-1 1,0 1-1,0-19 1,0 19 0,0-1-1,0 0 1,0 1-16,0-1 16,0 0-1,0 1-15,0-1 47,-17 18-31,52 18 296,0-1-312,-17-17 31,0 18-31,-1 0 16,18-18 0,-17 17-16,0-17 15,-1 0 17,1 18-32,0 0 15,17-1 1,-35 1-16,18-18 15,-1 18 1,1-1 0,17 1-16,-35-1 15,18-17 1,-18 18-16,17 0 16,-17-1-1,18 1-15,-18 0 16,18-18-1,-18 17-15,0 1 32,0 0-32,0-1 15,0 1 1,-18 17 0,0-17-1,-17-1 1,35 1-16,-18-18 15,1 0 1,-18 18 0,17-18-1,0 0 1,1 0-16,-1 0 16,0 0-1</inkml:trace>
  <inkml:trace contextRef="#ctx0" brushRef="#br0" timeOffset="119994.38">10566 11359 0,'17'0'297,"-17"-17"-282,18 17-15,0-18 16,-1 1-1,-17-1 1,18 18-16,-18-18 16,18 1-1,-18-1 1,35 0 0,-35 1-1,17-1 1,-17 0 46,0 1 1,-17 17-48,-1 0 17,1-18-1,-1 18 63,0 0-79,18 18 1,-35 17 15,17-35-31,18 18 16,-17-1-1,17 1 1,0 0 0,0-1-1,0 1 1,0 0 31,0-1-16,0 1-15,17-18-16,1 0 15,17 17 17,-35 1-32,18 0 15,0-18 16,-1 0-15,-17 17 0,18-17-16,-1 0 31,36 18 0,-17-18-31,-19 0 16,36-18-16,-18 1 15,-17-1 1,17 0-16,1 1 16,17-18-16,-36-1 15,1 19-15,35-54 16,-36 18-16,19 18 16,-36 0-16,0-1 15,0-17-15,0 18 16,0-18-16,0 18 15,0-36 17,0 54-32,0-1 15,-18-17-15,0 35 16,1-18 0,17 1-16,-18-1 15,0 0 1,1 18-16,17-17 15,-18 17 1,18-18 0,-17 18-16,-1 0 15,0 18 79,18 35-78,0 17-16,0-52 15,0 17 1,0 71 0,0-89-1,0 36 1,0-35-16,0 0 15,0-1-15,0 19 16,18-19-16,-18 1 16,18 70-1,-1-88 1,-17 35-16,18-17 16,-18 17-1,17-35 1,1 0-1,-18 18 1,18-18 0,-1 0-1,-17 18 1,18-18 0,0 0-1,-1 0 1,1 0-1,17 0-15,-17 0 16,0 0-16,-1 0 16,1-18-16,-1 0 15,1 18-15,0 0 16,-1 0 0,19-17-16,-19 17 15,19-18-15,-19 18 16,18-35-1,-35 17-15,18 0 32,0 1-32,-18-1 0,0-17 15,0 0 17,0 17-32,0 0 15,-18 18 79,0 0-47,18 18-32,-17 0-15,-1-1 32,18 1-32,0-1 15,-17 19 1,17-19-16,0 1 16,0 0-1,0-1 16,0 1-31,0 0 32,0-1-17,17 1 1,1-18 0,-1 18-1,-17-1 1,18-17-16,0 0 15,-1 18 1,1-18 0,17 0-1,-17 0-15,105 0 32,-87 0-32,17 0 15,-18-18-15,0 1 16,-17 17-16,35-71 31,-53 53-15,0 1-16,0-1 15,0-70 1,0 35-16,0 0 16,-36 0-16,-16-176 31,52 194-31,0 17 15,0 0-15,0-17 32,0 17-32,0 54 109,0 34-93,0-17-16,17 53 31,-17 17-31,0-52 16,0 35-16,0-36 15,0-34-15,0 17 16,18 52-1,-1-87-15,1 17 16,-18-17 15,18-18-15,-1 0 31,19 0-32,34 0 17,-35 0-17,36-18 1,-36 1-16,-17-1 16,0 18-16,17-35 15,0 17 1,-35 0 15,-18 18 78</inkml:trace>
  <inkml:trace contextRef="#ctx0" brushRef="#br0" timeOffset="120594.15">11959 11112 0,'18'0'94,"17"-17"-79,106-54 1,-70 36 0,-18 17-16,-18 1 15,71-19 1,-89 36-1,-17-17 32</inkml:trace>
  <inkml:trace contextRef="#ctx0" brushRef="#br0" timeOffset="121852.62">12382 11307 0,'18'0'31,"0"-18"16,-1 0-32,54-52 17,-53 52-32,-1 0 15,19 1 1,-36-1 0,0 0-1,0-34 16,0 34-15,-18 0 15,0 18-15,1 0 31,-1 18-32,0 0 1,1-18-16,17 17 16,-18 1-16,0-18 15,18 17 1,-17 1 15,17 0-15,0-1-16,0 1 15,0 0 17,0-1-32,0 1 15,0 0 1,0-1 15,0 1-15,17-18-16,1 0 31,0 18-31,-1-1 31,1-17-15,0 18 0,-1-18-1,19 17-15,16-17 16,-16 0-16,17 0 31,-36 0-31,36 0 16,-35 0-1,-1 0-15</inkml:trace>
  <inkml:trace contextRef="#ctx0" brushRef="#br0" timeOffset="123212.38">13476 11024 0,'0'-17'16,"0"-1"15,0 0-15,0 1-1,0-1-15,18-52 32,-1 52-17,1 0-15,35-35 16,-18 36 0,-17-1-16,17 0 15,-17 18 1,-1 0-1,1 0 32,0 0-15,-1 0-32,-17 18 15,18 35 16,-18-35-31,18-1 0,-18 1 32,0 35-17,0-18-15,17 0 16,-17 1-16,0-1 16,0-17-16,0-1 15,0 18-15,0-17 31,-17 0-31,17-1 16,-36 1 15,19 0-31,17-1 16,-18-17 15,53 18 110,1-18-126,69 0 1,-16 0-16,-19 0 16,-17 0-16,18 0 31,-36 0-31,-17 0 0,-1 0 31</inkml:trace>
  <inkml:trace contextRef="#ctx0" brushRef="#br0" timeOffset="124632.38">14640 10830 0,'0'0'0,"-17"0"109,-1 0-93,0 0-16,1 0 16,-1 36-1,-17-1 1,17-18 0,1 36-1,17-35 1,-18 0-16,18-1 15,0 19 1,0-19 15,0 1-15,18-18-16,-18 17 16,17 1-1,-17 0-15,18-18 16,-18 17-1,35-17 1,-35 18 0,18-18-1,-18 18 1,17-18 0,1 0-1,0 0 1,17 0-1,-17 0 1,-1 0 0,1 0-16,-18-18 15,17 18 1,1-18 15,-18 1 0,18 17-31,-18-18 16,0 0-16,0 1 63,0-1-1,0 1-31,-18-1-15,18 0 31,-18 18-32,18-17 32,-17 17-31,17-18 0,-18-35-1,1 35-15,17 1 16,0-18-1,-18 17 1,18 0 0,0 1-1,0-1-15,-18 18 32</inkml:trace>
  <inkml:trace contextRef="#ctx0" brushRef="#br0" timeOffset="130397.9">11254 13529 0,'0'-18'141,"-18"18"-94,0-17-16,1 17 32,-1 0-48,-17 17 1,-1 1 0,36 0-1,-17-18-15,17 17 16,-18-17-1,18 18 1,0 0 140,18-18-124,35 35-1,-36-35-16,19 17 17,-36 1-32,17-18 31,-17 18 0,18-18 0,0 17 16,-1-17 172,-17 18-94,-17-18-16,-107 53-77,71-35-32,36-18 15,-19 17-15,19 1 16,-1-18 0,-17 0-1,17 0 32</inkml:trace>
  <inkml:trace contextRef="#ctx0" brushRef="#br0" timeOffset="131514.13">11501 13423 0,'-18'0'15,"18"35"79,0-17-78,0 17-1,0 18 16,0-35-31,0 0 0,0-1 16,0 1 0,0-1-16,18 1 31,-1-18-15,-17 18 15,35-18-31,-17 0 15,0 0 1,52 0 15,-34 0-31,-19 0 16,18 0-16,1-18 31,-19 0-31,-17 1 31,0-1-15,0 1 0,-17-19-1,-1 19 1,18-1 0,0 0-16,-35 18 31,35-17 0,-18 17-31</inkml:trace>
  <inkml:trace contextRef="#ctx0" brushRef="#br0" timeOffset="132637.07">12347 13476 0,'0'-18'16,"-17"18"46,17-17-46,-18 17 0,0-18-16,1 18 15,-1 0 1,0 0-1,-17 0 17,0 0-17,17 0 1,18 18 0,-35-1-1,17 19 16,1 17 1,17-36-32,17-17 15,1 18 1,0 0 0,-1-18-1,-17 17-15,18-17 16,-18 18-1,17-18 1,-17 17 15,18-17 1,0 0-32,-1 0 15,72 0 1,-19 0-1,-17 0-15,0 0 16,-35 0 15</inkml:trace>
  <inkml:trace contextRef="#ctx0" brushRef="#br0" timeOffset="133706.99">12841 13670 0</inkml:trace>
  <inkml:trace contextRef="#ctx0" brushRef="#br0" timeOffset="135292.7">13053 13370 0,'0'-17'94,"-18"17"-78,0 0-1,1 0 1,-1 0-1,-35 17 1,0-17-16,18 18 31,0 17-31,17-35 0,1 18 32,-1-18-32,18 17 15,-35 19 1,35-1-1,0-17 1,0-1 0,0 1 15,17 17-15,1-35-16,0 18 15,-1-18-15,1 17 31,-1-17 1,1 0-32,0 0 31,-1 0-31,-17 18 16,18-18-1,0 0 1,-1 0-1,1 0 1,0 0 31,-1 0 0,1 0-32</inkml:trace>
  <inkml:trace contextRef="#ctx0" brushRef="#br0" timeOffset="136422.22">13282 13617 0,'0'-17'109,"0"-19"-109,0 19 16,35-72 15,-35 72-31,18 17 0,-18-18 16,-18 18 171,1 0-171,-1 18-16,18-1 15,-35 19 1,0-19-16,35 19 31,-18-36-31,18 17 31,0 1-15,0 0 0,18-1-1,-1-17-15,1 0 16,-18 35 15,17-35-15,19 18-1,-19-18 1,1 0-16,17 18 31,-17-18-31,17 0 16,53 17 0,-70-17-1,0 0 1</inkml:trace>
  <inkml:trace contextRef="#ctx0" brushRef="#br0" timeOffset="137372.53">13899 13300 0,'-35'0'79,"0"0"-64,0 17-15,17 19 16,-35-19-1,18 19-15,17-19 16,0 1 0,36-1 62,17 1-63,1-18 1,17 0-16,0 0 16,17 0-1,-17 0 1,-35 0-16,-18 18 16,35-18-1,-35 17 16,18 19 1,-18-19-32,0 1 15,0 0 1,-36 34 0,19-52-1,-1 0-15,-17 18 16,-18-18-16,35 0 15,1 18 1,-1-18 15,0 0-15,71 0 62,71 0-62</inkml:trace>
  <inkml:trace contextRef="#ctx0" brushRef="#br0" timeOffset="138491.07">14693 13229 0,'0'-17'140,"-17"17"-124,-36 0-16,35 0 16,-53 35-1,19-18-15,52 1 16,-18 0-16,0-18 16,1 17 15,17 1 0,17 0 0,1-1-15,35 36 0,17-53-1,54 35 1,-71-17-1,0 0 1,-36-1-16,1-17 16,17 0-16,-35 18 15,18-18-15,-18 18 16,17-1 0,-17 1 15,0 17-16,0-17 1,-17-1-16,-18 1 16,-1 17-1,1-35-15,0 0 16,-1 0-16,1 18 16,0-18-1,17 0-15,-17 0 16,-18 0-1,35 0 1,18-18 0,0 1 15,18 17 16,0-18-47,-1 18 15,1 0-15,0 0 32,-1 0-32</inkml:trace>
  <inkml:trace contextRef="#ctx0" brushRef="#br0" timeOffset="139545.6">15381 13335 0,'-18'-18'31,"1"18"0,-18 0 1,17 18-17,-53 35 16,71-35-31,-17 34 32,17-34-17,17 17 17,1-17-32,0 0 15,-18-1-15,17-17 16,1 18-16,0-18 15,-1 18 1,54-18 0,-18 0-1,-18 0 1,0-18 0,-17 0-16,-1 1 15,-17-1-15,18-88 31,-36 71-15,1 0 0,17 17-1,-18 0 1,-17 1 0,17 17-16,1 0 15,-19 0 1,19 0-16,-1 0 15,-35 0 1,36 0-16,-1 0 16,0 0 15,18 35-31,0-17 16,0-1-1</inkml:trace>
  <inkml:trace contextRef="#ctx0" brushRef="#br0" timeOffset="140527.01">15575 13547 0,'18'0'47,"-1"0"31,1-18-63,0-17 1,-18-18-16,17 35 16,-17-105 15,0 87-31,0 19 15,0-1 17,0 1-32,-17 17 62,-1 0-31,0 17-31,1-17 16,-1 18-16,0 17 16,18-17-1,0-1 1,0 1 15,18-18-31,0 0 16,17 0-1,0 0 1,36 0-16,17 0 31,-70 0-31,-1 0 32,-17 18-17,0 35 16,0-18-15,18 0 0,-18-17-16,0-1 15,35 1 17,-17-18-17,-18 18 1,18-18-1,17 0 1,18 0-16,-18 0 16,18 0-16,53 0 31,-89 0-31</inkml:trace>
  <inkml:trace contextRef="#ctx0" brushRef="#br0" timeOffset="144444.99">11289 12841 0,'-18'0'31,"1"18"-31,-19-1 16,19 1-16,-36 17 31,53-17-31,-106 88 31,88-89-31,1 1 16,-72 88 0,1-18-16,0 18 15,0-18-15,35-17 16,-35 34-16,35-34 15,0 70 1,18-70-16,17 17 16,18-53-16,0 0 15,0 54 1,18-54-16,-1-17 16,19-1-1,-36 18-15,35-35 16,0 36-16,18 17 31,-35-53-31,17 17 31,-17 1-31,-1-18 16,1 18 0,52 35-1,-52-53 1,0 0-16,-18 17 15,17 1 1,1-18-16</inkml:trace>
  <inkml:trace contextRef="#ctx0" brushRef="#br0" timeOffset="145685.31">15857 12682 0,'36'36'157,"-1"-19"-157,35 54 15,72 52 1,-107-105-16,35 70 31,-34-53-31,-19-17 16,-17 0-16,18-1 15,-18 19-15,18 17 16,35 70 15,-18-17-31,-35-36 0,0-34 16,0-19-16,17 71 31,-17-70-31,0 17 16,0 36-1,-17-36 1,-1-17 0,18 0-1,-35-18 16,35 17-15,-18 1 0,18-1-16,-17 1 15,-1-18 1,18 18 0,-18-1-16,18 1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54:30.84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5503 13141 0,'-17'0'15,"-1"-18"17,0 18-32,1-17 15,-19-1 16,19 18-31,-1-18 32,1 18-32,-1 0 15,0-17 1,-17 17 15,17 0-31,1 0 31,-1 0-31,0 0 16,1-18 0,-1 18-1,1 0 1,-1 0-16,0 0 16,1 0-1,-1 0-15,0 0 16,-35 18 15,36-1-31,-18-17 16,-1 18-16,19 0 15,-19-18-15,19 17 16,-1 1-16,0 0 31,-17-18-31,35 17 16,0 1-1,-18-18 1,1 18-16,-18-1 16,35 1-1,-18-1 1,0 1 0,1 0-16,17-1 31,-18 19-16,0-19 1,1 1 0,17 17-16,-18-35 15,18 18-15,0-1 16,0 1-16,-18 0 16,18-1-16,-17 19 15,17-19-15,0 1 16,0 35-1,0-36 1,0 19 0,0-1-1,0-17 1,0-1 0,0 19-16,0-19 15,35 54 1,-17-54-16,-1 19 15,19-1 1,17 18 0,-36-18-16,1-35 15,-1 18-15,-17-1 16,18-17-16,0 0 16,-18 18-1,17-18 1,1 0-1,-18 18 1,35-18 0,-17 0-1,0 17-15,-1 1 16,36 0 0,-18-1-1,-17-17 16,17 18-15,-17-18 0,0 0-1,-1 18 1,19-18 0,-19 0 15,1 0-16,-1 17-15,1-17 16,53 0 0,-18 0-1,-18 0-15,0 0 16,18 0 0,18 0-16,-36 0 15,53 0 1,-53 0-1,-17 0-15,17-17 16,71-19 0,-88 36-1,-1 0-15,1-17 16,0 17-16,-1 0 16,1-18-16,0 0 15,-1 18 1,1-17-1,-1-1 1,1-17 15,0 17-31,-18 1 16,0-1-16,0 0 16,17-17 15,-17 17-31,0 1 0,18-19 15,0 19 1,-18-54 15,0 54-31,0-1 16,0 0-16,0-17 16,0-18 15,0 0-31,-18 36 0,18-1 15,0-17 17,-18 17-32,18 0 15,-17-17 17,17 17-32,-18 1 15,0-18 16,1-1-31,17 19 32,-18-1-32,18 0 0,-17-17 31,-1 17-31,18 1 0,-18-18 31,18 17-15,-17 0-1,17 1-15,0-1 16,-18 0-16,0 1 16,18-1-1,-17 18 1,-1-35-16,0 17 31,1 18-15,17-18 15,-18 18-31,1 0 31,-1-17-15,0 17 15,18-18-31,-17 18 16,-1 0-1,0-17 1,1 17 0,-1 0-1,0 0 1,1-18 0,-1 18-1,1 0 1,-1 0-1,18-18 1,-18 18-16,1 0 31,-1 0-15,-35 0 0,18 18-1,17 0-15,-35-18 16,-17 35-1,34-18 1,19 1-16,-1-18 16,0 18-16,1-1 15,-1-17 1,18 18 0</inkml:trace>
  <inkml:trace contextRef="#ctx0" brushRef="#br0" timeOffset="10716.96">19597 8202 0,'17'-35'16,"1"35"-16,0-35 15,-1 35-15,19-18 32,-19 0-17,1 18 1,0 0 15,-18-17-31,35-1 16,0 18-16,0 0 31,-17 0-31,0 0 16,-1 0 15,1 0-31,0 0 15,-18 18 1,17-1 0,1 1-1,-1 17-15,-17 0 16,18 18 15,-18-35-31,0 0 16,0-1-16,0 1 15,0 0-15,-18 17 32,1-18-17,-18 19 1,17-19-16,0 1 16,18 0-1,-17-18 1,34 0 265,71 17-265,-70-17-1,17 0-15,-17 18 16,17-18-16,1 18 16,17 17 15,-18-35-31,-18 0 15,1 17 1,17 1 0,-17-18-16,0 0 15,-1 0-15,19 0 16,-19 0 0,71 0-1,-52 0 1,-1 0-1,0 0-15</inkml:trace>
  <inkml:trace contextRef="#ctx0" brushRef="#br0" timeOffset="11875.43">20637 8079 0,'0'0'0,"0"17"125,0 1-94,0 0-15,0-1 15,0 1 0,18-18-15,0 0-1,17 0 1,-17 0-16,17 0 16,71 0-1,-53 0-15,-18 0 16,88 0-1,-87 17 1,34 19 0,-52-19-1,-18 1 1,18 0-16,-1 17 31,-17-17-15,0 17-1,-17-35-15,17 17 16,-18 1-16,0-18 31,1 18-31,-1-18 16,-35 0 0,35 0-16,-17 0 15,18 0-15,-1 0 16,-17 0-1,17 0-15,0 0 16,1 0 0,-1 0-1,0 0 1,1 0 0</inkml:trace>
  <inkml:trace contextRef="#ctx0" brushRef="#br0" timeOffset="12423.64">20690 8026 0,'18'-36'62,"35"1"-46,0-18 0,123-53 15,-70 53-31,-18 18 0,-35 18 16,53-36-1,-88 53 16</inkml:trace>
  <inkml:trace contextRef="#ctx0" brushRef="#br0" timeOffset="15041.45">19932 8978 0,'-18'18'172,"18"-1"-156,-35-17-1,17 36 1,1-19-16,-1-17 15,18 18 1,-18 0-16,18-1 16,-17-17-1,-18 18 1,17 17-16,0 0 31,1-35-31,-1 36 16,0-19-16,1 1 15,-1 0-15,0-1 16,1 1-16,-1 0 16,1-1-1,-1 1 1,18 0 0,-18-18-16,1 17 15,-1-17 1,0 18-1,1-1-15,-1 1 16,18 0-16,-18-18 16,1 17-16,-1 1 15,0-18 1,1 18 0,-18-1-16,35 1 15,-18-18-15,0 18 16,1-1-1,-1-17 1,18 18 0,-18-18-16,1 0 15,17 17 1,-18-17 0,18 18 30,-18-18-14,1 35-17,-1-35 1,18 18 0,-17-18 109,17 18-110,-18-1 16,18 1-31,-18 0 110,18 17-95,-35-35 1,35 17-16,-18-17 16,18 18-16,-17-18 15,17 35-15,-18-35 16</inkml:trace>
  <inkml:trace contextRef="#ctx0" brushRef="#br0" timeOffset="16141.53">20408 9084 0,'18'0'109,"-1"18"-93,36-1-1,-53 19 1,89 52-16,-37-53 16,54 71-1,-53-53 1,-35-36-16,17 19 15,0-19-15,1 19 16,-19-36-16,54 70 31,-36-52-15,-17-18 0,17 53-1,-17-36 1,-1-17-16,1 18 15,-18 0 1,18-1 0,-1-17-1,-17 18 32,18-18-16</inkml:trace>
  <inkml:trace contextRef="#ctx0" brushRef="#br0" timeOffset="17915.41">17974 10336 0,'0'18'94,"0"53"-78,-18-36-16,18 53 15,0-53 1,0-17 0,0 53-16,0-36 15,18-18-15,-18 1 16,0 17 0,18-17-1,-1 0 1,-17-1-1,0 1 1,0 0 62,0-1 125,0 18-187,0-17-16</inkml:trace>
  <inkml:trace contextRef="#ctx0" brushRef="#br0" timeOffset="19567.3">18732 10530 0,'0'-17'47,"-17"17"31,-1 0-47,1 0-15,-1 0-1,0 0-15,-17 17 16,0-17-1,35 18 1,-18-18-16,18 18 16,-18-1-16,18 1 15,-17 17 1,17-17 0,0 17-1,0-17 1,0-1-1,17 36 1,1-17 0,-18-19-16,35 1 15,-17-18 1,-18 18-16,18-18 16,-1 0-1,1 17 1,0-17-1,-18 18 1,17-18 0,18-18-1,1 18 1,-19-17-16,1-1 16,-18 0 15,18-17-31,-18 17 47,0 1 31,0-1-47,0 0-15,0-17 15,0 18-31,0-1 16,0 0 15,0-17-31,0 17 15,0 1 1,0-1 0,0 0-16,0 1 15,0-1-15,0 0 16,0 1 15,-18 17 0,0 0 79,1 0-48,-1 0 141</inkml:trace>
  <inkml:trace contextRef="#ctx0" brushRef="#br0" timeOffset="21312.12">21361 10354 0,'0'-18'110,"0"-17"-95,35-18-15,-17 36 0,17-36 16,-17 53 0,34-36-1,1 1-15,-17 35 0,-1-18 31,-17 18-15,-1 0 0,1 0 15,-18 18-31,17 0 16,-17-1-1,18 19-15,-18-19 0,18 1 16,-18 0-16,0-1 31,0 1-15,0-1-1,-18 1 1,0 0-16,1-1 16,-1-17-1,1 18 16,34-18 126,1 0-157,17 0 15,18 0-15,-35 0 16,52 35 0,-35-17-16,-17 0 31,-18-1 0,18-17-15,-18 35-16,0-17 15,0 0-15,-18 35 32,18-18-17,-35-17 1,17-1-1,-35 1-15,36-18 16,-89 18 0,71-18-1,-1 0 1,-17 0 0,36 0-1</inkml:trace>
  <inkml:trace contextRef="#ctx0" brushRef="#br0" timeOffset="22665.22">22278 10372 0,'-53'53'125,"18"-18"-109,17 35 15,18-52-31,0 0 16,0-1-1,18 19 1,-1-36 0,1 17-16,0-17 15,-1 18 16,1-18-15,0 18 15,-1-1 1,1-17-17,-1 0 1,1 0 15,17 0-15,-35-17-16,36-1 15,-36 0-15,35-17 32,-35 0-32,0 17 0,0 0 15,18-17 16,-18 17-15,0 1 15,0-1-15,-18 1 15,18-1-31,-18 0 16,1 18-16,17-17 15,-18 17-15,18-18 16,0 0 0,-18 18-1,1 0 17,-1 0-17,18-17 1,-18 17 78,1 0-48,-1 0-14,1 0-17,-1 0 17</inkml:trace>
  <inkml:trace contextRef="#ctx0" brushRef="#br0" timeOffset="23533.5">22595 10830 0,'0'36'78,"36"34"-78,-19-35 16,1 36-16,35 17 15,-18-35-15,18 88 31,-18-106-31,-35 18 16,36-17-16,-19-1 16,19 35-1,-19-52 1,1 0 0,-18-1-16,17-17 31,-34 0 78</inkml:trace>
  <inkml:trace contextRef="#ctx0" brushRef="#br0" timeOffset="24622.72">22772 12330 0,'0'17'0,"0"-34"0,0-1 0,17-35 16,-17 35-16,0 1 15,0-1-15,0-35 16,36 0 0,-19 36-1,1-1 1,0 18-1,-1 0 17,19 0-17,-36 35 1,17-17 0,-17 0-16,18-18 15,-18 17-15,0 1 16,0-1-1,0 1-15,0 0 16,0 17-16,0 0 16,-35 36 15,17-71-31,0 17 16,36-17 124,70 18-109,-53 17-31,36 18 16,-53-53 0,-18 18-16,0 0 15,17 35 17,-17-36-32,0 36 0,0-18 15,-70 1 1,-19 17-1,54-18-15,-88 0 32,87-35-32,-16 18 31,34-18-15,0 0 15</inkml:trace>
  <inkml:trace contextRef="#ctx0" brushRef="#br0" timeOffset="25579.62">23336 12259 0,'18'0'31,"0"35"47,-18 53-62,0-70-16,0 17 16,0-17-1,17-18 17,1 0 14,-1 18-46,54-1 32,-53 1-17,-1-18-15,-17 18 16,0-1-16,36 19 16,-36-19-1,0 1-15,17-1 16,-17 36-1,0-17-15,0-19 16,0 1-16,0 0 16,0-1-1,0 1 1,-17-1 0,-54-17-1,36 0-15,-1 0 16,1 0-16,0 0 15,17 0 1,1 0 93</inkml:trace>
  <inkml:trace contextRef="#ctx0" brushRef="#br0" timeOffset="26203.79">23424 12171 0,'18'0'78,"35"-18"-62,18-17-16,-1 17 15,-17-17-15,53-18 16,35 0 0,-88 36-1,35-19-15,-35 19 0,-18 17 16,-17 0-1,-36 17 79,1 1-78,-1-18-1,18 35-15,-18-35 0</inkml:trace>
  <inkml:trace contextRef="#ctx0" brushRef="#br0" timeOffset="30608.43">21837 11024 0,'-18'18'93,"1"35"-77,-89 159 0,53-107-16,18-34 15,-1-18-15,1 35 16,17-53-16,1 1 15,-1 34 1,-17-35 0,17 1-16,18-19 15,-17 1-15</inkml:trace>
  <inkml:trace contextRef="#ctx0" brushRef="#br0" timeOffset="32043.62">20690 12418 0,'18'0'63,"0"0"-32,-1 0-15,1 0 15,0 0-15,-1 0-1,1-18-15,0 18 16,-1 0 0,1 0-1,-1 0-15,1 0 16,17 0-1,-17 0 1,0 0-16,-1 0 16,-17 18-1,18-18 1,-18 17-16,18 1 16,-1 17-1,-17-17-15,0 0 16,0 35-16,18-36 15,-18 18-15,0 1 16,0-1-16,0 18 16,0-35-16,-35 70 31,17-71-15,18 1-16,-18-18 93,54 0 17,-1 18-95,0-18 1,0 17-16,-17-17 16,53 18 15,-54-18-31</inkml:trace>
  <inkml:trace contextRef="#ctx0" brushRef="#br0" timeOffset="33653.15">21537 12259 0,'0'18'94,"0"87"-94,-35-52 15,0 36 1,35-54 0,0 0-16,-18 0 15,18 18 1,0-35-16,0 0 15,0-1 17,0 1-17,18-18 1,-18 18 0,17-1-1,1-17 1,-1 0-16,-17 18 15,18-1 1,0-17 0,-1 18 15,1-18-15,0 0 30,17 0 1,-17-18-31,-1 18 0,-17-17-16,0-1 46,0 1 64,0-1-79,-17 18-15,-1 0 31,18-18-16,-18 18 0,1 0 16,-1 0-16,0 0 0,1 0 1,-1 0-17</inkml:trace>
  <inkml:trace contextRef="#ctx0" brushRef="#br0" timeOffset="37080.44">18292 11448 0,'0'17'62,"-18"19"-46,-17 16-16,-159 213 31,141-177-31,0-35 16,-35 71-1,52-107-15,1 36 16,-53 35 0,70-70-16,1 17 15,-19 1 1,19-36-16,17 17 15,0 1-15,-18-1 32</inkml:trace>
  <inkml:trace contextRef="#ctx0" brushRef="#br0" timeOffset="37914.67">17233 12735 0,'0'18'31,"-17"17"-15,17-17-1,0-1 1,0 1 0,17 0-1,18-18 16,-17 17-31,0 1 0,-1-18 16,72 18 15,-37-1-31,1 1 16,18 0 0,-53-18-1,-18 17 1,0 1-1,0-1 17,0 19-17,-18-19-15,-17 1 16,-18 17 0,17-17-16,-69-18 31,69 0-31,19 18 0,-1-18 31,0 0-31</inkml:trace>
  <inkml:trace contextRef="#ctx0" brushRef="#br0" timeOffset="38530.39">17268 12771 0,'18'0'47,"0"0"-16,17 0-31,-17 0 0,17-18 16,0 0 0,0 18-1,-17-17-15,0 17 16,-1 0-1,1 0 17,0 0 30,17 0-46,-17 0-1</inkml:trace>
  <inkml:trace contextRef="#ctx0" brushRef="#br0" timeOffset="39782.87">17216 13670 0,'0'53'63,"-53"53"-48,35-53 1,-35 88-16,53-88 15,-35 0-15,17 0 16,1-18 0,-19 35-1,19-17-15,17-35 32,-18 0-17,0-1 1,18 1-16,-17 0 15,17 17 1,-18-35-16,18 18 31</inkml:trace>
  <inkml:trace contextRef="#ctx0" brushRef="#br0" timeOffset="40952.93">16351 15081 0,'18'18'78,"-18"52"-63,0-52-15,0 0 32,0-1-32,0 36 15,18-35 1,-1-18-1,-17 18 1,18-18-16,-18 17 16,17-17-1,1 0 1,0 0-16,17-17 16,36-36-16,-19 0 31,-52 35-31,0 0 31,0 54 141,0 17-156,0 0-16,0-1 15,0-16-15,0 52 16,0-53-1,0 53 1,18-52 0</inkml:trace>
  <inkml:trace contextRef="#ctx0" brushRef="#br0" timeOffset="42070.25">18697 11642 0,'18'70'110,"17"71"-95,0 53-15,1-35 16,-1 0 0,36 264-1,-36-335 1,-18 1-16,19-1 31,-36-71-31,17 1 16</inkml:trace>
  <inkml:trace contextRef="#ctx0" brushRef="#br0" timeOffset="42774.3">18856 13247 0,'0'17'47,"0"1"-47,0 17 15,0 1 1,0-1-16,0 18 16,0-18-16,0 36 0,0-36 15,0 0-15,0 36 16,0-36 0,0 18-1,0-35-15</inkml:trace>
  <inkml:trace contextRef="#ctx0" brushRef="#br0" timeOffset="43628.71">19173 13388 0,'0'18'93,"0"-1"-77,0 1-16,0-1 16,0 1-1,0 0 1,0-1 15,36-17-15,-19 0-1,54 0 1,-36 0 0,0 0-16,18 0 15,-35 0 16,0 36 1,-1-19-17,-17 1-15,0 17 16,18-17-16,0 17 16,-18-17 15,0-1 0,0 1-15,-36 0 15,19-18-31,-1 0 16,-17 0-1,17 0 1,0 0-1,1 0 1,-1 0 0,1 0-1</inkml:trace>
  <inkml:trace contextRef="#ctx0" brushRef="#br0" timeOffset="44147.77">19297 13582 0,'0'-18'47,"35"1"-16,106-124 0,-88 88-31,18-18 0,-36 36 16,-17 17-16,17-35 31,-35 36-31,18 17 16,-18-18 15,-18 18 63,0 0-79</inkml:trace>
  <inkml:trace contextRef="#ctx0" brushRef="#br0" timeOffset="45009.87">19068 14235 0,'0'35'62,"-53"35"-46,-35 107-1,70-107 1,-35 19-16,18-37 16,17-16 15,-88 87-15,106-105-1,0-1 16</inkml:trace>
  <inkml:trace contextRef="#ctx0" brushRef="#br0" timeOffset="45560.06">18450 15275 0,'18'36'47,"-18"105"-16,0-71-31,18 1 0,-1 17 16,1 0-1,-18-70 1,17-1-16,1 19 16,-18-19-1</inkml:trace>
  <inkml:trace contextRef="#ctx0" brushRef="#br0" timeOffset="46590.31">18715 15522 0,'0'0'0,"17"0"0,-17-17 15,18-1-15,0 0 16,17-17 15,36-36-15,-54 36 0,19 35 15,-19 0 16,18 71-32,-17-54-15,0 19 0,-18-19 16,17 1 0,-17 0-16,0 17 31,-17-35-31,17 17 15,-18-17-15,0 0 79,36 0 14,17 18-77,-17 0 0,0-18-16,-1 0 15,-17 35-15,18-17 16,0-18-1,-18 17 1,0 1 15,0 17-15,0-17-16,0 0 16,-18-1-1,0-17 1,18 18-16,-35-18 15,17 0 1,1 0 0,-1 0-16,0 0 15,1 0 1,-1 0 0,1 0-16</inkml:trace>
  <inkml:trace contextRef="#ctx0" brushRef="#br0" timeOffset="47343.23">19579 14199 0,'35'0'78,"-17"0"-63,35 36-15,35 34 16,53 36 0,-70-35-16,105 52 15,-88-70-15,71 70 16,-124-105-16,18 17 15,-17 1-15,-1-36 16,-35 17-16,18-17 16,-18 18-1</inkml:trace>
  <inkml:trace contextRef="#ctx0" brushRef="#br0" timeOffset="47894.11">20232 15258 0,'17'0'15,"1"17"1,0 36-1,-1 176 1,-17-140 0,18-1-16,-18-35 15,18 0 1,-18-36 0,0 1-1</inkml:trace>
  <inkml:trace contextRef="#ctx0" brushRef="#br0" timeOffset="48620.39">20567 15363 0,'18'0'109,"17"0"-93,18-17-16,-18-1 16,18 1-16,0-1 15,-18 0-15,0 1 16,1 17-16,-19 0 47,1 35-32,0 0 1,-18 36-16,0-1 16,17 107 15,-17-142-31,0 18 15,0-18 1,0-17-16</inkml:trace>
  <inkml:trace contextRef="#ctx0" brushRef="#br0" timeOffset="49251.88">20708 15593 0,'18'0'78,"52"-18"-63,-34 18 1,-1-18-16,0 18 16,53-35-1,-70 35 1,17 0-16,0-17 16,-17 17-16,0 0 15,-1 0 16,-17-18-15,18 18 0</inkml:trace>
  <inkml:trace contextRef="#ctx0" brushRef="#br0" timeOffset="50034.45">20602 16228 0,'-17'70'78,"-1"1"-62,-70 176 15,52-194-31,1 0 0,-35 70 31,34-70-31,19-18 16,-19 18-16,19-17 16,17 16 15,-18-16-31,1-36 16,17 17-1</inkml:trace>
  <inkml:trace contextRef="#ctx0" brushRef="#br0" timeOffset="50709.78">19650 17551 0,'0'0'0,"17"0"16,1 0 15,-18 35-15,18 18-1,-18-18-15,17 124 32,-17-89-17,0-34-15,0-1 16,18 18 0,-18-35-16,0-1 15,0 18 1,0-17-16,0 0 15,0-1-15,0 1 32</inkml:trace>
  <inkml:trace contextRef="#ctx0" brushRef="#br0" timeOffset="52126.27">20108 17639 0,'-17'0'47,"17"18"-32,-36 52 1,19-52-16,17 17 15,-53 88 1,53-105 0,0 0-16,0 35 31,17-36-31,-17 1 16,18-18-1,0 35-15,-1-17 31,1-18-31,0 17 32,-1-17-17,-17 18 17,18 0-1,0-18-16,-1 0 17,19-53-1,-36 35-15,0 1 124,-18 17 48,0 0-173,1 0-15,-1 0 32,18 17-17,-18-17 1,1 0 31,17 18-32,0-1 95</inkml:trace>
  <inkml:trace contextRef="#ctx0" brushRef="#br0" timeOffset="55784.78">6491 16616 0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55:53.41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17074 15011 0,'18'17'234,"-18"1"-234,35 0 16,-35 17-16,18-17 15,35 34 17,-35-34-17,-1-18 1,1 18-16,-18-1 16,17-17 15,1 0 16,0-17-16,-1-1-31,19-17 0,-36 17 16,0-35 15,0 36-31,0-1 0,0 0 31,0 1-15,-18 17-1,18-18 1,0 0 0,-18 18-16,1 0 15,17-17 1,-18 17-1,0-18 1,1 18 47,-1 0 93,1 18-31,17 17-94,-18-17-31,18-1 16,-18 1 15,1 0-31,17-1 31,-18-17-15</inkml:trace>
  <inkml:trace contextRef="#ctx0" brushRef="#br0" timeOffset="2229.3">19420 15081 0,'-17'0'0,"17"18"156,-18 17-156,18 0 15,-18 1 1,18-19 0,18 1 15,-18 0-15,18-18-1,-1 0 1,-17 17-1,18-17 1,0 0 0,-18 18-16,17-18 15,-17 18 1,18-18 0,17 0-16,1 0 15,-19 0 1,18 0-16,-17 0 15,0-53 1,-18 35 0,0 0-16,0-17 15,-18 0 17,18 17-32,-18 1 31,1 17-31,17-18 31,-18 18-15,1 0 15,-1-18 0,0 1-31,1 17 16,17-18 15,-18 18-31</inkml:trace>
  <inkml:trace contextRef="#ctx0" brushRef="#br0" timeOffset="4087.31">20673 17462 0,'-18'0'15,"0"0"48,1 0-16,-1 0-47,1 0 47,17 18 31,17-18-63,1 18 1,-1-1 15,1 1-15,0-18 31,-1 18-16,1-18 0,-18 17 0,0 1-15,18-18 0,-1 0-1,1 0 1,0-18-16,-1 1 16,1 17 15,0-18 0,-18 0-31,17 1 31,-17-1-31,0 0 16,0 1 0,0-1-16,0 1 15,0-1 1,0 0-16,0 1 31,-17 17-31,-1 0 47,0-18-16,1 18 47,-1 0-46,0 0-32,1 0 31,-1 0-31,-17 0 31,35 18-15,-18-18 15,0 0 0,18 17-15,0 1-1,-17-18 1,17 18 15</inkml:trace>
  <inkml:trace contextRef="#ctx0" brushRef="#br0" timeOffset="5207.57">21343 14922 0,'0'36'140,"0"17"-140,18 17 16,-18-34-16,0-1 15,17-18 1</inkml:trace>
  <inkml:trace contextRef="#ctx0" brushRef="#br0" timeOffset="6898.05">21890 12047 0,'-18'18'125,"-17"17"-125,35 1 15,-18-19 1,18 1-16,0 17 16,0-17-1,0-1 16,0 1 1,18 0-17,0-18 1,-18 17-16,17-17 31,1 0-15,52-17-1,-70-1 1,0 0 0,0-17-16,0 17 15,0 1-15,0-1 16,0-17 0,0 17-1,0 1 16,-17 17-15,17-18 15,-18 18 1</inkml:trace>
  <inkml:trace contextRef="#ctx0" brushRef="#br0" timeOffset="8785.34">24536 11765 0,'0'18'140,"0"17"-124,-18-17-16,18-1 15,0 1 1,0 0 0,0-1 15,0 1 0,18-18 0,-18 18-15,35-18 15,-17 0-15,-1-18 0,1 18-16,-18-18 31,0 1-31,0-1 15,0 0 1,18 18 0,-18-17-1,0-1 220</inkml:trace>
  <inkml:trace contextRef="#ctx0" brushRef="#br0" timeOffset="10241.91">23125 9878 0,'0'-18'31,"-18"18"-15,0 0 62,1 0-62,-19 18-1,-52 88 1,71-106 0,-1 17-1,18 1-15,0 0 31,0-1-15,18 1 15,-1-18-15,1 17 0,-1-17-16,1 36 31,17-36 16,-35 17-32,36-17 1,-19-17-16,1 17 16,17-53-1,-17 35 16,-18-35-15,-18 53 0,18-17-1,0-1 32,0 0 16,0 1-48,-17-1 17,-1-17-17,18 17 1,-18 0-1</inkml:trace>
  <inkml:trace contextRef="#ctx0" brushRef="#br0" timeOffset="13990.81">16528 12400 0,'-18'0'31,"0"0"173,1 0-173,-1 18-16,18-1 1,-18 1 0,18 0-1,0-1 17,-17 1-1,17 0 47,0-1-78,17-17 16,1 18-16,0-18 31,-1 18-16,-34-18 454,-19-36-438,19 36-31,17-17 47,0-36-15,0 35-32,0-17 0,0-1 15,0 19 1,0-1-16,0-35 31,0 36-31,0-1 16,0 0 15,17 18 156,-17 89-155,18-37-17,0 19-15,-1-18 0,1-18 16,-18 53 15,18-70-31,-18 0 0,0-1 31,0 1 1</inkml:trace>
  <inkml:trace contextRef="#ctx0" brushRef="#br0" timeOffset="19130.88">19544 12735 0,'35'0'141,"0"0"-126,1 0 1,-19 0-16,1-17 31,0 17-31,-1 0 16,19 0 15,-19 0-31,-17-18 0,18 18 125,-1 0-62,-34-18 30,-18 1-61</inkml:trace>
  <inkml:trace contextRef="#ctx0" brushRef="#br0" timeOffset="20012.34">20002 12241 0,'0'71'94,"0"-36"-79,0 124 1,0-124 0,0 18-1,0-35-15,0 17 16,0 0 0,0-17 124,0 0-109,0-1-15,0 1 0,18 0-1</inkml:trace>
  <inkml:trace contextRef="#ctx0" brushRef="#br0" timeOffset="29898.4">17127 9878 0,'18'0'109,"70"0"-93,-70 0-1,-1 0-15,1 0 16,0 0 0,-1 0-16,19 0 15,-19 0-15,19 0 16,-19-18-16,1 18 15,-1-18 1,1 18-16,0 0 109,-1 0-46,1 0-47</inkml:trace>
  <inkml:trace contextRef="#ctx0" brushRef="#br0" timeOffset="30724.06">17604 9543 0,'0'35'141,"17"-17"-126,-17 17-15,0 0 16,0-17-16,18-1 16,-18 19-16,0-1 31,0 0-31,0-17 15,0-1-15,0 1 32,0 0-32,0-1 0,0 19 31,0-19-15,18-17-16,-18 18 31</inkml:trace>
  <inkml:trace contextRef="#ctx0" brushRef="#br0" timeOffset="38977.64">21872 7232 0,'0'-18'125,"18"1"-94,17-1-15,-17 18 0,-18-18-1,17 18-15,1 0 32,0 0 30,-1 0 1,1 18-32,-18 17-16,18-35 1,-18 18-16,0 0 16,0-1-1,0 18 1,0-17 0,0 0-1,0-1 1,0 1-1,0 0 48,0-1-47,-18 1-1,0-18 1,1 0-1,17 18 95,-18-1-95,18 1 1,-18-18 0,18 18 15,-17-18-31,34 0 297,36 0-282,-17 0 1,-1 0-16,-17 0 16,-1 0-16,1 0 15,-1 0 17,1 0-1,0 0 31,-1 0-30,1 0-1,17 0 0,1 0 0,-19 0-15,1 0 15,-1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3T16:57:27.930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22225 6879 0,'-18'0'47,"1"0"-31,-19-17 0,1 17-1,18 0 1,-1 0-16,0 0 15,-17 0-15,-18 0 16,18 0-16,-1 17 16,19-17-16,-18 0 15,17 0 1,-35 18 0,35-1-1,1 1 1,-1-18-1,0 0 1,18 18 0,-17-18-1,17 35 1,-35-17-16,35-1 16,-18 1-1,18 0 1,-18-18-1,18 17-15,0 1 16,-17-1-16,17 19 31,0-19-31,0 19 16,0-19 0,0 1-1,0 0 1,0-1-16,0 1 15,0-1-15,0 1 16,0 0 15,0-1 1,17 1-17,-17 0-15,18-18 31,0 17-15,-18 1 0,35 0-1,-18-1 1,1-17 0,0 0-16,-18 18 15,17 0-15,1-18 16,0 0-16,-18 17 15,17-17 1,1 18 0,0-1-16,-1-17 15,1 18 1,-1-18 0,1 0-16,0 18 15,-1-18 1,-17 17-1,18-17 1,0 0 0,-18 18-16,17-18 15,1 0-15,0 0 16,-1 0-16,1 0 16,17 0-16,-17 0 15,-1 0-15,1 0 16,0 0-16,-1 0 15,19 0 1,-19-18 0,1 18-1,0-17 1,-1-19 0,1 19-1,-18-1 1,17 1-16,1-1 15,-18-17-15,0 17 16,18-17-16,-18 17 16,0 0-16,0 1 15,17-54 1,-17 36 0,0 17-16,0 1 15,0-1 1,0-17 15,0 17-31,0 0 0,-17 1 16,-1-1-16,18 1 15,-18-1 1,-17 0 15,18 1-15,-1 17-1,18-18-15,-18 0 32,1 18-17,-1 0-15,18-17 32,-18 17-32,18-18 31,-17 18-16,-1 0 17,0 0-32</inkml:trace>
  <inkml:trace contextRef="#ctx0" brushRef="#br0" timeOffset="7866.23">23230 7426 0,'0'35'125,"0"53"-109,0-17-16,0-36 15,-17 36 1,17-54-1,0 1 1,0 0 15,0-1-15,0 19 15,0-19-15,0 1 15,17-18 188,36-18-204,-17 18 1,17-17-16,35-1 16,-53 0-16,-17 18 15,17 0-15,-35-17 16,18 17 0</inkml:trace>
  <inkml:trace contextRef="#ctx0" brushRef="#br0" timeOffset="9070.24">23883 7355 0,'0'18'141,"0"53"-126,0-18-15,18-1 16,-1 19-16,-17-36 15,18-17-15,-18 17 16,0-17 0,18-1-16,-18 1 15,0 0 1,0-36 140,35-35-140</inkml:trace>
  <inkml:trace contextRef="#ctx0" brushRef="#br0" timeOffset="9710.54">24359 7232 0,'0'35'47,"0"0"-31,0 54-16,0-54 15,0 18-15,-17 53 16,17-53-16,0-18 15,0 0 1,0 18 15,0-35-31,0-54 203</inkml:trace>
  <inkml:trace contextRef="#ctx0" brushRef="#br0" timeOffset="10942.06">24059 7567 0,'-17'0'78,"34"0"125,1-35-187,35 17 0,-18-17-1,-17 35-15,0 0 32,-1 0-1,1-18-16,-1 18 1,1 0 15,0 0-15,-1 0 0,1 0 15,0 0 31</inkml:trace>
  <inkml:trace contextRef="#ctx0" brushRef="#br0" timeOffset="21569.65">17533 8908 0,'0'-18'125,"-18"18"-110,-35 0 16,36 0-15,-1 0-16,-17 0 16,-53 0-1,52 0 1,1 0-16,0 18 16,0-18-1,35 17-15,-18 1 16,-35 17-1,53-17-15,-35-18 16,35 17 0,-35 36-1,17-35 1,18 17 0,-18-17-1,18 17-15,-17-17 16,17-1-16,-18 1 15,18 17 1,0-17-16,-18 17 16,1 18-1,17-35 1,0 0-16,0-1 16,0 1-1,0-1-15,-18-17 16,18 18-16,0 17 31,0-17-15,0 0-16,0 17 15,0-17 1,0 17 0,0-18-1,0 1 1,0 0-1,18 35 1,-1-36 0,-17 1-1,36 35 1,-19-36 0,1 1-1,0 0 16,-1-1-31,-17 1 16,18 0 0,-1-1-1,1 1 1,0 0 15,-1-18-31,1 17 16,0 1 15,-1 0-15,1-18-1,-18 17-15,35-17 16,-35 18-16,18-18 16,-1 17-1,54 1 16,-71 0-31,18-18 16,-18 17-16,17-17 16,19 0 15,-19 0-15,1 0-16,-1 0 15,1 0-15,0 0 16,-1 0-16,1 0 15,17 0 1,1 0-16,-19 0 16,36-17-16,-35-1 15,17 0 1,0 1-16,-17-18 16,17 17-16,-35 0 15,36 1 1,-19-1-16,1 0 0,-1 1 15,-17-1 1,36-35 0,-36 18-16,17 17 15,1-35 1,0 36-16,-1-1 16,1-88-1,-18 71-15,18-71 31,-18 71-15,0-71 0,0 88-16,0-35 15,0 0 1,-18 18-16,0 18 16,18-1-16,0-17 15,-17 17-15,-1 0 16,0 1-1,18-1 1,-35 0 0,17 1-16,18-1 15,-35 1-15,0-1 32,17 18-32,1 0 31,17-18-31,-18 18 0,0 0 31,1-17-31,-1 17 16,-17 0-1,17 0-15,1 0 32,-36 0-17,35 0-15,-17 0 16</inkml:trace>
  <inkml:trace contextRef="#ctx0" brushRef="#br0" timeOffset="23326.23">15452 9437 0,'17'0'15,"1"0"1,-18 53 0,18 105-1,-18-105 1,0-17-16,0 17 16,17 35-1,-17-71 1,0 1-1,18-18 1,-36-88 78,1-36-79,17 71 1,0 18-16,0-53 16,0 35-1,17 35-15,1-17 16,17-35 15,-17 52-31,-1 18 16,-17-18-1,18 18 1,0 18 31,-1 0-47,19 70 31,-19-53-31,-17-17 0,18 17 16,0 53-1,-18-70 1,-18-1-16,0 19 16,-17-36-1,17 17-15,1-17 16,-36 18 15,17-18-31,36-18 0,-17 18 16,-1-17-1,1 17 17,34 0 46,1 0-63,-1 17-15,1-17 16,0 18-16,17 0 16,0-1 15,-17 1-31,0 0 0,17-1 16,-35 1-1,18-1-15,-1-17 16,1 18-1,-1-18 64,-17 18-64,18-1 16</inkml:trace>
  <inkml:trace contextRef="#ctx0" brushRef="#br0" timeOffset="24027.32">16034 9331 0,'0'71'93,"0"-19"-93,0-16 16,0 17-16,0-18 16,0 18-1,0 17-15,0-52 16,35 105-1,-35-105 1,0 17 15,0-70 110</inkml:trace>
  <inkml:trace contextRef="#ctx0" brushRef="#br0" timeOffset="24634.9">16281 9437 0,'0'35'78,"17"124"-47,-17-124-31,0 0 16,0 18 0,0-35-16,0 0 0,0-1 15,0 1 1,18-18 31,-18 35-16,0-17-15</inkml:trace>
  <inkml:trace contextRef="#ctx0" brushRef="#br0" timeOffset="25603.02">16051 9701 0,'0'-17'47,"18"17"31,17 0-62,1-18-16,-19 0 15,1 18-15,17 0 16,-17-17-16,-1-1 16,1 18-1,0 0 63,-1 0 32,1 0-63,0 0-16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5T18:43:20.7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25277 11942 0,'17'0'265,"1"0"-249,-1 0-16,36 0 31,-35 0-15,0 0-16,17 0 15,0 0 1,0 0-16,1 0 16,17 0-16,-18 0 15,-17 0 1,34 0-1,-34 0 1,17 0 0,-17 0-1,88 0 17,-88 0-17,17 0 1,-18 0-1,1 0-15,0 0 16,35 0 0,-18 0-1,-17 0-15,17 0 16,71 0 15,-89 0-31,1 0 16,0 0-16,-1 0 15,1 0-15,17 0 16,-17 0 0,17 0-16,-17 0 15,-1 0 1,1 0-16,0 0 16,-1 0-16,1 0 15,0 0 1,-1 0-16,1 0 15,-1 0 1,19 0 0,-1 0-1,-17 0 1,17 0-16,18 0 31,-36 0-31,1 0 16,0 0 15,-1 0-31,19 0 16,-1 0 15,-17 0-31,17 0 16,-18 0-1,36 0 16,-17 0-31,-1 0 16,0-18 0,53 18 15,-70 0-31,0 0 16,-1 0-1,19 0 16,-36-18-31,17 18 16,1 0-16,0 0 16,-1 0-16,1 0 15,17 0 17,-17-17-32,-1 17 31,1 0-16,0 0 1,-1 0 15,1 0 32,0 0 15</inkml:trace>
  <inkml:trace contextRef="#ctx0" brushRef="#br0" timeOffset="1327.06">27340 11730 0,'18'0'140,"52"17"-124,-34 1-1,-19 0-15,54 17 32,-53-35-32,-1 0 15,1 18 1,-1-18-16,-17 17 31,18-17-15,0 0 78,-18 18-48,0 0 79,0 17-109,-71 18 15,71-36-31,-35 19 16,-18-1 0,53-17-16,-18-1 15,1-17-15,-1 18 31,0 0-31,1-18 16,-18 35 15,17-35-31,18 17 16,-35-17 0,35 18-16,-18-18 31,18 18-16,-18-18 1,18 17-16,-35 1 31,35 0-15,-18-18 15,1 0 0,17 17 1</inkml:trace>
  <inkml:trace contextRef="#ctx0" brushRef="#br0" timeOffset="18207.22">18609 12823 0,'-18'0'172,"1"-35"-156,17 0-1,-18 35 1,0-18-16,1 1 31,-1-1-15,18 0-1,-17 18 1,17-17 0,-36 17 15,19-18-16,-1 0 17,0 18-32,1-17 15,-1 17-15,0 0 32,1-18-32,-1 18 15,1 0-15,-89-35 31,88 35-31,-17-18 16,-36 18 0,18 0-16,36 0 15,-19 0 1,19 0 0,-1 0-16,0 0 15,1 0 1,-1 0 15,18 18 110,0 17-110,0-17-15,0-1-1,0 1 1,0 0-1,0-1 1,0 19 0,0-19-1,18 1 1,-18 0 0,0-1-1,0 1 1,0-1-1,17 1 1,-17 0 15,0-1-15,0 1 15,18 0-15,-18-1 15,0 1 0,0 0 32,0-1-32</inkml:trace>
  <inkml:trace contextRef="#ctx0" brushRef="#br0" timeOffset="19785.18">17833 12982 0,'35'0'125,"-17"18"-94,-1-1 0,1-17-15,-18 18-16,18-18 15,-18 18 1,17-18-16,-17 17 31,0 1-31,18-18 16,-18 18 15,18-1 0,-1-17-31,-17 18 63,18-18 15,0-18-31,-1-17-31,1 0-16,-1 17 15,1-17 16,-18 17-31,18 18 0,-1-17 32,-17-1-17,0 0 17</inkml:trace>
  <inkml:trace contextRef="#ctx0" brushRef="#br0" timeOffset="24501.57">19650 10777 0,'0'-17'125,"17"-19"-125,-17-34 15,36 35 1,-19-1-16,19 1 16,34-71-1,-35 53-15,1 18 16,-1 17-16,0-17 15,36-35 1,-36 52-16,0 0 16,-17 1-1,53 17 1,-54 0 0,18 0-1,1 17-15,-19-17 16,19 18-1,-36 0-15,17-18 16,19 35 0,-19 0-16,-17-17 15,35 17 1,-17 0 0,0 18-1,-1-18-15,1-17 16,-18 0-16,18 17 31,-18-17-31,0 17 16,0-17-1,17 70 17,-17-53-17,0-17 16,0-1-31,0 1 32</inkml:trace>
  <inkml:trace contextRef="#ctx0" brushRef="#br0" timeOffset="25320.85">20426 10689 0,'17'0'94,"1"35"-79,0-17-15,-1 17 16,-17 1 0,36 17 15,-19-36-31,1 1 15,0-18 64,34-71-48,-16 36-31,-19 0 15,19-1 1,-19 19-16,-17-1 16,18 18 15,0 0-15,-18-17-1</inkml:trace>
  <inkml:trace contextRef="#ctx0" brushRef="#br0" timeOffset="28353.28">28363 10583 0,'18'18'47,"0"53"-32,-18-36-15,17 0 16,-17 0 0,18 54-1,-18-37 1,0-16-16,0-1 16,0-17-1,0 17 1,0-17-16,0-1 15,0 1 1,0-1 31,18-17 0,-18 18-32,0 0 1</inkml:trace>
  <inkml:trace contextRef="#ctx0" brushRef="#br0" timeOffset="29471.53">28663 10724 0,'18'0'94,"-18"18"-78,0 0 15,17-18-31,1 17 15,0-17 1,17 0 15,-17 0-31,-1 0 16,36 0 15,-35 0-15,-1 0-1,1 0-15,0 0 16,-1 0 0,1 0 15,0 0-31,-18 18 16,0 17 15,0-17-31,0 35 31,0-36-31,0 1 16,0 0-1,0-1 1,-18-17 15,0 18-15,1-18-16,-19 0 31,19 0-31,-1 18 16,-17-18 15,17 0-31,1 0 16,-1 0 15,0 0-16,1 0 17,17-18 15,-18 18-32</inkml:trace>
  <inkml:trace contextRef="#ctx0" brushRef="#br0" timeOffset="30105.55">28681 10654 0,'0'0'0,"0"-18"31,17 18-15,54-70-1,-53 52 1,35-17-16,-1-1 0,37-16 31,-72 34-15,19-17 0,-19 35-1,1-18 1,0 18-1,-1 0 79</inkml:trace>
  <inkml:trace contextRef="#ctx0" brushRef="#br0" timeOffset="32033.55">28698 11465 0,'0'18'78,"0"0"-62,0-1 0,-35 71-1,18-17-15,17-36 16,-36 0-16,36 1 16,-35 70-1,0-53 1,35-18-16,0-18 15,-18 19-15,0-19 16,1 54 15,-1-18-31,18-36 16,-17 1 0,17 0-16,-18-1 31,0 1-31,18 0 15,-17 17 17,17-17-17,-18-1 17,18 1-17,0-1 16,-18-17-15,18 18 15,-17 0 1,17-1-1,0 1-16,-18-18 17,18 18-17,0-1 17</inkml:trace>
  <inkml:trace contextRef="#ctx0" brushRef="#br0" timeOffset="34483.21">28063 12982 0,'0'35'78,"0"18"-78,0 0 16,0 0-16,-17-17 16,17-1-1,-18-18-15,18 19 16,0 17-16,0-36 31</inkml:trace>
  <inkml:trace contextRef="#ctx0" brushRef="#br0" timeOffset="35574.4">28363 13088 0,'0'18'141,"-17"17"-110,-1-35-31,18 18 16,-18-1-1,18 1 1,0 0-1,0 17 1,0 0 0,18-17-1,0-1 1,-18 1-16,17 0 31,1-1-15,0-17-1,-1 18 1,19-18 0,-1 0 15,-18 0-31,19 0 0,-19-18 16,19-17-1,-19 17 1,1 1-16,-18-1 15,35-35 17,-35 36-32,0-19 31,0 19-31,0-1 16,0-17-1,-17 35 1,-1 0-16,18-18 15,-18 18 1,1-18 0,-1 1-1,0 17 1,-35 0 0,36 0-1,-18 0 1,17 17 15,0 1-15,1-18-16,-1 18 15</inkml:trace>
  <inkml:trace contextRef="#ctx0" brushRef="#br0" timeOffset="36367.71">28011 13758 0,'-18'0'47,"18"18"-31,-53 88 15,18-36-31,-1 1 31,1-18-31,18 0 0,-19-18 16,-17 71 15,53-71-31,-17-17 16,17-1-1,0 1 32,-18-18 31</inkml:trace>
  <inkml:trace contextRef="#ctx0" brushRef="#br0" timeOffset="37604.65">27182 14958 0,'17'0'110,"1"0"-95,-18 17 1,70 1 15,-52 0-31,0-18 16,70 17 15,-35-17-31,-36 18 31,1-18-15,-18 18 15,18-18-31,-18 17 16,0 1 15,0 0-31,0-1 16,-36 36-1,19-53 1,-19 18-16,19-18 15,-1 17 1,1-17-16,-1 0 31,0 0-31,1 0 0,-1 0 32,0 0 46</inkml:trace>
  <inkml:trace contextRef="#ctx0" brushRef="#br0" timeOffset="38421.36">27217 14958 0,'17'-18'62,"1"18"-46,53-35-1,-36 17-15,18 1 16,35-19 0,-53 36-16,18-17 15,-18 17 1,1-18-1,-19 18 1,1 0 47,-18-18-17,18 18-30,-1 0 0</inkml:trace>
  <inkml:trace contextRef="#ctx0" brushRef="#br0" timeOffset="49366.8">27005 15734 0,'0'35'78,"0"0"-63,-35 107 1,0-90 0,-1 54-1,1-18-15,0-35 16,17-17-16,-17 70 31,35-71-15,-18-18-16,1 1 15,17 0-15,-18-18 79,0 0-33,1 0-46</inkml:trace>
  <inkml:trace contextRef="#ctx0" brushRef="#br0" timeOffset="50725.65">26229 16898 0,'0'18'62,"0"-1"-46,0 19-1,0 69 1,0-69 0,0 17-1,0-36-15,0 1 16,0 35-1,0-36 1,0 1 15,18-18 79,17-18-95,-17 18 1,34 0 0,-34-17-16,0 17 15,-1 0-15,19-35 31,-19 17-31,-17 0 16,0-35 15,0 36-15,0-1 0,0 0-1,0 36 63,0 53-62,0-36-16,0 18 16,0 35-1,18-35 1,0 0-16,-18 17 15,0-34 1,35 34 0,-35-52-1</inkml:trace>
  <inkml:trace contextRef="#ctx0" brushRef="#br0" timeOffset="54443.52">29263 11218 0,'0'18'110,"35"0"-95,18 87 1,-35-69-16,-1-19 15,36 89 1,-17-71-16,-19-17 16,18 70-1,1-70 1,-1 52 0,-17-52-16,-18 17 15,35-17-15,0 35 31,-35-18-31,36 1 16,-19-19 0,-17 1-16,18 17 31,-1-35-31,-17 18 31,0-1-31,18-17 16</inkml:trace>
  <inkml:trace contextRef="#ctx0" brushRef="#br0" timeOffset="55337.61">29968 12559 0,'0'35'110,"0"0"-95,0 18 1,0-17-1,36 69 1,-36-69 0,0 17-1,17-36-15,-17 1 32</inkml:trace>
  <inkml:trace contextRef="#ctx0" brushRef="#br0" timeOffset="56295.7">30127 12577 0,'18'0'109,"17"0"-93,-17 0-16,35 0 31,-36-18-31,1 18 16,17 0 0,-17 0-16,0 18 15,17 17 1,-18 0-1,19-17 1,-19-18 31,-17 17-31,0 1-1,18 0 16,-18-1-31,0 1 16,0 17 0,0-17-1,0 52 1,0-52 0,0 0-16,0 17 15,0 18 1,0-36-16,0 19 15,0-1-15,0-17 16,0-1 0</inkml:trace>
  <inkml:trace contextRef="#ctx0" brushRef="#br0" timeOffset="56849.85">30304 12894 0,'0'-18'47,"17"18"-31,54-35-1,-36 17-15,0 18 16,54-35 0,-72 35-16,36 0 31,-35 0-16,-1 0 1</inkml:trace>
  <inkml:trace contextRef="#ctx0" brushRef="#br0" timeOffset="57735.12">30021 13423 0,'0'35'63,"0"1"-48,0 17-15,0-18 16,0 0-16,-17 36 16,-1-18-16,18 0 15,-35 52 1,35-69 0,-18-1-16,1-17 15,-19 87 1,19-87-1,17 0-15,0-1 16,0 36 15,0-35-31,0 0 16,0-1 15,-18 1 0,18-1 16</inkml:trace>
  <inkml:trace contextRef="#ctx0" brushRef="#br0" timeOffset="58527.74">29598 14764 0,'0'17'62,"18"72"-31,-1-37-31,-17-16 16,0 52 0,0-53-16,0 18 31,0-18-31,0-17 0,0 17 31,0-17-31,0 0 31</inkml:trace>
  <inkml:trace contextRef="#ctx0" brushRef="#br0" timeOffset="60147.23">29863 14658 0,'0'18'94,"0"-1"-94,0 1 16,0-1 15,0 1-31,-18 17 31,18-17-31,-18 0 16,18-1-16,0 1 16,0 17-1,0-17-15,0 17 16,0 0-1,0-17-15,0 0 16,18 35 15,-18-36-31,0 1 32,18 0-17,-18-1-15,17 1 16,-17-1-1,18-17-15,0 0 16,-18 18 0,17-18-16,1 18 31,-1-1-15,1-17-16,0 18 15,-1-18 16,1 0-15,0 0 0,-1 0-1,1 0 17,-18-18-17,0 1 1,18-1-1,-18 0 17,0 1-17,0-1 32,0 1-31,0-1 31,-18 18-16,18-18-15,-18 18-1,1 0 32,-1 0-31,0 0-1,1 0 17,-1 0-1,0 0 0,1 0 0</inkml:trace>
  <inkml:trace contextRef="#ctx0" brushRef="#br0" timeOffset="61571.01">28328 13899 0,'18'18'110,"35"70"-95,-18-35 1,-17 0-16,17 18 15,18 17-15,-36-53 16,-17 0-16,18 1 16,0-1-16,-1-17 15,1-1 1,-18 1 0,18 0-1,17 17 16,-35-18 1,17-17-17,-17 18 1,18 0 0,-18-1-1,18-17 79</inkml:trace>
  <inkml:trace contextRef="#ctx0" brushRef="#br0" timeOffset="62262.44">28469 14852 0,'0'18'31,"0"-1"-15,0 18 0,0 71-1,0-53-15,0-17 16,0 34 0,0-52-16,0-1 15,0 19 1,0-19-1,18 1 17</inkml:trace>
  <inkml:trace contextRef="#ctx0" brushRef="#br0" timeOffset="63627.78">28628 14993 0,'18'0'31,"-1"-18"-15,1 18 15,-1 0-16,1-17 1,0-1-16,-1 18 16,19 0 15,-19 0-31,1 0 31,0 0-15,-18 18-1,17-18 1,1 17-16,-18 1 16,0 0-16,0 35 31,0-18-31,0-17 16,0-1-1,0 1 1,-18-18 46,1 0-15,17-18 0,17 18-16,18 0-15,-17-17 0,0 17-1,-1 0-15,1 0 31,0 17 1,-18 1-17,17-1 1,-17 1 0,0 0-16,0-1 15,0 1 16,0 0-31,0-1 16,0 1 0,-17-18-1,17 18 1,-18-18-16,18 17 16,-18-17-1,1 0 16,-1 0 1,0 0-1,1 0 0,-1 0 32,1 0 15,17 18-47</inkml:trace>
  <inkml:trace contextRef="#ctx0" brushRef="#br0" timeOffset="70196.03">29316 10001 0,'17'0'94,"19"0"-79,70-88 1,-71 70-16,53-70 16,71-35-1,-106 70 1,158-124 0,-140 107-1,-18 35 1,-36 17-16,1 0 15,0 1 1,-18-1-16,0 0 31,17 18-15</inkml:trace>
  <inkml:trace contextRef="#ctx0" brushRef="#br0" timeOffset="71351.17">30480 8643 0,'0'-18'47,"0"1"-31,18-1-1,-18 0 1,35 1-16,-17-1 16,-1 18-1,1 0-15,-1 0 16,1 0 0,0 0-16,-1 0 15,-17 18 1,36-1-16,-36 1 0,17 17 15,1-35-15,-18 18 16,0 17 0,0 54-1,0-54 1,0 0-16,0-17 16,0 17-1,-53 18 1,35-35-1,-17-1 1,17-17 0,1 18-1,-1-18 1,18 17-16,0 1 94,88-18-79,-70 0 1,0 0-16,-1 0 16,54 0-1,-54 0 1,19-18-16,-19 18 31,1 0-15,-18-17-1,18 17 17</inkml:trace>
  <inkml:trace contextRef="#ctx0" brushRef="#br0" timeOffset="72419.23">30956 8590 0,'18'18'93,"-18"-1"-77,0 1 0,18 17 15,-1-17-16,1 0 1,-1-18 0,1 0-1,0 0 1,-1 17 0,1-17-1,17 18 16,-17 0-31,0-18 16,-1 35 0,1-35-16,-18 17 31,17-17-31,-17 18 0,0 17 16,18-17 15,-18 0-31,18-1 15,-18 1 1,0 0 15,0-1 1,-36 1-1,1-18-31,18 0 31,-1 0-31,0 0 31,1 0-15,-1 0 15,0 0 16,18-18-31,-17 18-1</inkml:trace>
  <inkml:trace contextRef="#ctx0" brushRef="#br0" timeOffset="73306.89">31115 8484 0,'18'0'156,"35"-17"-140,-36 17 0,36 0-1,-35 0-15,-1 0 16,1 0-16,0 0 16,-1 0-1,1 0 1,0 17-16,17-17 31,-18 0-15,1 0-1,0 18 1,-1-18 0,1 0 15,0 0 0,-1 0 0</inkml:trace>
  <inkml:trace contextRef="#ctx0" brushRef="#br0" timeOffset="74297">30992 8590 0,'0'-18'94,"0"1"-94,35-1 31,-18 1-31,19-1 31,-19 18-31,-17-18 0,36 18 32,-19 0-32,1-17 0,0 17 31,-1 0-31,1 0 16,-1 0 15</inkml:trace>
  <inkml:trace contextRef="#ctx0" brushRef="#br0" timeOffset="77357.39">31168 9454 0,'18'0'188,"17"0"-173,-35 18 1,53 35 15,-36-35-31,1-1 16,17 1-1,-35 0-15,71 17 0,-36 18 32,0-18-32,-17 0 0,35 1 15,18 52 16,-54-71-31,36 19 32,-53-19-32,35 1 31,-17-18-15,0 35 15,-18-17-16,35-18 17,-35 18-32,18-18 15,-18 17 17,17 1-1,1-1 0,-1-17 32,-17 18-32,18-18 0,-18 18 0,0-1-15,18-17 15</inkml:trace>
  <inkml:trace contextRef="#ctx0" brushRef="#br0" timeOffset="78980.08">31732 10777 0,'0'-17'62,"18"-1"-15,17 0-31,-35-17-16,36 35 15,-19-17-15,54-1 32,-36 18-32,-17 0 15,-1 0 1,1 0-16,0 0 31,-18 18-15,17-1-16,-17 18 15,0-17 1,0 17 0,0-17-1,0 0 1,-17-18 15,17 17 0,17-17 126,18 0-126,-17 18-16,0-18 1,-18 18 0,17-18-1,-17 17-15,18-17 16,-18 18 0,0-1-16,18-17 15,-18 18 1,0 0-1,0-1 1,0 1 0,0 0-1,0-1 1,-89 36 0,54-35-1,-18-1 1,36 1-16,-1-18 15,0 0-15,1 0 16,-1 0 0,0 0-1,1 0 17,-1 0-1</inkml:trace>
  <inkml:trace contextRef="#ctx0" brushRef="#br0" timeOffset="80269.5">32456 10901 0,'-18'17'157,"18"1"-157,0 0 31,-18 17-16,18-17 1,0-1 0,0 1-1,0 0 1,0-1 0,0 1-16,0-1 15,18 19-15,0-19 31,-1-17-31,1 0 16,-18 18-16,17-18 31,1 0-31,0 0 32,-1 0-32,19-35 31,-19 17-16,1 0 1,0 18-16,-1-17 16,-17-1 15,18 18-31,-18-17 16,17 17-1,-17-18-15,0 0 31,0 1-15,0-1-16,0-17 16,0 17-1,0 0 17,-17 18-17,17-17 1,0-1-16,-18 18 15,1-17 1,-1 17 0,-17-18-1,17 18 1,0-18 0,1 18-1,-1 0 1,18-17-1,-18 17-15,1 0 32,-1 0-17,1 0 17</inkml:trace>
  <inkml:trace contextRef="#ctx0" brushRef="#br0" timeOffset="81869.42">32138 11289 0,'0'18'110,"0"-1"-95,0 54 1,0-54-16,0 19 15,-18 17-15,18-18 16,-17 53 0,17-53-1,-18-17-15,18 17 16,0 0 0,0-17 15,-18 17-16,18 1 1,0-19 0,0 36-1,0-35 17,-17 0-17,17-1 126,-18-17-110,18 18 0,0-1-15,0 1 0,0 0-1,-17-18 1,17 17-1,0 1 48</inkml:trace>
  <inkml:trace contextRef="#ctx0" brushRef="#br0" timeOffset="83681.42">31750 12559 0,'0'-18'94,"0"1"-94,18-19 31,-1 36-31,1-17 0,0-1 16,-1 0-16,18 1 16,-17 17-1,0 0-15,35 0 32,-36 0-17,1 17 1,0-17-16,-18 18 15,17 17 1,1-17-16,-18 17 16,0 1-16,0-1 15,0 0 17,0-17-17,0-1 1,-18 1 15,1 0-15,-1-18-1,0 0-15,18 17 16,-17-17 0,17 18-1,-18 0 16,18-1 16,0 1-15,0-1 61,18-17-15,-1 0-46,19 0-17,-19 0-15,1 0 16,-1-17 0,1 17-16,0 0 15,-18-18 1,17 18-1,1 0 1,0 0 15,-1 0 1,1 0-17,0 0 16,-1 0 1,1 0 15,0 0-47,-1 0 46,1 0-14</inkml:trace>
  <inkml:trace contextRef="#ctx0" brushRef="#br0" timeOffset="84919.5">32456 12206 0,'0'18'109,"-18"52"-78,18-34-31,-18-1 0,1 0 16,-1 53 15,18-52-31,0-1 16,-18 18 15,18-36-31,0 1 16,0 17-1,0-17-15,18 0 32,-18-1-17,18 1 1,-18 0-16,17-1 31,1-17-31,-18 18 16,35-18 15,-17 17-31,-1-17 31,1 0-31,0 0 31,-1 0-15,1 0 0,0 0-1,-18-35 17,0 18-32,0-1 15,0 0 16,0 1-15,-18 17 31,0-18-31,1 18 15,-19 0-31,19 0 15,-1 0 1,1 0 15,-1 0 1,18 18 14</inkml:trace>
  <inkml:trace contextRef="#ctx0" brushRef="#br0" timeOffset="86106.1">32667 11518 0,'18'0'62,"-1"0"-46,72 88-1,-54-52 1,-17-19-16,17 36 16,-17-35-1,17 17-15,-18 0 16,54 18 0,-71-35-1,18-18-15,-18 18 16,17-18-1,1 0-15,-18 17 16,18-17 0,-18 18-1,17-18 1,-17 18 15,18-18-31,-1 17 16,-17 1 15,18-18-15,-18 17 62</inkml:trace>
  <inkml:trace contextRef="#ctx0" brushRef="#br0" timeOffset="87454.4">33020 12435 0,'0'-35'94,"18"17"-78,-1 18-1,19-17 17,-1 17-32,-18 0 15,1 0 16,0 17-31,-18 19 16,17-36 0,-17 35-1,0-17-15,0 35 32,0-36-17,0 1 16,-17-18 1,-1 0-32,0 0 31,36 0 125,0 0-125,-1 0-31,1 0 32,-18 18-17,0-1 1,18 1 0,-1-1 15,-17 1-16,0 0 17,0 17-1,0-17-31,0-1 16,-17 1 15,-1-18-16,0 0 1,-17 0 0,17 0-1,1 0 32,-1 0-16</inkml:trace>
  <inkml:trace contextRef="#ctx0" brushRef="#br0" timeOffset="88421.71">33443 12365 0,'0'17'94,"0"1"-94,18 0 16,0 17 15,-18-17-31,17-1 16,1-17 15,-18 18-31,18-18 0,-1 0 16,1 0-1,-1 0 1,1 0-1,0 18 17,-1-18-32,-17 17 15,0 71 17,18-70-32,-18 0 0,0 17 31,0-17-16,0-1 17,0 1-17,-18-18 17,1 18-1,-1-18-31,0 0 31,1 0-31,-1 0 31,1 0 16,-1 0 0,0 0-31</inkml:trace>
  <inkml:trace contextRef="#ctx0" brushRef="#br0" timeOffset="89069.85">33443 12400 0,'36'-35'31,"-1"0"-31,0-1 31,-17 19-31,-1-1 16,1 0 0,0 18-1,-1 0 1,1-17 0,0 17-1,-1-18 1,1 0-1,0 18 48,-1 0-16,1 0-16,-18-17-15</inkml:trace>
  <inkml:trace contextRef="#ctx0" brushRef="#br0" timeOffset="112943.16">30110 10407 0,'0'-18'94,"0"1"-79,17-19 1,-17 19 0,35-1-16,1-17 15,-1 0 1,0 17-16,18 0 15,-35 1 1,70-1 0,-53 18-1,36 0 1,-53 0 0,-1 0-16,18 18 15,-17-1 1,17-17-16,-17 18 15,35 17 1,-35 0 0,17-35-1,-35 36-15,35-19 32,-17 19-17,17 34 1,-35-52-1,18 52 1,-18-52 0,17 0-16,-17 35 15,0-36 1,0 1-16,18 35 16,-18-36-1,0 1-15,0 35 16,0-35-1,0-1 1,0 1 0,0 0 15,0-1-15</inkml:trace>
  <inkml:trace contextRef="#ctx0" brushRef="#br0" timeOffset="113873.61">30692 10795 0,'17'0'78,"1"0"-62,17 35 15,-17-17-31,-18 0 16,53 17 15,-36-18-31,1 1 16,0 0 15,-18-1-31,17-17 15,1 0 1,0 0 15,-1 0-15,19 0 15,-19 0-15,18-17-1,-17-1-15,17-17 32,-17 17-32,0 1 0,-18-1 15,17 18 1,-17-18-16,18 1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5T18:45:36.8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25277 11942 0,'17'0'265,"1"0"-249,-1 0-16,36 0 31,-35 0-15,0 0-16,17 0 15,0 0 1,0 0-16,1 0 16,17 0-16,-18 0 15,-17 0 1,34 0-1,-34 0 1,17 0 0,-17 0-1,88 0 17,-88 0-17,17 0 1,-18 0-1,1 0-15,0 0 16,35 0 0,-18 0-1,-17 0-15,17 0 16,71 0 15,-89 0-31,1 0 16,0 0-16,-1 0 15,1 0-15,17 0 16,-17 0 0,17 0-16,-17 0 15,-1 0 1,1 0-16,0 0 16,-1 0-16,1 0 15,0 0 1,-1 0-16,1 0 15,-1 0 1,19 0 0,-1 0-1,-17 0 1,17 0-16,18 0 31,-36 0-31,1 0 16,0 0 15,-1 0-31,19 0 16,-1 0 15,-17 0-31,17 0 16,-18 0-1,36 0 16,-17 0-31,-1 0 16,0-18 0,53 18 15,-70 0-31,0 0 16,-1 0-1,19 0 16,-36-18-31,17 18 16,1 0-16,0 0 16,-1 0-16,1 0 15,17 0 17,-17-17-32,-1 17 31,1 0-16,0 0 1,-1 0 15,1 0 32,0 0 15</inkml:trace>
  <inkml:trace contextRef="#ctx0" brushRef="#br0" timeOffset="1">27340 11730 0,'18'0'140,"52"17"-124,-34 1-1,-19 0-15,54 17 32,-53-35-32,-1 0 15,1 18 1,-1-18-16,-17 17 31,18-17-15,0 0 78,-18 18-48,0 0 79,0 17-109,-71 18 15,71-36-31,-35 19 16,-18-1 0,53-17-16,-18-1 15,1-17-15,-1 18 31,0 0-31,1-18 16,-18 35 15,17-35-31,18 17 16,-35-17 0,35 18-16,-18-18 31,18 18-16,-18-18 1,18 17-16,-35 1 31,35 0-15,-18-18 15,1 0 0,17 17 1</inkml:trace>
  <inkml:trace contextRef="#ctx0" brushRef="#br0" timeOffset="2">18609 12823 0,'-18'0'172,"1"-35"-156,17 0-1,-18 35 1,0-18-16,1 1 31,-1-1-15,18 0-1,-17 18 1,17-17 0,-36 17 15,19-18-16,-1 0 17,0 18-32,1-17 15,-1 17-15,0 0 32,1-18-32,-1 18 15,1 0-15,-89-35 31,88 35-31,-17-18 16,-36 18 0,18 0-16,36 0 15,-19 0 1,19 0 0,-1 0-16,0 0 15,1 0 1,-1 0 15,18 18 110,0 17-110,0-17-15,0-1-1,0 1 1,0 0-1,0-1 1,0 19 0,0-19-1,18 1 1,-18 0 0,0-1-1,0 1 1,0-1-1,17 1 1,-17 0 15,0-1-15,0 1 15,18 0-15,-18-1 15,0 1 0,0 0 32,0-1-32</inkml:trace>
  <inkml:trace contextRef="#ctx0" brushRef="#br0" timeOffset="3">17833 12982 0,'35'0'125,"-17"18"-94,-1-1 0,1-17-15,-18 18-16,18-18 15,-18 18 1,17-18-16,-17 17 31,0 1-31,18-18 16,-18 18 15,18-1 0,-1-17-31,-17 18 63,18-18 15,0-18-31,-1-17-31,1 0-16,-1 17 15,1-17 16,-18 17-31,18 18 0,-1-17 32,-17-1-17,0 0 17</inkml:trace>
  <inkml:trace contextRef="#ctx0" brushRef="#br0" timeOffset="4">19650 10777 0,'0'-17'125,"17"-19"-125,-17-34 15,36 35 1,-19-1-16,19 1 16,34-71-1,-35 53-15,1 18 16,-1 17-16,0-17 15,36-35 1,-36 52-16,0 0 16,-17 1-1,53 17 1,-54 0 0,18 0-1,1 17-15,-19-17 16,19 18-1,-36 0-15,17-18 16,19 35 0,-19 0-16,-17-17 15,35 17 1,-17 0 0,0 18-1,-1-18-15,1-17 16,-18 0-16,18 17 31,-18-17-31,0 17 16,0-17-1,17 70 17,-17-53-17,0-17 16,0-1-31,0 1 32</inkml:trace>
  <inkml:trace contextRef="#ctx0" brushRef="#br0" timeOffset="5">20426 10689 0,'17'0'94,"1"35"-79,0-17-15,-1 17 16,-17 1 0,36 17 15,-19-36-31,1 1 15,0-18 64,34-71-48,-16 36-31,-19 0 15,19-1 1,-19 19-16,-17-1 16,18 18 15,0 0-15,-18-17-1</inkml:trace>
  <inkml:trace contextRef="#ctx0" brushRef="#br0" timeOffset="6">28363 10583 0,'18'18'47,"0"53"-32,-18-36-15,17 0 16,-17 0 0,18 54-1,-18-37 1,0-16-16,0-1 16,0-17-1,0 17 1,0-17-16,0-1 15,0 1 1,0-1 31,18-17 0,-18 18-32,0 0 1</inkml:trace>
  <inkml:trace contextRef="#ctx0" brushRef="#br0" timeOffset="7">28663 10724 0,'18'0'94,"-18"18"-78,0 0 15,17-18-31,1 17 15,0-17 1,17 0 15,-17 0-31,-1 0 16,36 0 15,-35 0-15,-1 0-1,1 0-15,0 0 16,-1 0 0,1 0 15,0 0-31,-18 18 16,0 17 15,0-17-31,0 35 31,0-36-31,0 1 16,0 0-1,0-1 1,-18-17 15,0 18-15,1-18-16,-19 0 31,19 0-31,-1 18 16,-17-18 15,17 0-31,1 0 16,-1 0 15,0 0-16,1 0 17,17-18 15,-18 18-32</inkml:trace>
  <inkml:trace contextRef="#ctx0" brushRef="#br0" timeOffset="8">28681 10654 0,'0'0'0,"0"-18"31,17 18-15,54-70-1,-53 52 1,35-17-16,-1-1 0,37-16 31,-72 34-15,19-17 0,-19 35-1,1-18 1,0 18-1,-1 0 79</inkml:trace>
  <inkml:trace contextRef="#ctx0" brushRef="#br0" timeOffset="9">28698 11465 0,'0'18'78,"0"0"-62,0-1 0,-35 71-1,18-17-15,17-36 16,-36 0-16,36 1 16,-35 70-1,0-53 1,35-18-16,0-18 15,-18 19-15,0-19 16,1 54 15,-1-18-31,18-36 16,-17 1 0,17 0-16,-18-1 31,0 1-31,18 0 15,-17 17 17,17-17-17,-18-1 17,18 1-17,0-1 16,-18-17-15,18 18 15,-17 0 1,17-1-1,0 1-16,-18-18 17,18 18-17,0-1 17</inkml:trace>
  <inkml:trace contextRef="#ctx0" brushRef="#br0" timeOffset="10">28063 12982 0,'0'35'78,"0"18"-78,0 0 16,0 0-16,-17-17 16,17-1-1,-18-18-15,18 19 16,0 17-16,0-36 31</inkml:trace>
  <inkml:trace contextRef="#ctx0" brushRef="#br0" timeOffset="11">28363 13088 0,'0'18'141,"-17"17"-110,-1-35-31,18 18 16,-18-1-1,18 1 1,0 0-1,0 17 1,0 0 0,18-17-1,0-1 1,-18 1-16,17 0 31,1-1-15,0-17-1,-1 18 1,19-18 0,-1 0 15,-18 0-31,19 0 0,-19-18 16,19-17-1,-19 17 1,1 1-16,-18-1 15,35-35 17,-35 36-32,0-19 31,0 19-31,0-1 16,0-17-1,-17 35 1,-1 0-16,18-18 15,-18 18 1,1-18 0,-1 1-1,0 17 1,-35 0 0,36 0-1,-18 0 1,17 17 15,0 1-15,1-18-16,-1 18 15</inkml:trace>
  <inkml:trace contextRef="#ctx0" brushRef="#br0" timeOffset="12">28011 13758 0,'-18'0'47,"18"18"-31,-53 88 15,18-36-31,-1 1 31,1-18-31,18 0 0,-19-18 16,-17 71 15,53-71-31,-17-17 16,17-1-1,0 1 32,-18-18 31</inkml:trace>
  <inkml:trace contextRef="#ctx0" brushRef="#br0" timeOffset="13">27182 14958 0,'17'0'110,"1"0"-95,-18 17 1,70 1 15,-52 0-31,0-18 16,70 17 15,-35-17-31,-36 18 31,1-18-15,-18 18 15,18-18-31,-18 17 16,0 1 15,0 0-31,0-1 16,-36 36-1,19-53 1,-19 18-16,19-18 15,-1 17 1,1-17-16,-1 0 31,0 0-31,1 0 0,-1 0 32,0 0 46</inkml:trace>
  <inkml:trace contextRef="#ctx0" brushRef="#br0" timeOffset="14">27217 14958 0,'17'-18'62,"1"18"-46,53-35-1,-36 17-15,18 1 16,35-19 0,-53 36-16,18-17 15,-18 17 1,1-18-1,-19 18 1,1 0 47,-18-18-17,18 18-30,-1 0 0</inkml:trace>
  <inkml:trace contextRef="#ctx0" brushRef="#br0" timeOffset="15">27005 15734 0,'0'35'78,"0"0"-63,-35 107 1,0-90 0,-1 54-1,1-18-15,0-35 16,17-17-16,-17 70 31,35-71-15,-18-18-16,1 1 15,17 0-15,-18-18 79,0 0-33,1 0-46</inkml:trace>
  <inkml:trace contextRef="#ctx0" brushRef="#br0" timeOffset="16">26229 16898 0,'0'18'62,"0"-1"-46,0 19-1,0 69 1,0-69 0,0 17-1,0-36-15,0 1 16,0 35-1,0-36 1,0 1 15,18-18 79,17-18-95,-17 18 1,34 0 0,-34-17-16,0 17 15,-1 0-15,19-35 31,-19 17-31,-17 0 16,0-35 15,0 36-15,0-1 0,0 0-1,0 36 63,0 53-62,0-36-16,0 18 16,0 35-1,18-35 1,0 0-16,-18 17 15,0-34 1,35 34 0,-35-52-1</inkml:trace>
  <inkml:trace contextRef="#ctx0" brushRef="#br0" timeOffset="17">29263 11218 0,'0'18'110,"35"0"-95,18 87 1,-35-69-16,-1-19 15,36 89 1,-17-71-16,-19-17 16,18 70-1,1-70 1,-1 52 0,-17-52-16,-18 17 15,35-17-15,0 35 31,-35-18-31,36 1 16,-19-19 0,-17 1-16,18 17 31,-1-35-31,-17 18 31,0-1-31,18-17 16</inkml:trace>
  <inkml:trace contextRef="#ctx0" brushRef="#br0" timeOffset="18">29968 12559 0,'0'35'110,"0"0"-95,0 18 1,0-17-1,36 69 1,-36-69 0,0 17-1,17-36-15,-17 1 32</inkml:trace>
  <inkml:trace contextRef="#ctx0" brushRef="#br0" timeOffset="19">30127 12577 0,'18'0'109,"17"0"-93,-17 0-16,35 0 31,-36-18-31,1 18 16,17 0 0,-17 0-16,0 18 15,17 17 1,-18 0-1,19-17 1,-19-18 31,-17 17-31,0 1-1,18 0 16,-18-1-31,0 1 16,0 17 0,0-17-1,0 52 1,0-52 0,0 0-16,0 17 15,0 18 1,0-36-16,0 19 15,0-1-15,0-17 16,0-1 0</inkml:trace>
  <inkml:trace contextRef="#ctx0" brushRef="#br0" timeOffset="20">30304 12894 0,'0'-18'47,"17"18"-31,54-35-1,-36 17-15,0 18 16,54-35 0,-72 35-16,36 0 31,-35 0-16,-1 0 1</inkml:trace>
  <inkml:trace contextRef="#ctx0" brushRef="#br0" timeOffset="21">30021 13423 0,'0'35'63,"0"1"-48,0 17-15,0-18 16,0 0-16,-17 36 16,-1-18-16,18 0 15,-35 52 1,35-69 0,-18-1-16,1-17 15,-19 87 1,19-87-1,17 0-15,0-1 16,0 36 15,0-35-31,0 0 16,0-1 15,-18 1 0,18-1 16</inkml:trace>
  <inkml:trace contextRef="#ctx0" brushRef="#br0" timeOffset="22">29598 14764 0,'0'17'62,"18"72"-31,-1-37-31,-17-16 16,0 52 0,0-53-16,0 18 31,0-18-31,0-17 0,0 17 31,0-17-31,0 0 31</inkml:trace>
  <inkml:trace contextRef="#ctx0" brushRef="#br0" timeOffset="23">29863 14658 0,'0'18'94,"0"-1"-94,0 1 16,0-1 15,0 1-31,-18 17 31,18-17-31,-18 0 16,18-1-16,0 1 16,0 17-1,0-17-15,0 17 16,0 0-1,0-17-15,0 0 16,18 35 15,-18-36-31,0 1 32,18 0-17,-18-1-15,17 1 16,-17-1-1,18-17-15,0 0 16,-18 18 0,17-18-16,1 18 31,-1-1-15,1-17-16,0 18 15,-1-18 16,1 0-15,0 0 0,-1 0-1,1 0 17,-18-18-17,0 1 1,18-1-1,-18 0 17,0 1-17,0-1 32,0 1-31,0-1 31,-18 18-16,18-18-15,-18 18-1,1 0 32,-1 0-31,0 0-1,1 0 17,-1 0-1,0 0 0,1 0 0</inkml:trace>
  <inkml:trace contextRef="#ctx0" brushRef="#br0" timeOffset="24">28328 13899 0,'18'18'110,"35"70"-95,-18-35 1,-17 0-16,17 18 15,18 17-15,-36-53 16,-17 0-16,18 1 16,0-1-16,-1-17 15,1-1 1,-18 1 0,18 0-1,17 17 16,-35-18 1,17-17-17,-17 18 1,18 0 0,-18-1-1,18-17 79</inkml:trace>
  <inkml:trace contextRef="#ctx0" brushRef="#br0" timeOffset="25">28469 14852 0,'0'18'31,"0"-1"-15,0 18 0,0 71-1,0-53-15,0-17 16,0 34 0,0-52-16,0-1 15,0 19 1,0-19-1,18 1 17</inkml:trace>
  <inkml:trace contextRef="#ctx0" brushRef="#br0" timeOffset="26">28628 14993 0,'18'0'31,"-1"-18"-15,1 18 15,-1 0-16,1-17 1,0-1-16,-1 18 16,19 0 15,-19 0-31,1 0 31,0 0-15,-18 18-1,17-18 1,1 17-16,-18 1 16,0 0-16,0 35 31,0-18-31,0-17 16,0-1-1,0 1 1,-18-18 46,1 0-15,17-18 0,17 18-16,18 0-15,-17-17 0,0 17-1,-1 0-15,1 0 31,0 17 1,-18 1-17,17-1 1,-17 1 0,0 0-16,0-1 15,0 1 16,0 0-31,0-1 16,0 1 0,-17-18-1,17 18 1,-18-18-16,18 17 16,-18-17-1,1 0 16,-1 0 1,0 0-1,1 0 0,-1 0 32,1 0 15,17 18-47</inkml:trace>
  <inkml:trace contextRef="#ctx0" brushRef="#br0" timeOffset="27">29316 10001 0,'17'0'94,"19"0"-79,70-88 1,-71 70-16,53-70 16,71-35-1,-106 70 1,158-124 0,-140 107-1,-18 35 1,-36 17-16,1 0 15,0 1 1,-18-1-16,0 0 31,17 18-15</inkml:trace>
  <inkml:trace contextRef="#ctx0" brushRef="#br0" timeOffset="28">30480 8643 0,'0'-18'47,"0"1"-31,18-1-1,-18 0 1,35 1-16,-17-1 16,-1 18-1,1 0-15,-1 0 16,1 0 0,0 0-16,-1 0 15,-17 18 1,36-1-16,-36 1 0,17 17 15,1-35-15,-18 18 16,0 17 0,0 54-1,0-54 1,0 0-16,0-17 16,0 17-1,-53 18 1,35-35-1,-17-1 1,17-17 0,1 18-1,-1-18 1,18 17-16,0 1 94,88-18-79,-70 0 1,0 0-16,-1 0 16,54 0-1,-54 0 1,19-18-16,-19 18 31,1 0-15,-18-17-1,18 17 17</inkml:trace>
  <inkml:trace contextRef="#ctx0" brushRef="#br0" timeOffset="29">30956 8590 0,'18'18'93,"-18"-1"-77,0 1 0,18 17 15,-1-17-16,1 0 1,-1-18 0,1 0-1,0 0 1,-1 17 0,1-17-1,17 18 16,-17 0-31,0-18 16,-1 35 0,1-35-16,-18 17 31,17-17-31,-17 18 0,0 17 16,18-17 15,-18 0-31,18-1 15,-18 1 1,0 0 15,0-1 1,-36 1-1,1-18-31,18 0 31,-1 0-31,0 0 31,1 0-15,-1 0 15,0 0 16,18-18-31,-17 18-1</inkml:trace>
  <inkml:trace contextRef="#ctx0" brushRef="#br0" timeOffset="30">31115 8484 0,'18'0'156,"35"-17"-140,-36 17 0,36 0-1,-35 0-15,-1 0 16,1 0-16,0 0 16,-1 0-1,1 0 1,0 17-16,17-17 31,-18 0-15,1 0-1,0 18 1,-1-18 0,1 0 15,0 0 0,-1 0 0</inkml:trace>
  <inkml:trace contextRef="#ctx0" brushRef="#br0" timeOffset="31">30992 8590 0,'0'-18'94,"0"1"-94,35-1 31,-18 1-31,19-1 31,-19 18-31,-17-18 0,36 18 32,-19 0-32,1-17 0,0 17 31,-1 0-31,1 0 16,-1 0 15</inkml:trace>
  <inkml:trace contextRef="#ctx0" brushRef="#br0" timeOffset="32">31168 9454 0,'18'0'188,"17"0"-173,-35 18 1,53 35 15,-36-35-31,1-1 16,17 1-1,-35 0-15,71 17 0,-36 18 32,0-18-32,-17 0 0,35 1 15,18 52 16,-54-71-31,36 19 32,-53-19-32,35 1 31,-17-18-15,0 35 15,-18-17-16,35-18 17,-35 18-32,18-18 15,-18 17 17,17 1-1,1-1 0,-1-17 32,-17 18-32,18-18 0,-18 18 0,0-1-15,18-17 15</inkml:trace>
  <inkml:trace contextRef="#ctx0" brushRef="#br0" timeOffset="33">31732 10777 0,'0'-17'62,"18"-1"-15,17 0-31,-35-17-16,36 35 15,-19-17-15,54-1 32,-36 18-32,-17 0 15,-1 0 1,1 0-16,0 0 31,-18 18-15,17-1-16,-17 18 15,0-17 1,0 17 0,0-17-1,0 0 1,-17-18 15,17 17 0,17-17 126,18 0-126,-17 18-16,0-18 1,-18 18 0,17-18-1,-17 17-15,18-17 16,-18 18 0,0-1-16,18-17 15,-18 18 1,0 0-1,0-1 1,0 1 0,0 0-1,0-1 1,-89 36 0,54-35-1,-18-1 1,36 1-16,-1-18 15,0 0-15,1 0 16,-1 0 0,0 0-1,1 0 17,-1 0-1</inkml:trace>
  <inkml:trace contextRef="#ctx0" brushRef="#br0" timeOffset="34">32456 10901 0,'-18'17'157,"18"1"-157,0 0 31,-18 17-16,18-17 1,0-1 0,0 1-1,0 0 1,0-1 0,0 1-16,0-1 15,18 19-15,0-19 31,-1-17-31,1 0 16,-18 18-16,17-18 31,1 0-31,0 0 32,-1 0-32,19-35 31,-19 17-16,1 0 1,0 18-16,-1-17 16,-17-1 15,18 18-31,-18-17 16,17 17-1,-17-18-15,0 0 31,0 1-15,0-1-16,0-17 16,0 17-1,0 0 17,-17 18-17,17-17 1,0-1-16,-18 18 15,1-17 1,-1 17 0,-17-18-1,17 18 1,0-18 0,1 18-1,-1 0 1,18-17-1,-18 17-15,1 0 32,-1 0-17,1 0 17</inkml:trace>
  <inkml:trace contextRef="#ctx0" brushRef="#br0" timeOffset="35">32138 11289 0,'0'18'110,"0"-1"-95,0 54 1,0-54-16,0 19 15,-18 17-15,18-18 16,-17 53 0,17-53-1,-18-17-15,18 17 16,0 0 0,0-17 15,-18 17-16,18 1 1,0-19 0,0 36-1,0-35 17,-17 0-17,17-1 126,-18-17-110,18 18 0,0-1-15,0 1 0,0 0-1,-17-18 1,17 17-1,0 1 48</inkml:trace>
  <inkml:trace contextRef="#ctx0" brushRef="#br0" timeOffset="36">31750 12559 0,'0'-18'94,"0"1"-94,18-19 31,-1 36-31,1-17 0,0-1 16,-1 0-16,18 1 16,-17 17-1,0 0-15,35 0 32,-36 0-17,1 17 1,0-17-16,-18 18 15,17 17 1,1-17-16,-18 17 16,0 1-16,0-1 15,0 0 17,0-17-17,0-1 1,-18 1 15,1 0-15,-1-18-1,0 0-15,18 17 16,-17-17 0,17 18-1,-18 0 16,18-1 16,0 1-15,0-1 61,18-17-15,-1 0-46,19 0-17,-19 0-15,1 0 16,-1-17 0,1 17-16,0 0 15,-18-18 1,17 18-1,1 0 1,0 0 15,-1 0 1,1 0-17,0 0 16,-1 0 1,1 0 15,0 0-47,-1 0 46,1 0-14</inkml:trace>
  <inkml:trace contextRef="#ctx0" brushRef="#br0" timeOffset="37">32456 12206 0,'0'18'109,"-18"52"-78,18-34-31,-18-1 0,1 0 16,-1 53 15,18-52-31,0-1 16,-18 18 15,18-36-31,0 1 16,0 17-1,0-17-15,18 0 32,-18-1-17,18 1 1,-18 0-16,17-1 31,1-17-31,-18 18 16,35-18 15,-17 17-31,-1-17 31,1 0-31,0 0 31,-1 0-15,1 0 0,0 0-1,-18-35 17,0 18-32,0-1 15,0 0 16,0 1-15,-18 17 31,0-18-31,1 18 15,-19 0-31,19 0 15,-1 0 1,1 0 15,-1 0 1,18 18 14</inkml:trace>
  <inkml:trace contextRef="#ctx0" brushRef="#br0" timeOffset="38">32667 11518 0,'18'0'62,"-1"0"-46,72 88-1,-54-52 1,-17-19-16,17 36 16,-17-35-1,17 17-15,-18 0 16,54 18 0,-71-35-1,18-18-15,-18 18 16,17-18-1,1 0-15,-18 17 16,18-17 0,-18 18-1,17-18 1,-17 18 15,18-18-31,-1 17 16,-17 1 15,18-18-15,-18 17 62</inkml:trace>
  <inkml:trace contextRef="#ctx0" brushRef="#br0" timeOffset="39">33020 12435 0,'0'-35'94,"18"17"-78,-1 18-1,19-17 17,-1 17-32,-18 0 15,1 0 16,0 17-31,-18 19 16,17-36 0,-17 35-1,0-17-15,0 35 32,0-36-17,0 1 16,-17-18 1,-1 0-32,0 0 31,36 0 125,0 0-125,-1 0-31,1 0 32,-18 18-17,0-1 1,18 1 0,-1-1 15,-17 1-16,0 0 17,0 17-1,0-17-31,0-1 16,-17 1 15,-1-18-16,0 0 1,-17 0 0,17 0-1,1 0 32,-1 0-16</inkml:trace>
  <inkml:trace contextRef="#ctx0" brushRef="#br0" timeOffset="40">33443 12365 0,'0'17'94,"0"1"-94,18 0 16,0 17 15,-18-17-31,17-1 16,1-17 15,-18 18-31,18-18 0,-1 0 16,1 0-1,-1 0 1,1 0-1,0 18 17,-1-18-32,-17 17 15,0 71 17,18-70-32,-18 0 0,0 17 31,0-17-16,0-1 17,0 1-17,-18-18 17,1 18-1,-1-18-31,0 0 31,1 0-31,-1 0 31,1 0 16,-1 0 0,0 0-31</inkml:trace>
  <inkml:trace contextRef="#ctx0" brushRef="#br0" timeOffset="41">33443 12400 0,'36'-35'31,"-1"0"-31,0-1 31,-17 19-31,-1-1 16,1 0 0,0 18-1,-1 0 1,1-17 0,0 17-1,-1-18 1,1 0-1,0 18 48,-1 0-16,1 0-16,-18-17-15</inkml:trace>
  <inkml:trace contextRef="#ctx0" brushRef="#br0" timeOffset="42">30110 10407 0,'0'-18'94,"0"1"-79,17-19 1,-17 19 0,35-1-16,1-17 15,-1 0 1,0 17-16,18 0 15,-35 1 1,70-1 0,-53 18-1,36 0 1,-53 0 0,-1 0-16,18 18 15,-17-1 1,17-17-16,-17 18 15,35 17 1,-35 0 0,17-35-1,-35 36-15,35-19 32,-17 19-17,17 34 1,-35-52-1,18 52 1,-18-52 0,17 0-16,-17 35 15,0-36 1,0 1-16,18 35 16,-18-36-1,0 1-15,0 35 16,0-35-1,0-1 1,0 1 0,0 0 15,0-1-15</inkml:trace>
  <inkml:trace contextRef="#ctx0" brushRef="#br0" timeOffset="43">30692 10795 0,'17'0'78,"1"0"-62,17 35 15,-17-17-31,-18 0 16,53 17 15,-36-18-31,1 1 16,0 0 15,-18-1-31,17-17 15,1 0 1,0 0 15,-1 0-15,19 0 15,-19 0-15,18-17-1,-17-1-15,17-17 32,-17 17-32,0 1 0,-18-1 15,17 18 1,-17-18-16,18 1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0.98266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2-15T18:47:31.309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18644 12012 0,'18'0'125,"0"0"-110,-1 0-15,18 0 32,1 0-32,-1 0 15,18 0 1,53 0-16,-71 0 15,159-18 1,-123 18-16,70-17 31,-88 17-31,0 0 16,-36 0 0,19 0-16,-19 0 15,1 0 16,-1 0-31,1 0 16,17 0 0,-17 0-16,35 0 31,-18 0-15,18 0-1,-35 0 1,-1 0-1,1 0 1,0 0 31,-1-18 15</inkml:trace>
  <inkml:trace contextRef="#ctx0" brushRef="#br0" timeOffset="1317.1">19703 11836 0,'35'0'141,"-17"0"-126,17 0 1,-18 0 0,19 0-1,-19 17-15,1-17 16,0 0-1,-1 18 17,1-18-1,0 18 31,-18-1-46,17 1 15,1-18-31,-18 18 0,17-18 16,-17 17 31,0 1 125,-17-1-141,-1 1-31,1 0 31,-1-1-31,18 1 16,-18 0-1,1-18-15,17 17 16,-18 1 15,18 0-31,0-1 16,0 1 62,-18-18-31</inkml:trace>
  <inkml:trace contextRef="#ctx0" brushRef="#br0" timeOffset="4732.55">23548 8802 0,'0'17'93,"18"36"-77,-18 53 0,0-53-16,0-35 15,0 17-15,17 88 32,-17-87-17,0-19-15,0 1 16</inkml:trace>
  <inkml:trace contextRef="#ctx0" brushRef="#br0" timeOffset="5895.19">23848 8837 0,'0'18'125,"0"17"-109,0-17-1,0-1 1,0 1-1,17-18 1,-17 18-16,18-18 16,0 17 15,-1-17-31,19 0 16,-19 0 15,1-17-31,0 17 15,-1 0 1,1 0 0,-1 0-1,-17 17 17,18 36-1,-18-18-31,0-17 15,0 0 17,0-1-32,0 1 31,-18-18-15,1 18-16,-36 17 46,35-18-46,1-17 32,-1 0-32,0 0 31,1 0-31,-1 0 31,0 0-31,1 0 31</inkml:trace>
  <inkml:trace contextRef="#ctx0" brushRef="#br0" timeOffset="6569.28">23901 8784 0,'0'-17'32,"0"-1"15,17 18-32,1-18 1,17 1-1,1 17-15,-1-18 16,-18 18-16,19-18 31,-19 18-31,1 0 16,0 0 0,-1 0 15,1 0-16,0 0 1,-1 0 0,1 0-1,-1 0 1,-17-17 0,18 17 46</inkml:trace>
  <inkml:trace contextRef="#ctx0" brushRef="#br0" timeOffset="7524.54">24589 9648 0,'17'18'78,"1"0"-78,17 17 16,71 36-1,-35-19-15,52 72 31,-35-53-31,-17-1 16,70 36 0,-106-88-16,18 17 15,-18 18 1,1-53-16,-1 17 31</inkml:trace>
  <inkml:trace contextRef="#ctx0" brushRef="#br0" timeOffset="8899.52">25982 10777 0,'0'-17'16,"18"17"-1,-18-18 16,35-35-15,-35 36 0,18-1-1,-1 18-15,1 0 32,0 0-17,-1 18 16,1-1-15,-1 1 0,-17 17-1,18-17-15,-18 52 16,0-34 0,0 34-1,0-35-15,-18 1 16,-17 34-1,35-35 1,-35 1-16,0-19 16,17-17-1,18 18 1,-18-18 0,36 0 140,88 0-141,-71 0 1,18 0 0,18-18-16,-54 18 15,1 0-15,-1 0 16,1 0 0,0 0-16,-1 0 31,1 0 16,0 0-16</inkml:trace>
  <inkml:trace contextRef="#ctx0" brushRef="#br0" timeOffset="9877.52">26547 10795 0,'0'18'109,"0"-1"-93,17-17-16,1 18 15,-1 0 1,1-1-16,17-17 15,18 18 1,0-18-16,-18 0 16,71 0 15,-88-18-31,0 18 16,-1 0-1,1 0 16,-18 18-31,0 17 32,0-17-32,0-1 31,0 19-31,-18-19 16,18 1-16,-53 35 31,36-53-31,-1 17 15,-17 1 1,-1 0 0,19-18-1,-1 0-15,-17 17 32,35 1-32,-18-18 15,1 0 1,-1 0-16,0 0 15,18 18 32,-17-18-31</inkml:trace>
  <inkml:trace contextRef="#ctx0" brushRef="#br0" timeOffset="10446.68">26599 10760 0,'0'-18'46,"0"0"-30,18 18 0,0-35-16,-1 35 15,54-70 1,-18 17 0,-36 35-16,54-35 15,-53 35 1,-1 1-1,1 17 1,0 0-16,-18-18 16,17 1 15,1 17-31,-1 0 16,1-18-1</inkml:trace>
  <inkml:trace contextRef="#ctx0" brushRef="#br0" timeOffset="11934.42">26987 11642 0,'18'0'62,"17"35"-46,1 0-16,70 53 31,-54-35-31,54 36 32,-88-54-32,17 0 15,36 18-15,-1 18 16,-52-54-1,17 1 17,-35-1-17,18 1 1,-1-18 0,-17 18-16,0-1 15,18 1 16,0-18-15,-1 18 0,-17-1 15,18-17-15,-18 18-1,18-18 1,-18 18 15,17-18 0,-17 17-31,18-17 16</inkml:trace>
  <inkml:trace contextRef="#ctx0" brushRef="#br0" timeOffset="13160.78">27975 12577 0,'18'0'15,"-18"-18"48,18 0-48,17 18 1,-35-17-16,53-1 16,0 18-1,17 0 1,-52 0-1,-1 18 1,1-1-16,-18 1 16,35 17-1,-35-17-15,0-1 16,0 19 0,0-19-1,-17 36 1,-1-35-1,0 0 1,1-18-16,-18 0 16,17 0-1,18 17 1,18-17 93,105 18-77,-88-1-17,-17 1-15,17 0 16,-35-1-1,18-17-15,-18 18 16,18 0 0,-18-1-1,17 1-15,-17 17 16,0-17 0,0 35-1,-17-36 1,17 1-1,-18-18-15,0 18 16,-17-18 0,17 0-1,-17 0 17,17 0-17,1 0 1</inkml:trace>
  <inkml:trace contextRef="#ctx0" brushRef="#br0" timeOffset="14566.81">28804 12823 0,'0'-17'47,"-17"17"78,-36 35-94,53-17-31,-36-1 0,36 1 16,-17 35 15,-1-35-31,18-1 16,0 36-1,0-35-15,18 52 32,-1-70-32,-17 18 0,18 0 15,0-1 16,-1-17-15,1 18 15,0-18-15,17 0 0,35-18 15,-34 1-31,-36-1 0,35 18 31,-35-18-31,18 18 16,-1-17-16,-17-1 31,18 0 0,-18 1-31,0-1 16,0 0-1,0-34 1,0 34-16,0 0 16,0 1-1,0-1 1,0 0 0,0 1-1,0-1 16,0-17-31,-18 17 16,1 1 0,17-1-16,-18 0 15,18 1 1,-18 17 15,1 0-15,17-18-1,-18 18 1,0 0-16,1 0 31,-1 0-15,1-18 15,-1 18-31,0 0 16,-17 0 15,17 0 0,18 18 1,-17-18-17,-1 18 16,0-18-15</inkml:trace>
  <inkml:trace contextRef="#ctx0" brushRef="#br0" timeOffset="15899.92">28328 13511 0,'0'18'78,"-71"176"-46,36-106-32,0-35 15,-36 88-15,1-70 16,52-18-16,-35 17 15,18-17-15,-18 18 16,18-36 0,0 18-16,-54 53 15,54-53 1,17 0-16,-17-18 16,-18 35-1,53-52 1,0 0-16,-17-1 15</inkml:trace>
  <inkml:trace contextRef="#ctx0" brushRef="#br0" timeOffset="17015.59">26987 15240 0,'0'0'16,"0"-18"0,0 1 15,18-1-15,0 18-16,-18-35 15,35 17-15,0 1 16,-17 17-16,17 0 31,-17 0-31,17 0 0,-17 0 16,-1 0-1,19 70 17,-19 1-32,-17-18 15,0 35 1,0-53-16,0 18 15,-17 0 17,-1-53-32,18 17 0,-18-17 15,-17 53 17,18-35-32,-1 0 31,18-1-16,18-17 32,-18 18-47,35-18 32,0 0-32,0 0 15,1 0 1,-1 0-16,-17 0 0,17 0 15,0 0 1,-17 0 0,-1 0 109</inkml:trace>
  <inkml:trace contextRef="#ctx0" brushRef="#br0" timeOffset="18125.09">27746 15028 0,'0'18'63,"0"0"-48,-18 17 1,-17 53 0,17-70-16,18 35 15,-17 0 1,-1 17-16,18-52 16,-18 35-1,18-18-15,0 18 31,0-36-31,0 19 16,18-1 0,-18-17-1,18-18 17,-1 17-17,1-17 1,0 0-1,-1 0 1,19 0 0,-19 0-1,1 0 1,0 0 0,-1-35-1,-17 17 1,0 1-1,0-1 17,0 0-1,-35 18 31,-18 0-30,35 0-17,1 0 1,-1 0-16,18 18 31,-18 0 0</inkml:trace>
  <inkml:trace contextRef="#ctx0" brushRef="#br0" timeOffset="19205">29157 13582 0,'18'0'63,"-18"18"-63,53 17 15,-36 0 1,124 142-1,-105-107-15,52 36 16,-35-53-16,0 17 16,-36-17-16,19-17 15,-1-1-15,-17-18 16,-1 1-16,1 0 16,35 17-1,-36 0 1,1-17-1,-18 0 1,18-18 0,-18 17-1,17 1 1,1-18 15,-18 18-15</inkml:trace>
  <inkml:trace contextRef="#ctx0" brushRef="#br0" timeOffset="20378.62">30039 14922 0,'0'-17'47,"0"-1"-16,18 1-15,-1-1-16,36 18 31,-18-18-16,1 18 17,-19 0-32,-17 18 0,18 17 31,17-35-31,-35 88 31,18-70-31,-18 17 31,0-17-31,0 0 0,0-1 32,-18 1-32,1 0 31,-1-18-15,18 17 109,53 1-110,-35-1 1,-1 1-16,71 70 31,-52-70-15,-19 17-1,-17 0-15,0-17 16,18 17 15,-18-17-31,0 0 31,-18-1-15,-35 19 0,36-19-1,-36-17 1,18 18-16,17-18 16,0 0-1,1 17-15,-1-17 16</inkml:trace>
  <inkml:trace contextRef="#ctx0" brushRef="#br0" timeOffset="21289.08">30727 15011 0,'-18'17'125,"1"19"-94,17-19-31,0 1 31,17 0-15,36-1 15,-35-17-15,17 0-16,-17 0 15,35 0 1,-18 0 0,-35 18-16,18 17 15,-18-17 1,35 35 0,-35-36-1,18 1-15,-18 17 0,0-17 16,17 17-1,-17-17 1,18 17 0,-1-35-1,-17 35 1,0-17 0,-17-18 15,-54 35-16,36-35 1,-18 0 0,18 0-1,17 0 1</inkml:trace>
  <inkml:trace contextRef="#ctx0" brushRef="#br0" timeOffset="21841.86">30815 14887 0,'0'-17'63,"35"-19"-32,1 19-31,-1 17 0,36-53 15,-36 53 1,71-53 15,-89 35-31,19 1 32</inkml:trace>
  <inkml:trace contextRef="#ctx0" brushRef="#br0" timeOffset="29207.17">23583 9684 0,'-17'17'78,"-19"1"-63,-52 123 17,53-88-32,-18 35 15,18-52-15,-1 52 16,1 0-16,0-53 16,17 18-16,-17 0 15,17 0 1,1-18-16,-19 0 0,19 1 31,17-1-31,-18-17 16,0-1-16,1 36 31,-1-53-31,0 18 31,18 0-15,-17-18-16</inkml:trace>
  <inkml:trace contextRef="#ctx0" brushRef="#br0" timeOffset="33739.21">22260 11077 0,'0'18'140,"0"-1"-124,0 72 0,0-54-16,0 0 15,0 36 1,0-54-16,0 1 16,0 0-1,0-1 1,0 1-1,0 0 17,0-1-17,0 1 1,0 0-16,0-1 16,18 54-1,0-71 1,-18 35-16,0-17 15,0-1 17</inkml:trace>
  <inkml:trace contextRef="#ctx0" brushRef="#br0" timeOffset="34954.71">22807 11342 0,'0'-18'31,"0"1"-31,0-1 16,-18 18 15,18-18-15,-17 18 15,-1 0-15,-35 18-1,36 0 1,-1-18-1,0 17-15,1 18 0,-1-35 16,0 36 15,18-19-31,0 1 16,0 0 0,0 17-16,0 18 31,0-18-16,53 18 17,-35-53-32,17 35 15,18-17 1,-35 0-16,17-1 16,-17-17-1,17 0 1,-17 0-16,-1 0 15,1 0 1,0 0-16,-1 0 0,1-17 16,17-1 15,-17 0-15,-18 1-1,0-1 1,0 0-1,17-17-15,-17 17 16,0-34 0,0 16-16,0 19 15,0-19 17,0 19-32,0-1 31,-17 0 0,17 1-15,-18 17-1,18-18-15,-18 18 16,1-17 15,-1 17-31,18-18 16,-17 0-1,-1 18 1,0 0 0,1 0 15,-1 0-31</inkml:trace>
  <inkml:trace contextRef="#ctx0" brushRef="#br0" timeOffset="36367.04">22472 12100 0,'-18'0'94,"-35"18"-79,36 17 1,-19 0-16,-52 89 16,35-71-1,-70 106 1,70-89-1,-18 1 1,36-36 0,17-17-16,-17 35 15,18-53 1,17 35-16,-18-18 16,18 1-1,-18-18-15,18 18 16</inkml:trace>
  <inkml:trace contextRef="#ctx0" brushRef="#br0" timeOffset="37465.57">21414 13141 0,'0'18'63,"-18"-1"-48,18 1 1,0 0 15,0-1-31,0 1 31,0-1-31,18-17 0,-1 18 16,1 0 15,0-18-31,-1 17 16,1-17-16,-1 0 16,36 18-1,0 0-15,18-18 31,-18 0-31,-18 0 16,0 17-16,18 1 16,-35-18-1,-18 18 1,17-18-16,-17 17 16,0 54 15,0-54-31,0 19 15,0-1 1,-17-17 0,-36 17-1,53-18 1,-35-17-16,17 0 16,-17 0-16,-1 0 15,1 0-15,-53 0 31,70 0-15,1 0 0,-1 0-1,0 0 1,18-17-16</inkml:trace>
  <inkml:trace contextRef="#ctx0" brushRef="#br0" timeOffset="38062.74">21467 13194 0,'0'0'0,"0"-18"15,0-17 16,0 17-31,52 18 32,-34-17-32,35 17 31,-35-18-31,35 18 0,-36 0 16,18 0-1,36 0-15,-18 0 0,35 0 31,-70 0-31,17 0 16,0-18 0,-17 18-1,0 0 1</inkml:trace>
  <inkml:trace contextRef="#ctx0" brushRef="#br0" timeOffset="39160.15">21255 14041 0,'-18'0'31,"1"0"0,-1 0-15,18 17 0,-53 18-1,35 18-15,-17-17 16,-53 69-1,53-69 1,-89 105 0,89-71-16,-18 1 15,-18 0-15,54-19 16,-19-16-16,19-1 16,-36 18-1,35-53 1,18 18-16,-17-1 15,-1 1 1,18-1 15,-18-17-15,18 18 15,-17 0-15,-1-18 62,18 17-47</inkml:trace>
  <inkml:trace contextRef="#ctx0" brushRef="#br0" timeOffset="40835.41">19756 15311 0,'-18'35'109,"18"-18"-109,0 1 16,0 35-16,0 0 15,0 0 1,0-18 0,0-17-16,0 17 0,0 0 15,0-17 1,0 17-16,0 1 16,0-19-16,0 18 15,18-17-15,-18 0 16,17-18 124,71 0-108,-52 0-32,17 0 15,-18 0-15,53 0 32,-53 0-32,-17 0 15,17-18 1,-17 0-1,-18 1 1,18 17-16,-18-18 47,0-17-31,-18 0-16,18 17 15,-35-35 1,17 35-16,18 1 15,0-1 17,-18 18-1,18 18 94,0 52-109,0-34-16,0-1 15,0 18-15,0 35 31,0-17-31,0-36 16,0 0-16,0 177 31,0-159-15,18-18-16,-18 0 16,18 18-16,-18-35 46</inkml:trace>
  <inkml:trace contextRef="#ctx0" brushRef="#br0" timeOffset="55776.84">23054 12100 0,'18'0'110,"-1"18"-79,1 17-15,0-17-16,-1 17 0,1-17 15,52 52 17,-70-34-32,18-19 0,17 36 31,-17-35-31,0 17 15,35 71 17,-18-71-32,-35-17 0,0-1 15,17 1 17,-17 0-32,18-18 0,-18 17 15,0 1 1,0 0-16,18-1 15,-1-17 1,-17 36 0,0-19-16,18-17 15,-18 35 17,18-35-32</inkml:trace>
  <inkml:trace contextRef="#ctx0" brushRef="#br0" timeOffset="56720.56">23177 13176 0,'0'18'63,"0"0"-48,0 17 1,0 53 0,0-70-1,0 52 1,0-35-16,0 1 15,18-1-15,0 36 32,-18-54-17,0 1-15,0-1 16,0 1 0,0 0-1,17-18-15,-17 17 94</inkml:trace>
  <inkml:trace contextRef="#ctx0" brushRef="#br0" timeOffset="58289.09">23372 13441 0,'0'0'16,"17"0"15,-17-18-15,0 1-1,0-1 1,0 0 0,18 1-1,-18-1 1,17 0-1,1 18 1,-18-17-16,18 17 16,-18-18-1,17 0 1,1 18-16,0 0 16,-1 0-1,1 0 16,17 18 1,-17-18-17,-18 18 1,17-1 0,1 1-1,-18 0 1,0-1-1,0 1 17,0 0-32,0-1 0,0 1 15,0-1 17,0 19-17,-18-36 1,18 17-1,-17-17 1,17 18-16,-18-18 16,36 0 140,17-35-125,-17 35-31,-1 0 0,1-18 31,0 18-31,-1 0 32,1 0-32,0 18 15,-1-1 17,-17 1-32,35 0 31,-35-1-16,18 19 1,-18-19-16,0 36 31,0-35-31,0-1 32,0 1-17,0 0 1,-35-1 15,35 1-31,-18-18 31,1 18 1,-1-18-17,0 0 1,1 0-1,-1 0 17,0 0-17,1 0 17,-1 0-17,0 0 16</inkml:trace>
  <inkml:trace contextRef="#ctx0" brushRef="#br0" timeOffset="63662.68">26229 11553 0,'-18'18'172,"18"0"-156,-35-1-16,-18 19 31,36-1-31,-89 53 31,88-70-15,-52 52-1,70-52-15,-36 17 16,-34 36 0,70-54-16,-18 1 15,-35 17 1,53 1-16,-18-36 15,-17 35 17,18-17-32,-1-1 15,0 1 1,18-1-16,-35 19 31,17-19-31,1 1 31,-1 0-31,0-1 32,1 1-17,17 0 1,-18-1 15,1-17-31,-19 35 31,19-35-15,17 18 15,-18 0-15,18-1 0,-35 1 15,35 0-16,-18-18-15,18 17 32</inkml:trace>
  <inkml:trace contextRef="#ctx0" brushRef="#br0" timeOffset="64716.71">25030 12823 0,'0'18'94,"0"35"-79,17 0 1,-17-18-16,0 36 16,0-36-1,0 0-15,18 36 16,-18-36-1,17 0 1,-17-17-16,0 0 16,0-1-16,18 19 31,0-36-15,-18 17-1,0 1 1,0 0-1,0-1 48,0 18-47</inkml:trace>
  <inkml:trace contextRef="#ctx0" brushRef="#br0" timeOffset="65696.66">25206 12894 0,'0'-18'94,"18"18"-78,-1 0-16,1 0 15,52-17 17,-34-1-32,-1 18 15,36-18 1,-36 18-16,-18 0 15,54-17 1,-36 17-16,-17 0 31,0 0-15,-1 0 0,-17 17 15,18 1-16,-18 53 17,0-36-32,0 53 31,0-17-31,0-18 16,0-18-16,0 88 31,0-87-16,0-19 1,0 1 0,0 0-1,17-18 17,-17 17-17</inkml:trace>
  <inkml:trace contextRef="#ctx0" brushRef="#br0" timeOffset="66403.56">25488 13106 0,'0'-18'62,"35"18"-46,1-18-1,70-17 1,-89 35 0,54 0-1,-36-18-15,-17 18 16,17-17-1,-17 17 1,-1 0-16,1 0 31,0 0-15,-1 0 15,1 0-15,-1 0-1,1 0 48</inkml:trace>
  <inkml:trace contextRef="#ctx0" brushRef="#br0" timeOffset="67445.53">25153 13988 0,'-18'0'47,"1"0"0,-19 17-31,19 1-1,-18 17-15,17-17 16,-123 176 15,123-159-31,-35 18 0,-35 88 31,53-53-31,0-52 16,-54 87 0,72-88-16,-19-17 15,-17 70 1,53-70-16,-35 35 31,35-36-31,-35 1 0,35 17 31,-18-35-31,18 18 0,-17 17 32,-1-35-32,18 18 31,0 0-31,-18-18 0</inkml:trace>
  <inkml:trace contextRef="#ctx0" brushRef="#br0" timeOffset="68727.3">23865 15275 0,'0'18'46,"0"0"-46,18 34 32,-18-16-32,0-19 15,0 36 1,18 53 0,-1-53-1,-17-18-15,18 18 16,-18-35-1,0 0-15,18-18 16,-18 17-16,0 1 16,0-1-1,0 1 1,0 0 0,0-1 30,17 1-30,-17 0 0,0-1 77,0 1-61,0 0 15,0-1-16,0 1 0</inkml:trace>
  <inkml:trace contextRef="#ctx0" brushRef="#br0" timeOffset="70365.16">24342 15258 0,'-18'17'94,"0"19"-78,-17 16-1,35-34-15,-18 0 16,-17 70 15,35-70-31,0 34 16,0-16-1,0-19-15,0 19 16,0-1 0,0-17-16,18 17 31,-18 0-31,0-17 31,0-1-15,17 19 15,-17-19-15,18-17 15,-18 18-31,18-18 16,-1 35 15,1-17-16,0-18 17,-1 18-32,1-18 31,-18 17-15,18-17-1,-1 0-15,1 0 31,-1 0-15,1 0-16,0 0 16,-1 0-1,1 0-15,-18-17 16,18 17 0,-1-18-1,1 18 1,-18-18-1,0 1 1,0-1 78,-18 18-47,1-35-32,-1 35 1,0 0-16,1 0 16,-1 0-16,0-18 15,1 18 1,-1 0-1,1 0 1,-1 0 0,0 0-1,1 0 17,-1 0-1,0 0 0,1 0 0,17 18 16,-18-18-16</inkml:trace>
  <inkml:trace contextRef="#ctx0" brushRef="#br1" timeOffset="81808.64">24747 8096 0,'0'-17'15,"0"-1"1,-17 18 93,-1 0-93,-17 0 15,0 0-31,17 0 16,0 35 15,18-17-15,-17-18-1,17 35-15,0-17 16,0 35 15,0-18-31,0-17 16,0-1-1,0 1 1,0 0 15,17-18-15,-17 17 15,53 1-15,-35-18-1,-1 0 1,1 0-16,0 0 16,-1 0-1,1 0 1,0 0 0,-1 0-1,1 0 1,-18-18 15,18 18-15,-18-17-1,17 17 1,-17-18 0,0 0-16,18 1 15,-18-1 1,0 0-1,0 1 1,0-1 15,0 0 1,0-17-17,-18 18 1,1-1-1,-1 0 17,18 1-17,-18 17 1,18-18-16,-17 18 31,-1 0-15,18-18 15</inkml:trace>
  <inkml:trace contextRef="#ctx0" brushRef="#br1" timeOffset="83664.53">31627 14411 0,'0'-18'32,"0"1"-1,-18 17-16,18-18 1,-18 18-16,18-18 16,-17 18 31,-1 0-16,0 36 0,1-36-31,17 17 16,-18-17-1,18 36 1,0-19 0,0 1-1,0 0-15,0-1 16,0 1 15,0-1-15,18-17-1,-18 18 1,17-18 0,1 0-16,17 18 31,-17-18-16,0 0-15,-18-18 16,35 18-16,-35-18 16,17 1-1,1 17-15,-18-18 16,0 1 15,0-1-15,0-17-1,0 17 1,0 0 0,0 1-16,0-1 15,0-17 1,0 17-16,0 0 16,0 1-1,0-1 1,-18 1-1,1-1 1,-1 18 0,1 0 15,-19 0-15,19 0-1,-1 18 1,0-1-1,-17-17-15,-18 53 16,35-18 0</inkml:trace>
  <inkml:trace contextRef="#ctx0" brushRef="#br1" timeOffset="85278.19">28169 14693 0,'-17'0'141,"-19"0"-126,36 18 1,-17-1 0,-1 1-1,18 0 1,0-1 0,0 1-1,0 0 1,18-18-1,-1 17-15,-17 1 32,18-18-32,0 0 15,-1 0 1,19 0-16,-19 0 16,36 0-1,-18 0-15,1 0 31,-19 0 1,1-18-17,-18 1-15,18-1 16,-18-17 0,0 17-16,0 0 15,0 1 1,-18 17-16,0-18 31,18 1-15,-17 17-1,-1 0 1,-17-18 0,35 0-16,-36 18 31,19 0-16,-18 0 17,17 0-1,0 0-15,1 0 15,-1 0-16</inkml:trace>
  <inkml:trace contextRef="#ctx0" brushRef="#br1" timeOffset="86576.1">29774 12224 0,'0'-18'62,"-17"18"-46,-54 0 15,54 0-15,-1 0-16,-17 0 15,17 0 1,0 0-16,-17 18 16,17-18-1,18 17 1,-17-17-1,17 18-15,-18 0 16,18 52 0,0-52-1,0-1-15,18 19 16,-18-19 0,17 1-16,1 0 15,0-18 1,-18 17 15,35-17-15,0 0-1,-17 0 17,0 0-32,-1 0 0,1-35 31,0 17-31,-1 1 15,1-19 1,-1 19-16,-17-1 31,0 1-31,18 17 0,-18-18 32,0 0-32,0 1 15,0-19 16,-35 1-15,17 17 15,18 1-31,0-1 16,-17 1 0,-1 17 46,0 0-31</inkml:trace>
  <inkml:trace contextRef="#ctx0" brushRef="#br1" timeOffset="88392.11">27464 10037 0,'-36'17'125,"1"1"-109,35-1-16,-17 1 15,-1 0 16,0-1-31,18 1 32,0 0-32,0-1 15,0 1 1,0 0 0,18-1 15,0-17-31,17 18 31,0-1-15,-17 1-1,-1-18-15,-17 18 16,18-18-16,35 0 31,-35 0-31,17-18 31,-18 18-31,1-18 32,-18 1-32,18 17 15,-18-35 1,17 17-16,1-17 16,-18 17-1,0-17 1,0-1-16,0 19 31,0-18-15,-18 17-1,1 0 1,-1 1 15,0-1-15,1 0-1,-18 18-15,35-17 16,-18 17 0,0-18-16,1 18 31,-1 0-15,0 0-1,1 0 1,-1 0-1,18 18-15</inkml:trace>
  <inkml:trace contextRef="#ctx0" brushRef="#br1" timeOffset="90771.66">23618 14905 0,'0'-18'15,"-17"18"110,-1 0-46,1 0-48,17 35 0,-18-17-31,18 0 31,0-1 1,0 1-32,0 0 62,0-1-31,0 1 1,0 0-17,18-1 16,-1-17-15,1 18 15,35-18 1,-36 0-32,1 0 0,53 0 15,-54 0 1,1 0-16,-1 0 15,-17-18 1,18 1-16,-18-1 16,18-17-1,-18 17 1,0 0-16,0-17 31,0 17-31,-18 18 47,0-17-16,1 17-15,-1-18 15,1 1-15,-1-1 15,0 18-15,1 0 15,-19-18 0,19 18 32,-1 0-16</inkml:trace>
  <inkml:trace contextRef="#ctx0" brushRef="#br1" timeOffset="92200.56">24871 12171 0,'0'17'156,"0"1"-141,0 88 17,0-71-32,0-17 15,0-1 1,0 1 0,0 0-1,0-1 63,17-17-62,-17 18 0,18-18 15</inkml:trace>
  <inkml:trace contextRef="#ctx0" brushRef="#br1" timeOffset="93970.78">18944 15152 0,'-17'0'140,"-1"17"-124,0 1 15,18 0-31,0 17 31,0-17-15,0-1 0,0 19 15,0-19-31,18-17 16,-18 18 15,18-18-31,17 17 31,-18-17-15,19 0 15,-19 0-31,1 0 0,0 0 31,-1-17-31,1 17 16,0-18-1,-1 1-15,18-36 32,-35 35-17,18-17 1,-18 17-16,0-17 31,0 17-31,0 1 16,0-19 15,0 19-15,0-1 31,-35 18-16,17 0-31,-17 0 15,17 0 1,-17 0-16,17 0 16,1 0-16,-1 0 31,0 0-15,-34 0 15,34 0-16,18 18 1,-18-18 15,18 17-15,-17 1 0</inkml:trace>
  <inkml:trace contextRef="#ctx0" brushRef="#br1" timeOffset="96860.37">20973 12647 0,'0'18'94,"0"17"-79,0 0 1,0 1-16,0-1 15,0 35 1,0-52 0,0 53-1,0-54 1,0 1 0,17-1-16,-17 1 31</inkml:trace>
  <inkml:trace contextRef="#ctx0" brushRef="#br1" timeOffset="98394.3">24271 12929 0,'0'0'0,"-18"0"16,1 0-1,-1 0 1,1 18 0,-1-18-1,0 18 1,1-1-1,17 1 1,-36 35 0,36-36-1,0 54 1,0-53 0,0 17-1,0-17 1,0-1-1,18 1 1,0-18 15,-18 17-15,17-17 0,19 0-1,-19 0 1,18-17-16,-17-1 15,0 18-15,-1-17 16,1-1 0,-18 0-16,0 1 31,0-1-15,0 0-1,0-17 1,-18 35-1,18-18 1,-17 1 0,-1-1-1,18 0 1,-18 18 0,1 0-1,17-17 1,-18 17-1,18-18 32,-17 18-15,-1 0 14,0 0-46</inkml:trace>
  <inkml:trace contextRef="#ctx0" brushRef="#br1" timeOffset="100769.92">21837 10513 0,'0'35'125,"0"18"-109,0-18-16,0 1 16,0-19-16,0 89 31,0-88-16,0 17 1,0-17 0,0-1-1,18-17 32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5760" units="cm"/>
          <inkml:channel name="Y" type="integer" max="2400" units="cm"/>
          <inkml:channel name="T" type="integer" max="2.14748E9" units="dev"/>
        </inkml:traceFormat>
        <inkml:channelProperties>
          <inkml:channelProperty channel="X" name="resolution" value="200" units="1/cm"/>
          <inkml:channelProperty channel="Y" name="resolution" value="133.33333" units="1/cm"/>
          <inkml:channelProperty channel="T" name="resolution" value="1" units="1/dev"/>
        </inkml:channelProperties>
      </inkml:inkSource>
      <inkml:timestamp xml:id="ts0" timeString="2024-06-07T13:49:59.0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10054 11465 0,'-17'-17'203,"-1"-19"-187,0 19-16,1-19 15,-1 19 1,0-36-1,18 18 1,-17 17 0,17-17-1,0 17 1,0 0-16,-18-17 16,18 17-1,0-17 16,0 0-15,0-18 0,53 0-1,-18 0 1,1 36-16,-19-1 16,18-17-1,1-1 1,52-17-1,-35-17 1,-18 52 0,18 1-16,-35-1 15,17 0 1,36-17 15,-1 17-15,1 18-1,-36-17-15,35 17 16,54 0 0,-54 0-16,19 0 15,105 0 1,-106 0-16,-35 0 16,141 0-1,-124 0 1,19 0-1,-72 0 1,1 0 0,0 0 62</inkml:trace>
  <inkml:trace contextRef="#ctx0" brushRef="#br0" timeOffset="1363.93">11412 10248 0,'71'71'156,"-18"-54"-140,17 54-1,-52-36 1,0-35-16,-18 18 15,17-1 1,1-17 0,-18 18 15,35 0-15,1 35-1,-19-18 1,1-35-1,-18 18-15,17-18 16,-87 0 125,-36 17-126,35-17-15,36 0 16,-71 18 0,53-18-1,1 35 1,34-17-1,0-18-15,-17 17 16,35 1 0,-18-18 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5760" units="cm"/>
          <inkml:channel name="Y" type="integer" max="2400" units="cm"/>
          <inkml:channel name="T" type="integer" max="2.14748E9" units="dev"/>
        </inkml:traceFormat>
        <inkml:channelProperties>
          <inkml:channelProperty channel="X" name="resolution" value="200" units="1/cm"/>
          <inkml:channelProperty channel="Y" name="resolution" value="133.33333" units="1/cm"/>
          <inkml:channelProperty channel="T" name="resolution" value="1" units="1/dev"/>
        </inkml:channelProperties>
      </inkml:inkSource>
      <inkml:timestamp xml:id="ts0" timeString="2024-06-07T13:52:43.2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11525 11465 0,'15'-17'203,"2"-19"-187,-1 19-16,0-19 15,1 19 1,-1-36-1,-16 18 1,16 17 0,-16-17-1,0 17 1,0 0-16,17-17 16,-17 17-1,0-17 16,0 0-15,0-18 0,-49 0-1,16 0 1,0 36-16,18-1 16,-18-17-1,0-1 1,-48-17-1,32-17 1,17 52 0,-17 1-16,32-1 15,-15 0 1,-34-17 15,2 17-15,-2 18-1,34-17-15,-32 17 16,-51 0 0,51 0-16,-19 0 15,-95 0 1,96 0-16,33 0 16,-129 0-1,113 0 1,-17 0-1,66 0 1,0 0 0,-1 0 62</inkml:trace>
  <inkml:trace contextRef="#ctx0" brushRef="#br0" timeOffset="1">10272 10248 0,'-66'71'156,"18"-54"-140,-17 54-1,48-36 1,1-35-16,16 18 15,-16-1 1,-1-17 0,17 18 15,-32 0-15,-1 35-1,17-18 1,0-35-1,16 18-15,-16-18 16,81 0 125,32 17-126,-31-17-15,-34 0 16,66 18 0,-49-18-1,-1 35 1,-32-17-1,1-18-15,15 17 16,-32 1 0,17-18 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5760" units="cm"/>
          <inkml:channel name="Y" type="integer" max="2400" units="cm"/>
          <inkml:channel name="T" type="integer" max="2.14748E9" units="dev"/>
        </inkml:traceFormat>
        <inkml:channelProperties>
          <inkml:channelProperty channel="X" name="resolution" value="200" units="1/cm"/>
          <inkml:channelProperty channel="Y" name="resolution" value="133.33333" units="1/cm"/>
          <inkml:channelProperty channel="T" name="resolution" value="1" units="1/dev"/>
        </inkml:channelProperties>
      </inkml:inkSource>
      <inkml:timestamp xml:id="ts0" timeString="2024-06-07T13:53:08.0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11525 11465 0,'15'-17'203,"2"-19"-187,-1 19-16,0-19 15,1 19 1,-1-36-1,-16 18 1,16 17 0,-16-17-1,0 17 1,0 0-16,17-17 16,-17 17-1,0-17 16,0 0-15,0-18 0,-49 0-1,16 0 1,0 36-16,18-1 16,-18-17-1,0-1 1,-48-17-1,32-17 1,17 52 0,-17 1-16,32-1 15,-15 0 1,-34-17 15,2 17-15,-2 18-1,34-17-15,-32 17 16,-51 0 0,51 0-16,-19 0 15,-95 0 1,96 0-16,33 0 16,-129 0-1,113 0 1,-17 0-1,66 0 1,0 0 0,-1 0 62</inkml:trace>
  <inkml:trace contextRef="#ctx0" brushRef="#br0" timeOffset="1">10272 10248 0,'-66'71'156,"18"-54"-140,-17 54-1,48-36 1,1-35-16,16 18 15,-16-1 1,-1-17 0,17 18 15,-32 0-15,-1 35-1,17-18 1,0-35-1,16 18-15,-16-18 16,81 0 125,32 17-126,-31-17-15,-34 0 16,66 18 0,-49-18-1,-1 35 1,-32-17-1,1-18-15,15 17 16,-32 1 0,17-18 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5760" units="cm"/>
          <inkml:channel name="Y" type="integer" max="2400" units="cm"/>
          <inkml:channel name="T" type="integer" max="2.14748E9" units="dev"/>
        </inkml:traceFormat>
        <inkml:channelProperties>
          <inkml:channelProperty channel="X" name="resolution" value="200" units="1/cm"/>
          <inkml:channelProperty channel="Y" name="resolution" value="133.33333" units="1/cm"/>
          <inkml:channelProperty channel="T" name="resolution" value="1" units="1/dev"/>
        </inkml:channelProperties>
      </inkml:inkSource>
      <inkml:timestamp xml:id="ts0" timeString="2024-06-07T13:54:28.6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11525 11465 0,'15'-17'203,"2"-19"-187,-1 19-16,0-19 15,1 19 1,-1-36-1,-16 18 1,16 17 0,-16-17-1,0 17 1,0 0-16,17-17 16,-17 17-1,0-17 16,0 0-15,0-18 0,-49 0-1,16 0 1,0 36-16,18-1 16,-18-17-1,0-1 1,-48-17-1,32-17 1,17 52 0,-17 1-16,32-1 15,-15 0 1,-34-17 15,2 17-15,-2 18-1,34-17-15,-32 17 16,-51 0 0,51 0-16,-19 0 15,-95 0 1,96 0-16,33 0 16,-129 0-1,113 0 1,-17 0-1,66 0 1,0 0 0,-1 0 62</inkml:trace>
  <inkml:trace contextRef="#ctx0" brushRef="#br0" timeOffset="1">10272 10248 0,'-66'71'156,"18"-54"-140,-17 54-1,48-36 1,1-35-16,16 18 15,-16-1 1,-1-17 0,17 18 15,-32 0-15,-1 35-1,17-18 1,0-35-1,16 18-15,-16-18 16,81 0 125,32 17-126,-31-17-15,-34 0 16,66 18 0,-49-18-1,-1 35 1,-32-17-1,1-18-15,15 17 16,-32 1 0,17-18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5760" units="cm"/>
          <inkml:channel name="Y" type="integer" max="2400" units="cm"/>
          <inkml:channel name="T" type="integer" max="2.14748E9" units="dev"/>
        </inkml:traceFormat>
        <inkml:channelProperties>
          <inkml:channelProperty channel="X" name="resolution" value="200" units="1/cm"/>
          <inkml:channelProperty channel="Y" name="resolution" value="133.33333" units="1/cm"/>
          <inkml:channelProperty channel="T" name="resolution" value="1" units="1/dev"/>
        </inkml:channelProperties>
      </inkml:inkSource>
      <inkml:timestamp xml:id="ts0" timeString="2024-06-07T13:58:19.6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10054 11465 0,'-17'-17'203,"-1"-19"-187,0 19-16,1-19 15,-1 19 1,0-36-1,18 18 1,-17 17 0,17-17-1,0 17 1,0 0-16,-18-17 16,18 17-1,0-17 16,0 0-15,0-18 0,53 0-1,-18 0 1,1 36-16,-19-1 16,18-17-1,1-1 1,52-17-1,-35-17 1,-18 52 0,18 1-16,-35-1 15,17 0 1,36-17 15,-1 17-15,1 18-1,-36-17-15,35 17 16,54 0 0,-54 0-16,19 0 15,105 0 1,-106 0-16,-35 0 16,141 0-1,-124 0 1,19 0-1,-72 0 1,1 0 0,0 0 62</inkml:trace>
  <inkml:trace contextRef="#ctx0" brushRef="#br0" timeOffset="1">11412 10248 0,'71'71'156,"-18"-54"-140,17 54-1,-52-36 1,0-35-16,-18 18 15,17-1 1,1-17 0,-18 18 15,35 0-15,1 35-1,-19-18 1,1-35-1,-18 18-15,17-18 16,-87 0 125,-36 17-126,35-17-15,36 0 16,-71 18 0,53-18-1,1 35 1,34-17-1,0-18-15,-17 17 16,35 1 0,-18-18 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5760" units="cm"/>
          <inkml:channel name="Y" type="integer" max="2400" units="cm"/>
          <inkml:channel name="T" type="integer" max="2.14748E9" units="dev"/>
        </inkml:traceFormat>
        <inkml:channelProperties>
          <inkml:channelProperty channel="X" name="resolution" value="200" units="1/cm"/>
          <inkml:channelProperty channel="Y" name="resolution" value="133.33333" units="1/cm"/>
          <inkml:channelProperty channel="T" name="resolution" value="1" units="1/dev"/>
        </inkml:channelProperties>
      </inkml:inkSource>
      <inkml:timestamp xml:id="ts0" timeString="2024-06-07T13:58:25.9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11525 11465 0,'15'-17'203,"2"-19"-187,-1 19-16,0-19 15,1 19 1,-1-36-1,-16 18 1,16 17 0,-16-17-1,0 17 1,0 0-16,17-17 16,-17 17-1,0-17 16,0 0-15,0-18 0,-49 0-1,16 0 1,0 36-16,18-1 16,-18-17-1,0-1 1,-48-17-1,32-17 1,17 52 0,-17 1-16,32-1 15,-15 0 1,-34-17 15,2 17-15,-2 18-1,34-17-15,-32 17 16,-51 0 0,51 0-16,-19 0 15,-95 0 1,96 0-16,33 0 16,-129 0-1,113 0 1,-17 0-1,66 0 1,0 0 0,-1 0 62</inkml:trace>
  <inkml:trace contextRef="#ctx0" brushRef="#br0" timeOffset="1">10272 10248 0,'-66'71'156,"18"-54"-140,-17 54-1,48-36 1,1-35-16,16 18 15,-16-1 1,-1-17 0,17 18 15,-32 0-15,-1 35-1,17-18 1,0-35-1,16 18-15,-16-18 16,81 0 125,32 17-126,-31-17-15,-34 0 16,66 18 0,-49-18-1,-1 35 1,-32-17-1,1-18-15,15 17 16,-32 1 0,17-18 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5760" units="cm"/>
          <inkml:channel name="Y" type="integer" max="2400" units="cm"/>
          <inkml:channel name="T" type="integer" max="2.14748E9" units="dev"/>
        </inkml:traceFormat>
        <inkml:channelProperties>
          <inkml:channelProperty channel="X" name="resolution" value="200" units="1/cm"/>
          <inkml:channelProperty channel="Y" name="resolution" value="133.33333" units="1/cm"/>
          <inkml:channelProperty channel="T" name="resolution" value="1" units="1/dev"/>
        </inkml:channelProperties>
      </inkml:inkSource>
      <inkml:timestamp xml:id="ts0" timeString="2024-06-07T13:59:41.5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10054 11465 0,'-17'-17'203,"-1"-19"-187,0 19-16,1-19 15,-1 19 1,0-36-1,18 18 1,-17 17 0,17-17-1,0 17 1,0 0-16,-18-17 16,18 17-1,0-17 16,0 0-15,0-18 0,53 0-1,-18 0 1,1 36-16,-19-1 16,18-17-1,1-1 1,52-17-1,-35-17 1,-18 52 0,18 1-16,-35-1 15,17 0 1,36-17 15,-1 17-15,1 18-1,-36-17-15,35 17 16,54 0 0,-54 0-16,19 0 15,105 0 1,-106 0-16,-35 0 16,141 0-1,-124 0 1,19 0-1,-72 0 1,1 0 0,0 0 62</inkml:trace>
  <inkml:trace contextRef="#ctx0" brushRef="#br0" timeOffset="1">11412 10248 0,'71'71'156,"-18"-54"-140,17 54-1,-52-36 1,0-35-16,-18 18 15,17-1 1,1-17 0,-18 18 15,35 0-15,1 35-1,-19-18 1,1-35-1,-18 18-15,17-18 16,-87 0 125,-36 17-126,35-17-15,36 0 16,-71 18 0,53-18-1,1 35 1,34-17-1,0-18-15,-17 17 16,35 1 0,-18-18 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5760" units="cm"/>
          <inkml:channel name="Y" type="integer" max="2400" units="cm"/>
          <inkml:channel name="T" type="integer" max="2.14748E9" units="dev"/>
        </inkml:traceFormat>
        <inkml:channelProperties>
          <inkml:channelProperty channel="X" name="resolution" value="200" units="1/cm"/>
          <inkml:channelProperty channel="Y" name="resolution" value="133.33333" units="1/cm"/>
          <inkml:channelProperty channel="T" name="resolution" value="1" units="1/dev"/>
        </inkml:channelProperties>
      </inkml:inkSource>
      <inkml:timestamp xml:id="ts0" timeString="2024-06-07T14:01:38.2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11525 11465 0,'15'-17'203,"2"-19"-187,-1 19-16,0-19 15,1 19 1,-1-36-1,-16 18 1,16 17 0,-16-17-1,0 17 1,0 0-16,17-17 16,-17 17-1,0-17 16,0 0-15,0-18 0,-49 0-1,16 0 1,0 36-16,18-1 16,-18-17-1,0-1 1,-48-17-1,32-17 1,17 52 0,-17 1-16,32-1 15,-15 0 1,-34-17 15,2 17-15,-2 18-1,34-17-15,-32 17 16,-51 0 0,51 0-16,-19 0 15,-95 0 1,96 0-16,33 0 16,-129 0-1,113 0 1,-17 0-1,66 0 1,0 0 0,-1 0 62</inkml:trace>
  <inkml:trace contextRef="#ctx0" brushRef="#br0" timeOffset="1">10272 10248 0,'-66'71'156,"18"-54"-140,-17 54-1,48-36 1,1-35-16,16 18 15,-16-1 1,-1-17 0,17 18 15,-32 0-15,-1 35-1,17-18 1,0-35-1,16 18-15,-16-18 16,81 0 125,32 17-126,-31-17-15,-34 0 16,66 18 0,-49-18-1,-1 35 1,-32-17-1,1-18-15,15 17 16,-32 1 0,17-18 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5760" units="cm"/>
          <inkml:channel name="Y" type="integer" max="2400" units="cm"/>
          <inkml:channel name="T" type="integer" max="2.14748E9" units="dev"/>
        </inkml:traceFormat>
        <inkml:channelProperties>
          <inkml:channelProperty channel="X" name="resolution" value="200" units="1/cm"/>
          <inkml:channelProperty channel="Y" name="resolution" value="133.33333" units="1/cm"/>
          <inkml:channelProperty channel="T" name="resolution" value="1" units="1/dev"/>
        </inkml:channelProperties>
      </inkml:inkSource>
      <inkml:timestamp xml:id="ts0" timeString="2024-06-07T14:01:38.2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11525 11465 0,'15'-17'203,"2"-19"-187,-1 19-16,0-19 15,1 19 1,-1-36-1,-16 18 1,16 17 0,-16-17-1,0 17 1,0 0-16,17-17 16,-17 17-1,0-17 16,0 0-15,0-18 0,-49 0-1,16 0 1,0 36-16,18-1 16,-18-17-1,0-1 1,-48-17-1,32-17 1,17 52 0,-17 1-16,32-1 15,-15 0 1,-34-17 15,2 17-15,-2 18-1,34-17-15,-32 17 16,-51 0 0,51 0-16,-19 0 15,-95 0 1,96 0-16,33 0 16,-129 0-1,113 0 1,-17 0-1,66 0 1,0 0 0,-1 0 62</inkml:trace>
  <inkml:trace contextRef="#ctx0" brushRef="#br0" timeOffset="1">10272 10248 0,'-66'71'156,"18"-54"-140,-17 54-1,48-36 1,1-35-16,16 18 15,-16-1 1,-1-17 0,17 18 15,-32 0-15,-1 35-1,17-18 1,0-35-1,16 18-15,-16-18 16,81 0 125,32 17-126,-31-17-15,-34 0 16,66 18 0,-49-18-1,-1 35 1,-32-17-1,1-18-15,15 17 16,-32 1 0,17-18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86AF1-EF24-4659-9089-2771856A9EA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3017C-A127-4C06-BF43-1875A8859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061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183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8631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Discussed, touched upon, went over, covered</a:t>
            </a:r>
          </a:p>
          <a:p>
            <a:r>
              <a:rPr lang="en-US" dirty="0"/>
              <a:t>Emerges out of the limitations offered by our second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1537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Discussed, touched upon, went over, covered</a:t>
            </a:r>
          </a:p>
          <a:p>
            <a:r>
              <a:rPr lang="en-US" dirty="0"/>
              <a:t>Emerges out of the limitations offered by our second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778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415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2587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540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840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1448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6038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02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2985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8644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367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7704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1835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Elbow and Mountain;</a:t>
            </a:r>
            <a:endParaRPr lang="en-US" sz="120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43450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Elbow and Mountain;</a:t>
            </a:r>
            <a:endParaRPr lang="en-US" sz="120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955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9644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82041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6267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24243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8128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16473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64945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60568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68084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47162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3937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65660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54589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11827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242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51668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5069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52200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49913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98860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24154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6737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5708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0277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2083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53446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194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686310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21949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221298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134126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499437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75058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938848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25930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97055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012841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47844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561163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of progress, access to current and mechanism to next data element</a:t>
            </a:r>
          </a:p>
          <a:p>
            <a:r>
              <a:rPr lang="en-US" dirty="0"/>
              <a:t>Dereference operator to get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390041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069291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052944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79578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16782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246408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73455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48675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74624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004593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910390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596689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191260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42113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45857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46965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741295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467340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86462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52778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986962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121896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73622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70244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54946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38906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73727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41824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13FA-8861-7EB3-0373-1E5ACC9FC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799ED-6A2A-5927-5FE9-869E2CC00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C3540-11F2-AD7C-7FE2-264EE2136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AF34B-8357-D867-0298-E8C9DDE13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871284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07084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722650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89023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411449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187941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138003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76033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64567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71204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44072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21203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25566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1360898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00014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6090135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20998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986566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594093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549512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8562844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5467875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7046863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783750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53065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684733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2253508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284048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036205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477183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321145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18184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93210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34928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469773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671638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366409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0897484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618739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809678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403723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720476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805720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837509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4962620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5807068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395436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3379689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939409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453552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0698176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1918218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5243465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857315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7612556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3134156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319518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043470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4677776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1284413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30150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860153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6083219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108155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227583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3654457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409117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9004057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8613473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05728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9857845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1246184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44983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263719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3026439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9574445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033869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8991305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652597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6050403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3251129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21468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6643687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318344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613222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547139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7999079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789707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 everyone, welcome to the second module of the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859058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7076094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4390730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4751856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285290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061412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27569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277714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448019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926315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183416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2998296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594034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267253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2545070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3403738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1700737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9ABDA-3C44-0EE1-F832-1039BA851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AE625-4C80-B17B-5FB7-9A5DBDEA0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528CD-68F8-FDE1-9824-FEAC8DA47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F99AB-7315-9793-4929-055A20652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6817856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14006-C202-578F-59D0-20BAEA159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5CBEE-0EB2-2A2C-861C-4A98410B1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B217CA-4B85-EA64-E2B9-C5996A0A5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E821E-BE72-5640-C95F-1DA19FB60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164852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9C82-AC0B-347A-35FA-BF745C502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19BD7-EAE0-7FD0-C64E-93BF45A90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0D417-C3A7-4CE3-15D5-49491FD8A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AA63E-E2CB-A512-8310-CD4F472F8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729013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F381A-7189-3255-DD21-EFF2141A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D28456-21B9-87A2-3EBC-66DFB8C7F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9EBDD-7A16-0026-9A20-6B6FC199F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D9340-A055-09BD-28E3-347E342B3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6509880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C722A-423A-9DEA-1411-141E7D8F9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0B3BA-29B2-FC92-F582-E937C7BB3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F6AB4-C747-2DD7-B79D-DAA8F7C38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3251F-BF14-63E8-1ECF-3B2800A01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5977140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46F00-6FA6-DD0A-B6B9-1E6C3CAF4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525F4-5BE0-2745-221F-7C01B57C5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BB293-B89C-EA5E-86BF-2B886D00C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1CB2B-5604-2469-77E5-E68379C26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7040565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280C6-7BBE-5703-6C76-32B3D2F7B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18277-D5C0-7CDA-5634-971364FD4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C94CD-CC9E-A51F-8F1D-17A4F3F1B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B8054-6603-9CF6-A038-A2319D0ED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3957427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6020816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756964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DB700-5611-DB90-0507-09EC8DAA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A7F2B-178B-40E5-4497-2BDFAC40F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C9E96-DFCD-74B4-F163-891D8924B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2DA16-4A77-03BA-3C14-6643768DB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2909062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B1ADF-8ECF-3A12-B5A7-FD1921550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79735-3E54-57B1-D7BB-A426BA54D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B3FD7-5F84-72C7-E408-1DD4CA616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BB780-3B03-0399-A655-FA8BCB89A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30815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625932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306693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1B74F-72B2-4212-AA01-6B0F8FCBE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CCF42-9297-B3E8-C72D-3DA2D10DD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43C2F-D3DA-BAE6-FDDF-F9B340CD9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08287-B349-6E10-84F0-A40EAB15B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03350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F9941-F1D3-872E-6B5D-77455FBC3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3695E-E436-7AFD-BDCD-2C0E30A84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151A6-1A76-51CA-88D5-4DAECFFDC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2320A-A54E-F0D3-41C4-3C4962003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098712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2EEB3-0A95-1983-2D79-9FD0F01C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FE0F3-ADDD-9060-1D3B-E44AAD33C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4AB626-F9CD-D9C1-89AB-B48FB59EA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1A11B-3EE4-03DB-2E94-351F296F1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0537555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83F23-BBAE-C89C-2F83-CF9C992E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78AD00-D679-F86F-E290-6E0DA4CFF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14FC4-41EF-B1D8-2979-07B4FF825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0100D-F745-4999-8D5F-7FC330280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575558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3976D-9853-8B57-E68F-77C142D15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FC66C-8897-53A0-358F-3B58C5B60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6A33C-D7C8-52E7-7798-A9E458292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Data</a:t>
            </a:r>
            <a:r>
              <a:rPr lang="en-US" sz="1200" baseline="0" dirty="0"/>
              <a:t> structures are ways to collect data.  There are basic categories of data structures: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07055-42A8-26B8-0815-F7EF13948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6208949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188215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7669440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B4640-1822-EAAE-3788-C2799EE02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8F9DC-83FC-3799-49EE-A6D7EC42B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912007-92F5-B83F-D8C7-7483A54E8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10533-65F9-09D1-10F5-92D4758451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600653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38414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Discussed, touched upon, went over, covered</a:t>
            </a:r>
          </a:p>
          <a:p>
            <a:r>
              <a:rPr lang="en-US" dirty="0"/>
              <a:t>Emerges out of the limitations offered by our second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077007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3284740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6234962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101617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0392832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955502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4474689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Psuedocode</a:t>
            </a:r>
            <a:r>
              <a:rPr lang="en-US" dirty="0"/>
              <a:t> and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173018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3017C-A127-4C06-BF43-1875A8859C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234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28B8C-0632-40DF-95A7-31F41EE3D71D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62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8E4F7-4A15-4D9E-8D38-452FA9492136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6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66201-FC0F-4A05-91E5-C3F50F7DF51D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79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10665-02C6-42C8-8CF1-C76C222F66C0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7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2A022-018B-4690-AC5D-B0FC33A1934D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0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754F-11E4-45D7-89A7-46EF3D287B44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7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D4902-7348-44FF-9247-7FC866BC1B3D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4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D2BE-3B76-4D0A-B116-C1A10ED3249C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752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B8CD1-6E76-41B2-9AE5-6F83A1FBC929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5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E8B98-48AA-47FF-8497-5A5C25C9A6C4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79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A3B2-C9D5-4446-AA28-51CA92752A65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58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9B001-802A-4B28-856D-6C1810ED6E34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26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0C38-F785-4C4D-BFD8-52ED381078B1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86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13B9-B019-4AAF-8301-E3ECF19E22F3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753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60D2-714E-4ADB-AE36-15F13120EABA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32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8A517-B30A-4AC4-A1FA-B048FFB3D5E4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57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D479-D5BC-4964-A7EF-841857330D58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45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389B-0614-44DF-BA15-98FBC303A374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914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5C6D-A1A5-4E55-930C-1192ADE43F3B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280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4C2F-1AA7-4918-A298-DC76678A64F4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449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68764-EC5C-4F0C-9EBF-70AF9D5BC37C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99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2E5F-F9E2-4C05-9425-767809CCFB53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2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259F3-CB8E-4740-A1B5-6342113272A1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8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BDC73-5D74-4822-9C4C-F0C732F7C8E0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C28E0-2F8B-4999-AEA2-B3AA3AE89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3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atalan_numb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customXml" Target="../ink/ink4.xml"/><Relationship Id="rId4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customXml" Target="../ink/ink5.xml"/><Relationship Id="rId4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customXml" Target="../ink/ink8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customXml" Target="../ink/ink7.xml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customXml" Target="../ink/ink9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customXml" Target="../ink/ink11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11" Type="http://schemas.openxmlformats.org/officeDocument/2006/relationships/customXml" Target="../ink/ink13.xml"/><Relationship Id="rId5" Type="http://schemas.openxmlformats.org/officeDocument/2006/relationships/customXml" Target="../ink/ink10.xml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customXml" Target="../ink/ink1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18.xml"/><Relationship Id="rId3" Type="http://schemas.openxmlformats.org/officeDocument/2006/relationships/image" Target="../media/image2.png"/><Relationship Id="rId7" Type="http://schemas.openxmlformats.org/officeDocument/2006/relationships/customXml" Target="../ink/ink15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customXml" Target="../ink/ink16.xml"/><Relationship Id="rId14" Type="http://schemas.openxmlformats.org/officeDocument/2006/relationships/image" Target="../media/image15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customXml" Target="../ink/ink20.xm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customXml" Target="../ink/ink19.xml"/><Relationship Id="rId4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/index.php?title=AVL_tree" TargetMode="External"/><Relationship Id="rId4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/index.php?title=AVL_tree" TargetMode="External"/><Relationship Id="rId4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/index.php?title=AVL_tree" TargetMode="External"/><Relationship Id="rId4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/index.php?title=AVL_tree" TargetMode="External"/><Relationship Id="rId4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/index.php?title=AVL_tree" TargetMode="External"/><Relationship Id="rId4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/index.php?title=AVL_tree" TargetMode="External"/><Relationship Id="rId4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/index.php?title=AVL_tree" TargetMode="External"/><Relationship Id="rId4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/index.php?title=AVL_tree" TargetMode="External"/><Relationship Id="rId4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/index.php?title=AVL_tree" TargetMode="External"/><Relationship Id="rId4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/index.php?title=AVL_tree" TargetMode="External"/><Relationship Id="rId4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/index.php?title=AVL_tree" TargetMode="External"/><Relationship Id="rId4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/index.php?title=AVL_tree" TargetMode="External"/><Relationship Id="rId4" Type="http://schemas.openxmlformats.org/officeDocument/2006/relationships/image" Target="../media/image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/index.php?title=AVL_tree" TargetMode="External"/><Relationship Id="rId4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/index.php?title=AVL_tree" TargetMode="External"/><Relationship Id="rId4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hyperlink" Target="https://opendsa-server.cs.vt.edu/ODSA/Books/Everything/html/RedBlack.html" TargetMode="Externa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play_tree" TargetMode="External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customXml" Target="../ink/ink21.xml"/><Relationship Id="rId4" Type="http://schemas.openxmlformats.org/officeDocument/2006/relationships/image" Target="../media/image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2.png"/><Relationship Id="rId7" Type="http://schemas.openxmlformats.org/officeDocument/2006/relationships/customXml" Target="../ink/ink23.xml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customXml" Target="../ink/ink22.xml"/><Relationship Id="rId4" Type="http://schemas.openxmlformats.org/officeDocument/2006/relationships/image" Target="../media/image1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customXml" Target="../ink/ink26.xml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customXml" Target="../ink/ink25.xml"/><Relationship Id="rId4" Type="http://schemas.openxmlformats.org/officeDocument/2006/relationships/image" Target="../media/image1.png"/><Relationship Id="rId9" Type="http://schemas.openxmlformats.org/officeDocument/2006/relationships/customXml" Target="../ink/ink27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ustomXml" Target="../ink/ink29.xml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customXml" Target="../ink/ink28.xml"/><Relationship Id="rId4" Type="http://schemas.openxmlformats.org/officeDocument/2006/relationships/image" Target="../media/image1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sfca.edu/~galles/visualization/SplayTree.html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s://www.cs.usfca.edu/~galles/visualization/BPlusTre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stackoverflow.com/questions/7467079/difference-between-avl-trees-and-splay-trees" TargetMode="External"/><Relationship Id="rId4" Type="http://schemas.openxmlformats.org/officeDocument/2006/relationships/hyperlink" Target="https://www.cs.cmu.edu/~sleator/papers/self-adjusting.pdf" TargetMode="Externa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hyperlink" Target="https://sp19.datastructur.es/" TargetMode="External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%2B_tree" TargetMode="External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gif"/><Relationship Id="rId4" Type="http://schemas.openxmlformats.org/officeDocument/2006/relationships/image" Target="../media/image1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gif"/><Relationship Id="rId4" Type="http://schemas.openxmlformats.org/officeDocument/2006/relationships/image" Target="../media/image1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COP3530">
            <a:extLst>
              <a:ext uri="{FF2B5EF4-FFF2-40B4-BE49-F238E27FC236}">
                <a16:creationId xmlns:a16="http://schemas.microsoft.com/office/drawing/2014/main" id="{F5930E70-AA2A-4DEA-8F19-8204A14E7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291" y="5267928"/>
            <a:ext cx="2162976" cy="15061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9D5D4F-8054-48EF-9170-C7D04C6E7DC6}"/>
              </a:ext>
            </a:extLst>
          </p:cNvPr>
          <p:cNvSpPr txBox="1"/>
          <p:nvPr/>
        </p:nvSpPr>
        <p:spPr>
          <a:xfrm>
            <a:off x="578855" y="2521189"/>
            <a:ext cx="1103428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Balanced Trees</a:t>
            </a:r>
          </a:p>
        </p:txBody>
      </p:sp>
    </p:spTree>
    <p:extLst>
      <p:ext uri="{BB962C8B-B14F-4D97-AF65-F5344CB8AC3E}">
        <p14:creationId xmlns:p14="http://schemas.microsoft.com/office/powerpoint/2010/main" val="31862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Categories of Data Structures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</a:extLst>
          </p:cNvPr>
          <p:cNvSpPr txBox="1">
            <a:spLocks/>
          </p:cNvSpPr>
          <p:nvPr/>
        </p:nvSpPr>
        <p:spPr>
          <a:xfrm>
            <a:off x="1175426" y="3221815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6" name="Rectangle 3" descr="Linear Ordered&#10;">
            <a:extLst>
              <a:ext uri="{FF2B5EF4-FFF2-40B4-BE49-F238E27FC236}">
                <a16:creationId xmlns:a16="http://schemas.microsoft.com/office/drawing/2014/main" id="{DE85FF53-6E49-47B6-8225-7E1DAC29F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223" y="1869648"/>
            <a:ext cx="2286000" cy="457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Linear Ordered</a:t>
            </a:r>
          </a:p>
        </p:txBody>
      </p:sp>
      <p:sp>
        <p:nvSpPr>
          <p:cNvPr id="7" name="Rectangle 4" descr="Non-linear Ordered&#10;">
            <a:extLst>
              <a:ext uri="{FF2B5EF4-FFF2-40B4-BE49-F238E27FC236}">
                <a16:creationId xmlns:a16="http://schemas.microsoft.com/office/drawing/2014/main" id="{730497DA-87E3-4A4E-9552-C89037D50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120" y="1869648"/>
            <a:ext cx="2286000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Non-linear Ordered</a:t>
            </a:r>
          </a:p>
        </p:txBody>
      </p:sp>
      <p:sp>
        <p:nvSpPr>
          <p:cNvPr id="8" name="Rectangle 12" descr="Not Ordered&#10;">
            <a:extLst>
              <a:ext uri="{FF2B5EF4-FFF2-40B4-BE49-F238E27FC236}">
                <a16:creationId xmlns:a16="http://schemas.microsoft.com/office/drawing/2014/main" id="{D25B0EDD-7867-4D65-BDBC-5EDF27FB2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7017" y="1869648"/>
            <a:ext cx="2286000" cy="457200"/>
          </a:xfrm>
          <a:prstGeom prst="rect">
            <a:avLst/>
          </a:prstGeom>
          <a:solidFill>
            <a:schemeClr val="bg2">
              <a:lumMod val="1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Not Ordered</a:t>
            </a:r>
          </a:p>
        </p:txBody>
      </p:sp>
      <p:sp>
        <p:nvSpPr>
          <p:cNvPr id="11" name="Rectangle 5" descr="lists">
            <a:extLst>
              <a:ext uri="{FF2B5EF4-FFF2-40B4-BE49-F238E27FC236}">
                <a16:creationId xmlns:a16="http://schemas.microsoft.com/office/drawing/2014/main" id="{BBD6B998-2174-4960-9806-558F886FC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223" y="2588102"/>
            <a:ext cx="22860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Lists</a:t>
            </a:r>
          </a:p>
        </p:txBody>
      </p:sp>
      <p:sp>
        <p:nvSpPr>
          <p:cNvPr id="13" name="Rectangle 6" descr="stacks">
            <a:extLst>
              <a:ext uri="{FF2B5EF4-FFF2-40B4-BE49-F238E27FC236}">
                <a16:creationId xmlns:a16="http://schemas.microsoft.com/office/drawing/2014/main" id="{93E8E40F-D540-4C4F-975D-8707208E0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223" y="3301425"/>
            <a:ext cx="22860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Stacks</a:t>
            </a:r>
          </a:p>
        </p:txBody>
      </p:sp>
      <p:sp>
        <p:nvSpPr>
          <p:cNvPr id="14" name="Rectangle 7" descr="queues">
            <a:extLst>
              <a:ext uri="{FF2B5EF4-FFF2-40B4-BE49-F238E27FC236}">
                <a16:creationId xmlns:a16="http://schemas.microsoft.com/office/drawing/2014/main" id="{DBB16A03-0ADE-4DE8-A76F-D33130AF0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223" y="4014748"/>
            <a:ext cx="22860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Queues</a:t>
            </a:r>
          </a:p>
        </p:txBody>
      </p:sp>
      <p:sp>
        <p:nvSpPr>
          <p:cNvPr id="15" name="Rectangle 8" descr="trees">
            <a:extLst>
              <a:ext uri="{FF2B5EF4-FFF2-40B4-BE49-F238E27FC236}">
                <a16:creationId xmlns:a16="http://schemas.microsoft.com/office/drawing/2014/main" id="{CA97C4B6-41C6-4BDA-B757-AFF8296F1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120" y="2599434"/>
            <a:ext cx="22860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Trees</a:t>
            </a:r>
          </a:p>
        </p:txBody>
      </p:sp>
      <p:sp>
        <p:nvSpPr>
          <p:cNvPr id="16" name="Rectangle 9" descr="graphs">
            <a:extLst>
              <a:ext uri="{FF2B5EF4-FFF2-40B4-BE49-F238E27FC236}">
                <a16:creationId xmlns:a16="http://schemas.microsoft.com/office/drawing/2014/main" id="{5A639A53-6E3A-46B8-96B3-AE35D359F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154" y="3301425"/>
            <a:ext cx="2286000" cy="457200"/>
          </a:xfrm>
          <a:prstGeom prst="rect">
            <a:avLst/>
          </a:prstGeom>
          <a:solidFill>
            <a:schemeClr val="bg2">
              <a:lumMod val="1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Graphs</a:t>
            </a:r>
          </a:p>
        </p:txBody>
      </p:sp>
      <p:sp>
        <p:nvSpPr>
          <p:cNvPr id="17" name="Rectangle 10" descr="sets">
            <a:extLst>
              <a:ext uri="{FF2B5EF4-FFF2-40B4-BE49-F238E27FC236}">
                <a16:creationId xmlns:a16="http://schemas.microsoft.com/office/drawing/2014/main" id="{427D114F-9822-4AEC-85B6-AB7AA86FC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7017" y="2584634"/>
            <a:ext cx="2286000" cy="457200"/>
          </a:xfrm>
          <a:prstGeom prst="rect">
            <a:avLst/>
          </a:prstGeom>
          <a:solidFill>
            <a:schemeClr val="bg2">
              <a:lumMod val="1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Sets</a:t>
            </a:r>
          </a:p>
        </p:txBody>
      </p:sp>
      <p:sp>
        <p:nvSpPr>
          <p:cNvPr id="18" name="Rectangle 11" descr="tables/maps">
            <a:extLst>
              <a:ext uri="{FF2B5EF4-FFF2-40B4-BE49-F238E27FC236}">
                <a16:creationId xmlns:a16="http://schemas.microsoft.com/office/drawing/2014/main" id="{91B71668-7876-4A5F-BBA8-A87FE4105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7017" y="3301425"/>
            <a:ext cx="2286000" cy="457200"/>
          </a:xfrm>
          <a:prstGeom prst="rect">
            <a:avLst/>
          </a:prstGeom>
          <a:solidFill>
            <a:schemeClr val="bg2">
              <a:lumMod val="1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Tables/Maps</a:t>
            </a:r>
          </a:p>
        </p:txBody>
      </p:sp>
      <p:grpSp>
        <p:nvGrpSpPr>
          <p:cNvPr id="19" name="Group 18" descr="Unordered Data Structures">
            <a:extLst>
              <a:ext uri="{FF2B5EF4-FFF2-40B4-BE49-F238E27FC236}">
                <a16:creationId xmlns:a16="http://schemas.microsoft.com/office/drawing/2014/main" id="{9DB3FDB7-0936-41DB-AB4E-89612624879A}"/>
              </a:ext>
            </a:extLst>
          </p:cNvPr>
          <p:cNvGrpSpPr/>
          <p:nvPr/>
        </p:nvGrpSpPr>
        <p:grpSpPr>
          <a:xfrm>
            <a:off x="7735077" y="4418737"/>
            <a:ext cx="1752600" cy="1447800"/>
            <a:chOff x="6664452" y="3364300"/>
            <a:chExt cx="1752600" cy="1447800"/>
          </a:xfrm>
        </p:grpSpPr>
        <p:sp>
          <p:nvSpPr>
            <p:cNvPr id="20" name="Oval 34">
              <a:extLst>
                <a:ext uri="{FF2B5EF4-FFF2-40B4-BE49-F238E27FC236}">
                  <a16:creationId xmlns:a16="http://schemas.microsoft.com/office/drawing/2014/main" id="{4DA0BD3C-FE2F-43DD-82C7-53C99E353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5091" y="3583885"/>
              <a:ext cx="301752" cy="301752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>
              <a:solidFill>
                <a:schemeClr val="bg2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35">
              <a:extLst>
                <a:ext uri="{FF2B5EF4-FFF2-40B4-BE49-F238E27FC236}">
                  <a16:creationId xmlns:a16="http://schemas.microsoft.com/office/drawing/2014/main" id="{6F36547F-F6D3-4F93-A534-9BE6FD967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4691" y="3812485"/>
              <a:ext cx="301752" cy="301752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>
              <a:solidFill>
                <a:schemeClr val="bg2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36">
              <a:extLst>
                <a:ext uri="{FF2B5EF4-FFF2-40B4-BE49-F238E27FC236}">
                  <a16:creationId xmlns:a16="http://schemas.microsoft.com/office/drawing/2014/main" id="{7ED1D9A0-9254-4941-8BA5-7F80FC0B6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6491" y="4193485"/>
              <a:ext cx="301752" cy="301752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>
              <a:solidFill>
                <a:schemeClr val="bg2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37">
              <a:extLst>
                <a:ext uri="{FF2B5EF4-FFF2-40B4-BE49-F238E27FC236}">
                  <a16:creationId xmlns:a16="http://schemas.microsoft.com/office/drawing/2014/main" id="{7EAC7BCB-669A-4D38-907E-A5D53411E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3420" y="4191292"/>
              <a:ext cx="301752" cy="301752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 w="9525">
              <a:solidFill>
                <a:schemeClr val="bg2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33">
              <a:extLst>
                <a:ext uri="{FF2B5EF4-FFF2-40B4-BE49-F238E27FC236}">
                  <a16:creationId xmlns:a16="http://schemas.microsoft.com/office/drawing/2014/main" id="{34594F30-7AE2-4A79-A664-861715F4D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452" y="3364300"/>
              <a:ext cx="1752600" cy="1447800"/>
            </a:xfrm>
            <a:prstGeom prst="ellipse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" name="Group 24" descr="Linear Data Structures">
            <a:extLst>
              <a:ext uri="{FF2B5EF4-FFF2-40B4-BE49-F238E27FC236}">
                <a16:creationId xmlns:a16="http://schemas.microsoft.com/office/drawing/2014/main" id="{C4FE9C71-86DE-4070-982E-BADCC35B4E91}"/>
              </a:ext>
            </a:extLst>
          </p:cNvPr>
          <p:cNvGrpSpPr/>
          <p:nvPr/>
        </p:nvGrpSpPr>
        <p:grpSpPr>
          <a:xfrm>
            <a:off x="1831868" y="4993848"/>
            <a:ext cx="1456888" cy="304800"/>
            <a:chOff x="877748" y="4343400"/>
            <a:chExt cx="1456888" cy="304800"/>
          </a:xfrm>
          <a:solidFill>
            <a:schemeClr val="accent6">
              <a:lumMod val="75000"/>
            </a:schemeClr>
          </a:solidFill>
        </p:grpSpPr>
        <p:sp>
          <p:nvSpPr>
            <p:cNvPr id="26" name="Oval 13">
              <a:extLst>
                <a:ext uri="{FF2B5EF4-FFF2-40B4-BE49-F238E27FC236}">
                  <a16:creationId xmlns:a16="http://schemas.microsoft.com/office/drawing/2014/main" id="{1FDDD2FA-8EB8-4969-BDE9-BBEFF8E17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748" y="43434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14">
              <a:extLst>
                <a:ext uri="{FF2B5EF4-FFF2-40B4-BE49-F238E27FC236}">
                  <a16:creationId xmlns:a16="http://schemas.microsoft.com/office/drawing/2014/main" id="{81226823-D927-4CFC-9D60-DFF032658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3792" y="43434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15">
              <a:extLst>
                <a:ext uri="{FF2B5EF4-FFF2-40B4-BE49-F238E27FC236}">
                  <a16:creationId xmlns:a16="http://schemas.microsoft.com/office/drawing/2014/main" id="{44CAFCF0-8DD4-458A-BF11-416332294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9836" y="43434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49FE957-18FD-4073-A520-F7172DE43CA8}"/>
                </a:ext>
              </a:extLst>
            </p:cNvPr>
            <p:cNvCxnSpPr>
              <a:cxnSpLocks noChangeShapeType="1"/>
              <a:stCxn id="26" idx="6"/>
              <a:endCxn id="27" idx="2"/>
            </p:cNvCxnSpPr>
            <p:nvPr/>
          </p:nvCxnSpPr>
          <p:spPr bwMode="auto">
            <a:xfrm>
              <a:off x="1182548" y="4495800"/>
              <a:ext cx="271244" cy="0"/>
            </a:xfrm>
            <a:prstGeom prst="line">
              <a:avLst/>
            </a:prstGeom>
            <a:grpFill/>
            <a:ln w="2540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B6D8996-2669-4634-9753-F687C728F2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750203" y="4495800"/>
              <a:ext cx="304800" cy="0"/>
            </a:xfrm>
            <a:prstGeom prst="line">
              <a:avLst/>
            </a:prstGeom>
            <a:grpFill/>
            <a:ln w="2540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31" name="Group 30" descr="Non-Linear Data Structures">
            <a:extLst>
              <a:ext uri="{FF2B5EF4-FFF2-40B4-BE49-F238E27FC236}">
                <a16:creationId xmlns:a16="http://schemas.microsoft.com/office/drawing/2014/main" id="{BBCA3FB5-E4E4-4A55-A2BA-67A34490B071}"/>
              </a:ext>
            </a:extLst>
          </p:cNvPr>
          <p:cNvGrpSpPr/>
          <p:nvPr/>
        </p:nvGrpSpPr>
        <p:grpSpPr>
          <a:xfrm>
            <a:off x="5225372" y="4686961"/>
            <a:ext cx="987552" cy="911352"/>
            <a:chOff x="4079846" y="3744286"/>
            <a:chExt cx="987552" cy="911352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D06E595-9B3B-4CCB-9BDB-BBDFCB0F3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9846" y="3744286"/>
              <a:ext cx="301752" cy="301752"/>
            </a:xfrm>
            <a:prstGeom prst="ellipse">
              <a:avLst/>
            </a:prstGeom>
            <a:grpFill/>
            <a:ln w="9525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247F677-4DCC-4D8C-A1AE-1F791E081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5646" y="3820486"/>
              <a:ext cx="301752" cy="301752"/>
            </a:xfrm>
            <a:prstGeom prst="ellipse">
              <a:avLst/>
            </a:prstGeom>
            <a:grpFill/>
            <a:ln w="9525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9D2F77B-58EA-434A-9B0C-23C2FAFE2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2246" y="4353886"/>
              <a:ext cx="301752" cy="301752"/>
            </a:xfrm>
            <a:prstGeom prst="ellipse">
              <a:avLst/>
            </a:prstGeom>
            <a:grpFill/>
            <a:ln w="9525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AE1F873-515C-4395-9A03-190B6BF12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446" y="4277686"/>
              <a:ext cx="301752" cy="301752"/>
            </a:xfrm>
            <a:prstGeom prst="ellipse">
              <a:avLst/>
            </a:prstGeom>
            <a:grpFill/>
            <a:ln w="9525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6" name="Straight Connector 27">
              <a:extLst>
                <a:ext uri="{FF2B5EF4-FFF2-40B4-BE49-F238E27FC236}">
                  <a16:creationId xmlns:a16="http://schemas.microsoft.com/office/drawing/2014/main" id="{5A300474-4AF3-4B14-AC0F-944DB12EE000}"/>
                </a:ext>
              </a:extLst>
            </p:cNvPr>
            <p:cNvCxnSpPr>
              <a:cxnSpLocks noChangeShapeType="1"/>
              <a:stCxn id="32" idx="6"/>
              <a:endCxn id="33" idx="2"/>
            </p:cNvCxnSpPr>
            <p:nvPr/>
          </p:nvCxnSpPr>
          <p:spPr bwMode="auto">
            <a:xfrm>
              <a:off x="4381598" y="3895162"/>
              <a:ext cx="384048" cy="76200"/>
            </a:xfrm>
            <a:prstGeom prst="line">
              <a:avLst/>
            </a:prstGeom>
            <a:grpFill/>
            <a:ln w="254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7" name="Straight Connector 29">
              <a:extLst>
                <a:ext uri="{FF2B5EF4-FFF2-40B4-BE49-F238E27FC236}">
                  <a16:creationId xmlns:a16="http://schemas.microsoft.com/office/drawing/2014/main" id="{2B26994C-2449-49C4-959A-08A707E3B0EA}"/>
                </a:ext>
              </a:extLst>
            </p:cNvPr>
            <p:cNvCxnSpPr>
              <a:cxnSpLocks noChangeShapeType="1"/>
              <a:stCxn id="33" idx="4"/>
              <a:endCxn id="35" idx="0"/>
            </p:cNvCxnSpPr>
            <p:nvPr/>
          </p:nvCxnSpPr>
          <p:spPr bwMode="auto">
            <a:xfrm flipH="1">
              <a:off x="4840322" y="4122238"/>
              <a:ext cx="76200" cy="155448"/>
            </a:xfrm>
            <a:prstGeom prst="line">
              <a:avLst/>
            </a:prstGeom>
            <a:grpFill/>
            <a:ln w="254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8" name="Straight Connector 31">
              <a:extLst>
                <a:ext uri="{FF2B5EF4-FFF2-40B4-BE49-F238E27FC236}">
                  <a16:creationId xmlns:a16="http://schemas.microsoft.com/office/drawing/2014/main" id="{16A74199-DDE2-460E-8EF9-DC0C699CAD5D}"/>
                </a:ext>
              </a:extLst>
            </p:cNvPr>
            <p:cNvCxnSpPr>
              <a:cxnSpLocks noChangeShapeType="1"/>
              <a:stCxn id="32" idx="5"/>
              <a:endCxn id="35" idx="1"/>
            </p:cNvCxnSpPr>
            <p:nvPr/>
          </p:nvCxnSpPr>
          <p:spPr bwMode="auto">
            <a:xfrm>
              <a:off x="4337407" y="4001847"/>
              <a:ext cx="396230" cy="320030"/>
            </a:xfrm>
            <a:prstGeom prst="line">
              <a:avLst/>
            </a:prstGeom>
            <a:grpFill/>
            <a:ln w="254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9" name="Straight Connector 31">
              <a:extLst>
                <a:ext uri="{FF2B5EF4-FFF2-40B4-BE49-F238E27FC236}">
                  <a16:creationId xmlns:a16="http://schemas.microsoft.com/office/drawing/2014/main" id="{F8A83CAE-9C4A-4C60-8A1C-7F6AE7A2B7EC}"/>
                </a:ext>
              </a:extLst>
            </p:cNvPr>
            <p:cNvCxnSpPr>
              <a:cxnSpLocks noChangeShapeType="1"/>
              <a:stCxn id="32" idx="4"/>
            </p:cNvCxnSpPr>
            <p:nvPr/>
          </p:nvCxnSpPr>
          <p:spPr bwMode="auto">
            <a:xfrm>
              <a:off x="4230722" y="4046038"/>
              <a:ext cx="169093" cy="363987"/>
            </a:xfrm>
            <a:prstGeom prst="line">
              <a:avLst/>
            </a:prstGeom>
            <a:grpFill/>
            <a:ln w="254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BED48E1-C590-4DC0-9AA5-FE3FADFFBFCD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3DD942AC-C9BD-4495-B26E-52FF73AAE5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41" descr="Logo COP3530">
              <a:extLst>
                <a:ext uri="{FF2B5EF4-FFF2-40B4-BE49-F238E27FC236}">
                  <a16:creationId xmlns:a16="http://schemas.microsoft.com/office/drawing/2014/main" id="{90C843DE-E2AC-4488-9A59-F35F44E50E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150E88-F9E8-45FA-A686-FB15DC385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9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Recap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681ECE-2602-4BFB-B297-488969F24B6C}"/>
              </a:ext>
            </a:extLst>
          </p:cNvPr>
          <p:cNvSpPr txBox="1">
            <a:spLocks/>
          </p:cNvSpPr>
          <p:nvPr/>
        </p:nvSpPr>
        <p:spPr>
          <a:xfrm>
            <a:off x="1008185" y="1472895"/>
            <a:ext cx="9904324" cy="47556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Binary Search Trees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Operations</a:t>
            </a:r>
          </a:p>
          <a:p>
            <a:pPr marL="914400" marR="0" lvl="1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Traversals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  <a:p>
            <a:pPr marL="182880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36E204-47D9-417A-ADFD-DBDCF3345EFD}"/>
              </a:ext>
            </a:extLst>
          </p:cNvPr>
          <p:cNvSpPr txBox="1">
            <a:spLocks/>
          </p:cNvSpPr>
          <p:nvPr/>
        </p:nvSpPr>
        <p:spPr>
          <a:xfrm>
            <a:off x="8834003" y="2146642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19" name="Rectangle 4" descr="Non-linear Ordered&#10;">
            <a:extLst>
              <a:ext uri="{FF2B5EF4-FFF2-40B4-BE49-F238E27FC236}">
                <a16:creationId xmlns:a16="http://schemas.microsoft.com/office/drawing/2014/main" id="{D2E901E1-25BD-4D82-9D45-B7361FA59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8773" y="514509"/>
            <a:ext cx="2286000" cy="4572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Non-linear Ordered</a:t>
            </a:r>
          </a:p>
        </p:txBody>
      </p:sp>
      <p:sp>
        <p:nvSpPr>
          <p:cNvPr id="20" name="Rectangle 8" descr="trees">
            <a:extLst>
              <a:ext uri="{FF2B5EF4-FFF2-40B4-BE49-F238E27FC236}">
                <a16:creationId xmlns:a16="http://schemas.microsoft.com/office/drawing/2014/main" id="{E740CA1A-86C3-40F2-A025-176BC00E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8773" y="1244295"/>
            <a:ext cx="22860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Trees</a:t>
            </a:r>
          </a:p>
        </p:txBody>
      </p:sp>
      <p:grpSp>
        <p:nvGrpSpPr>
          <p:cNvPr id="21" name="Group 20" descr="Non-Linear Data Structures">
            <a:extLst>
              <a:ext uri="{FF2B5EF4-FFF2-40B4-BE49-F238E27FC236}">
                <a16:creationId xmlns:a16="http://schemas.microsoft.com/office/drawing/2014/main" id="{A648A4B6-AA11-4AF7-A71F-579E13980905}"/>
              </a:ext>
            </a:extLst>
          </p:cNvPr>
          <p:cNvGrpSpPr/>
          <p:nvPr/>
        </p:nvGrpSpPr>
        <p:grpSpPr>
          <a:xfrm>
            <a:off x="10060496" y="2323890"/>
            <a:ext cx="987552" cy="911352"/>
            <a:chOff x="4079846" y="3744286"/>
            <a:chExt cx="987552" cy="911352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8F163E5-2BC9-4F2B-9D3B-8DEA43DEE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9846" y="3744286"/>
              <a:ext cx="301752" cy="301752"/>
            </a:xfrm>
            <a:prstGeom prst="ellipse">
              <a:avLst/>
            </a:prstGeom>
            <a:grpFill/>
            <a:ln w="9525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0415607-7EBC-4B8B-BA5B-8F9E811D7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5646" y="3820486"/>
              <a:ext cx="301752" cy="301752"/>
            </a:xfrm>
            <a:prstGeom prst="ellipse">
              <a:avLst/>
            </a:prstGeom>
            <a:grpFill/>
            <a:ln w="9525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921CC08-C8BE-4697-94A2-507499165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2246" y="4353886"/>
              <a:ext cx="301752" cy="301752"/>
            </a:xfrm>
            <a:prstGeom prst="ellipse">
              <a:avLst/>
            </a:prstGeom>
            <a:grpFill/>
            <a:ln w="9525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3A24D5B-D46F-4F7D-AEDB-47CFDF3D5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446" y="4277686"/>
              <a:ext cx="301752" cy="301752"/>
            </a:xfrm>
            <a:prstGeom prst="ellipse">
              <a:avLst/>
            </a:prstGeom>
            <a:grpFill/>
            <a:ln w="9525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6" name="Straight Connector 27">
              <a:extLst>
                <a:ext uri="{FF2B5EF4-FFF2-40B4-BE49-F238E27FC236}">
                  <a16:creationId xmlns:a16="http://schemas.microsoft.com/office/drawing/2014/main" id="{3084F417-FA7F-481F-955F-B54E99C06642}"/>
                </a:ext>
              </a:extLst>
            </p:cNvPr>
            <p:cNvCxnSpPr>
              <a:cxnSpLocks noChangeShapeType="1"/>
              <a:stCxn id="22" idx="6"/>
              <a:endCxn id="23" idx="2"/>
            </p:cNvCxnSpPr>
            <p:nvPr/>
          </p:nvCxnSpPr>
          <p:spPr bwMode="auto">
            <a:xfrm>
              <a:off x="4381598" y="3895162"/>
              <a:ext cx="384048" cy="76200"/>
            </a:xfrm>
            <a:prstGeom prst="line">
              <a:avLst/>
            </a:prstGeom>
            <a:grpFill/>
            <a:ln w="254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Connector 29">
              <a:extLst>
                <a:ext uri="{FF2B5EF4-FFF2-40B4-BE49-F238E27FC236}">
                  <a16:creationId xmlns:a16="http://schemas.microsoft.com/office/drawing/2014/main" id="{F8F08A31-A144-4AEB-A5AE-D744A66B673F}"/>
                </a:ext>
              </a:extLst>
            </p:cNvPr>
            <p:cNvCxnSpPr>
              <a:cxnSpLocks noChangeShapeType="1"/>
              <a:stCxn id="23" idx="4"/>
              <a:endCxn id="25" idx="0"/>
            </p:cNvCxnSpPr>
            <p:nvPr/>
          </p:nvCxnSpPr>
          <p:spPr bwMode="auto">
            <a:xfrm flipH="1">
              <a:off x="4840322" y="4122238"/>
              <a:ext cx="76200" cy="155448"/>
            </a:xfrm>
            <a:prstGeom prst="line">
              <a:avLst/>
            </a:prstGeom>
            <a:grpFill/>
            <a:ln w="254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Straight Connector 31">
              <a:extLst>
                <a:ext uri="{FF2B5EF4-FFF2-40B4-BE49-F238E27FC236}">
                  <a16:creationId xmlns:a16="http://schemas.microsoft.com/office/drawing/2014/main" id="{6F402D57-5321-4DD2-A1D0-B788CD1D2256}"/>
                </a:ext>
              </a:extLst>
            </p:cNvPr>
            <p:cNvCxnSpPr>
              <a:cxnSpLocks noChangeShapeType="1"/>
              <a:stCxn id="22" idx="5"/>
              <a:endCxn id="25" idx="1"/>
            </p:cNvCxnSpPr>
            <p:nvPr/>
          </p:nvCxnSpPr>
          <p:spPr bwMode="auto">
            <a:xfrm>
              <a:off x="4337407" y="4001847"/>
              <a:ext cx="396230" cy="320030"/>
            </a:xfrm>
            <a:prstGeom prst="line">
              <a:avLst/>
            </a:prstGeom>
            <a:grpFill/>
            <a:ln w="254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Straight Connector 31">
              <a:extLst>
                <a:ext uri="{FF2B5EF4-FFF2-40B4-BE49-F238E27FC236}">
                  <a16:creationId xmlns:a16="http://schemas.microsoft.com/office/drawing/2014/main" id="{C96190EC-85FA-433E-9BE9-6C866A192F15}"/>
                </a:ext>
              </a:extLst>
            </p:cNvPr>
            <p:cNvCxnSpPr>
              <a:cxnSpLocks noChangeShapeType="1"/>
              <a:stCxn id="22" idx="4"/>
            </p:cNvCxnSpPr>
            <p:nvPr/>
          </p:nvCxnSpPr>
          <p:spPr bwMode="auto">
            <a:xfrm>
              <a:off x="4230722" y="4046038"/>
              <a:ext cx="169093" cy="363987"/>
            </a:xfrm>
            <a:prstGeom prst="line">
              <a:avLst/>
            </a:prstGeom>
            <a:grpFill/>
            <a:ln w="254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02471D-00BD-452D-9A7E-118BFFC3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7305D5-3CC9-42C9-A87C-9B0CB47723E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55AA5622-5C3C-4DAA-8E87-750F9AF1DE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9" descr="Logo COP3530">
              <a:extLst>
                <a:ext uri="{FF2B5EF4-FFF2-40B4-BE49-F238E27FC236}">
                  <a16:creationId xmlns:a16="http://schemas.microsoft.com/office/drawing/2014/main" id="{709DE49D-0B42-496D-A38B-1487653056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3011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Agenda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681ECE-2602-4BFB-B297-488969F24B6C}"/>
              </a:ext>
            </a:extLst>
          </p:cNvPr>
          <p:cNvSpPr txBox="1">
            <a:spLocks/>
          </p:cNvSpPr>
          <p:nvPr/>
        </p:nvSpPr>
        <p:spPr>
          <a:xfrm>
            <a:off x="1008185" y="1472895"/>
            <a:ext cx="11662786" cy="47556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81E2"/>
                </a:solidFill>
                <a:latin typeface="Gotham Bold" pitchFamily="50" charset="0"/>
              </a:rPr>
              <a:t>Trees</a:t>
            </a:r>
          </a:p>
          <a:p>
            <a:pPr marL="1005840" lvl="2" indent="-36576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More Properties Related to Height</a:t>
            </a:r>
          </a:p>
          <a:p>
            <a:pPr marL="1005840" lvl="2" indent="-36576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800" dirty="0">
              <a:solidFill>
                <a:srgbClr val="0081E2"/>
              </a:solidFill>
              <a:latin typeface="Gotham Bold" pitchFamily="50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81E2"/>
                </a:solidFill>
                <a:latin typeface="Gotham Bold" pitchFamily="50" charset="0"/>
              </a:rPr>
              <a:t>Binary Search Tree Performance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500" dirty="0">
              <a:solidFill>
                <a:srgbClr val="0081E2"/>
              </a:solidFill>
              <a:latin typeface="Gotham Bold" pitchFamily="50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81E2"/>
                </a:solidFill>
                <a:latin typeface="Gotham Bold" pitchFamily="50" charset="0"/>
              </a:rPr>
              <a:t>Rotations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500" dirty="0">
              <a:solidFill>
                <a:srgbClr val="0081E2"/>
              </a:solidFill>
              <a:latin typeface="Gotham Bold" pitchFamily="50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81E2"/>
                </a:solidFill>
                <a:latin typeface="Gotham Bold" pitchFamily="50" charset="0"/>
              </a:rPr>
              <a:t>Balanced Trees: AVL Trees, Red Black Trees, Splay Trees, B/B+ Trees/Tries</a:t>
            </a:r>
          </a:p>
          <a:p>
            <a:pPr marL="1005840" lvl="2" indent="-36576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Properties</a:t>
            </a:r>
          </a:p>
          <a:p>
            <a:pPr marL="1005840" lvl="2" indent="-36576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Common operations e.g. Search/Insertion/Deletion</a:t>
            </a:r>
          </a:p>
          <a:p>
            <a:pPr marL="1005840" lvl="2" indent="-36576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Performance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81E2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AF3CA1-D2A4-4B5D-83E3-25D8EF36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637BC4-099A-4F93-B481-90396DBFCD1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7B00507D-E0EA-4960-9377-30A07FBE40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1EB188BB-5DFD-40D9-8E49-97D0B231E0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0893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How do we fix the Worst Case?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8CDEDB-D7EA-4D79-8C9D-67599B88CFDC}"/>
              </a:ext>
            </a:extLst>
          </p:cNvPr>
          <p:cNvGrpSpPr/>
          <p:nvPr/>
        </p:nvGrpSpPr>
        <p:grpSpPr>
          <a:xfrm>
            <a:off x="838200" y="1964679"/>
            <a:ext cx="4991381" cy="3791352"/>
            <a:chOff x="1424659" y="2095330"/>
            <a:chExt cx="4991381" cy="379135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3FF9AF-FDCA-48B4-BDE1-98F9A64C17A6}"/>
                </a:ext>
              </a:extLst>
            </p:cNvPr>
            <p:cNvGrpSpPr/>
            <p:nvPr/>
          </p:nvGrpSpPr>
          <p:grpSpPr>
            <a:xfrm>
              <a:off x="1424659" y="2095330"/>
              <a:ext cx="2817846" cy="2220460"/>
              <a:chOff x="6066998" y="3448007"/>
              <a:chExt cx="2817846" cy="2220460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C4965FA-C0AF-4342-A736-F6410314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066998" y="344800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25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0DCCDD1-1030-414E-9159-BE18790B7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170226" y="42110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51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46E3B8E-7680-4A24-8955-0987122CA4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4764" y="502838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65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EFD94C6-D0CD-4340-B110-28FA004F4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1740" y="395138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CCA8572-35D1-4541-8114-DBB987983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0623" y="474347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57840B-BB88-47B8-94E7-201658DE2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28698" y="4461156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85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EF02373-4519-4723-91E9-519B4305F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234557" y="4208144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899FE12-11CB-4980-AF30-A35BF23AD1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75960" y="5246602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91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EC2E3B2-208E-4416-989A-BA6504A18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5281819" y="4961689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C690315-1707-4AD5-8859-99D7FEE7815A}"/>
              </a:ext>
            </a:extLst>
          </p:cNvPr>
          <p:cNvSpPr/>
          <p:nvPr/>
        </p:nvSpPr>
        <p:spPr>
          <a:xfrm>
            <a:off x="3614057" y="1710692"/>
            <a:ext cx="8082224" cy="260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81E2"/>
                </a:solidFill>
                <a:latin typeface="Gotham Bold" pitchFamily="50" charset="0"/>
              </a:rPr>
              <a:t>Never add new leaves at the bottom: </a:t>
            </a:r>
            <a:r>
              <a:rPr lang="en-US" sz="2000" dirty="0">
                <a:solidFill>
                  <a:srgbClr val="EB6E19"/>
                </a:solidFill>
                <a:latin typeface="Gotham Bold" pitchFamily="50" charset="0"/>
              </a:rPr>
              <a:t>Increase size of node</a:t>
            </a: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100" dirty="0">
              <a:solidFill>
                <a:srgbClr val="0081E2"/>
              </a:solidFill>
              <a:latin typeface="Gotham Bold" pitchFamily="50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EB6E19"/>
                </a:solidFill>
                <a:latin typeface="Gotham Bold" pitchFamily="50" charset="0"/>
              </a:rPr>
              <a:t>Transform</a:t>
            </a:r>
            <a:r>
              <a:rPr lang="en-US" sz="2000" dirty="0">
                <a:solidFill>
                  <a:srgbClr val="0081E2"/>
                </a:solidFill>
                <a:latin typeface="Gotham Bold" pitchFamily="50" charset="0"/>
              </a:rPr>
              <a:t> the “Spindly” Tree to “Bushy Tree” using Tools and Algorithms</a:t>
            </a: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81E2"/>
              </a:solidFill>
              <a:latin typeface="Gotham Bold" pitchFamily="50" charset="0"/>
            </a:endParaRP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81E2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51966A-3EDC-49FB-A0AF-C41D6A454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5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DF514F1-60E9-42FA-8B4D-B66D45270E69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AE78D3BB-6DF1-4465-9E4C-6162736682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OP3530">
              <a:extLst>
                <a:ext uri="{FF2B5EF4-FFF2-40B4-BE49-F238E27FC236}">
                  <a16:creationId xmlns:a16="http://schemas.microsoft.com/office/drawing/2014/main" id="{1593B109-0688-4BEE-B376-09E596DC65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9535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9D5D4F-8054-48EF-9170-C7D04C6E7DC6}"/>
              </a:ext>
            </a:extLst>
          </p:cNvPr>
          <p:cNvSpPr txBox="1"/>
          <p:nvPr/>
        </p:nvSpPr>
        <p:spPr>
          <a:xfrm>
            <a:off x="578855" y="2511140"/>
            <a:ext cx="110342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Rotations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6106655-8999-43D8-9925-1006CCA9F63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6FFA025F-1C81-4A68-9FF6-F42BFAA250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Logo COP3530">
              <a:extLst>
                <a:ext uri="{FF2B5EF4-FFF2-40B4-BE49-F238E27FC236}">
                  <a16:creationId xmlns:a16="http://schemas.microsoft.com/office/drawing/2014/main" id="{040F1329-DDB7-46A4-A5F3-CA3B76B524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0364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Rotations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8CDEDB-D7EA-4D79-8C9D-67599B88CFDC}"/>
              </a:ext>
            </a:extLst>
          </p:cNvPr>
          <p:cNvGrpSpPr/>
          <p:nvPr/>
        </p:nvGrpSpPr>
        <p:grpSpPr>
          <a:xfrm>
            <a:off x="1104619" y="2623392"/>
            <a:ext cx="4991381" cy="3791352"/>
            <a:chOff x="1424659" y="2095330"/>
            <a:chExt cx="4991381" cy="379135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3FF9AF-FDCA-48B4-BDE1-98F9A64C17A6}"/>
                </a:ext>
              </a:extLst>
            </p:cNvPr>
            <p:cNvGrpSpPr/>
            <p:nvPr/>
          </p:nvGrpSpPr>
          <p:grpSpPr>
            <a:xfrm>
              <a:off x="1424659" y="2095330"/>
              <a:ext cx="2817846" cy="2220460"/>
              <a:chOff x="6066998" y="3448007"/>
              <a:chExt cx="2817846" cy="2220460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C4965FA-C0AF-4342-A736-F6410314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066998" y="344800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25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0DCCDD1-1030-414E-9159-BE18790B7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170226" y="42110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51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46E3B8E-7680-4A24-8955-0987122CA4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4764" y="502838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65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EFD94C6-D0CD-4340-B110-28FA004F4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1740" y="395138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CCA8572-35D1-4541-8114-DBB987983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0623" y="474347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57840B-BB88-47B8-94E7-201658DE2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28698" y="4461156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85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EF02373-4519-4723-91E9-519B4305F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234557" y="4208144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899FE12-11CB-4980-AF30-A35BF23AD1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75960" y="5246602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91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EC2E3B2-208E-4416-989A-BA6504A18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5281819" y="4961689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C690315-1707-4AD5-8859-99D7FEE7815A}"/>
              </a:ext>
            </a:extLst>
          </p:cNvPr>
          <p:cNvSpPr/>
          <p:nvPr/>
        </p:nvSpPr>
        <p:spPr>
          <a:xfrm>
            <a:off x="1706841" y="1753786"/>
            <a:ext cx="8299938" cy="1423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dirty="0">
                <a:solidFill>
                  <a:srgbClr val="0081E2"/>
                </a:solidFill>
                <a:latin typeface="Gotham Bold" pitchFamily="50" charset="0"/>
              </a:rPr>
              <a:t>Tools to Rearrange the Tree Without affecting its </a:t>
            </a:r>
            <a:r>
              <a:rPr lang="en-US" sz="2000" dirty="0">
                <a:solidFill>
                  <a:srgbClr val="EB6E19"/>
                </a:solidFill>
                <a:latin typeface="Gotham Bold" pitchFamily="50" charset="0"/>
              </a:rPr>
              <a:t>Semantics</a:t>
            </a: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81E2"/>
              </a:solidFill>
              <a:latin typeface="Gotham Bold" pitchFamily="50" charset="0"/>
            </a:endParaRP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81E2"/>
              </a:solidFill>
              <a:latin typeface="Gotham Bold" pitchFamily="50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19599BF-49F2-45FD-B43F-A5C1539D9420}"/>
              </a:ext>
            </a:extLst>
          </p:cNvPr>
          <p:cNvGrpSpPr/>
          <p:nvPr/>
        </p:nvGrpSpPr>
        <p:grpSpPr>
          <a:xfrm>
            <a:off x="6545240" y="2671665"/>
            <a:ext cx="4444527" cy="2637593"/>
            <a:chOff x="6615578" y="4139116"/>
            <a:chExt cx="4444527" cy="2637593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A7378F5-5CD0-4E6A-BE83-F36204415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3633" y="5724337"/>
              <a:ext cx="452934" cy="51568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DA2D9C4-3082-4DF0-982E-07E751DEC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44" idx="7"/>
            </p:cNvCxnSpPr>
            <p:nvPr/>
          </p:nvCxnSpPr>
          <p:spPr>
            <a:xfrm flipH="1">
              <a:off x="7947045" y="4736206"/>
              <a:ext cx="435540" cy="467655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08E2B2F-0DB6-4C1B-8D75-741520A55EFF}"/>
                </a:ext>
              </a:extLst>
            </p:cNvPr>
            <p:cNvGrpSpPr/>
            <p:nvPr/>
          </p:nvGrpSpPr>
          <p:grpSpPr>
            <a:xfrm>
              <a:off x="6615578" y="4139116"/>
              <a:ext cx="4444527" cy="2637593"/>
              <a:chOff x="6615578" y="4139116"/>
              <a:chExt cx="4444527" cy="2637593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F61F7D4-2A1F-425D-BC55-7536E53910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615578" y="6136629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25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2A480CF6-D383-4B32-AC6D-3FB9CE133D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400703" y="5110123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51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1702076-12FE-4735-AD5A-9163ECF8A1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65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4AAB69D9-6ADB-43C8-A7FD-F15589822E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85</a:t>
                </a: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F30E5E77-FC8F-4004-ABDD-F6740FE43A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45" idx="5"/>
              </p:cNvCxnSpPr>
              <p:nvPr/>
            </p:nvCxnSpPr>
            <p:spPr>
              <a:xfrm>
                <a:off x="8792832" y="4685458"/>
                <a:ext cx="639614" cy="37865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97898FDD-F789-4F47-B6B8-4E87E1E8B7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420025" y="5710008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91</a:t>
                </a:r>
              </a:p>
            </p:txBody>
          </p:sp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6DCF637-B3EB-4CE2-A119-D6C385558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925884" y="5425095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F9101BB-B720-48D8-B556-89252959A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888948" y="3695522"/>
            <a:ext cx="1295920" cy="1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500607-BF84-49C1-AFA3-732BC5D5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</a:t>
            </a:fld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A07B76C-CA72-49AB-9B8D-0A4061957AB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677DD6AD-CFE3-4507-A29C-D678C827FF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47" descr="Logo COP3530">
              <a:extLst>
                <a:ext uri="{FF2B5EF4-FFF2-40B4-BE49-F238E27FC236}">
                  <a16:creationId xmlns:a16="http://schemas.microsoft.com/office/drawing/2014/main" id="{79E7DDCB-F0E1-4CEC-B2C7-336784BC68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5278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BST Insertion: Inventing the Tool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690315-1707-4AD5-8859-99D7FEE7815A}"/>
              </a:ext>
            </a:extLst>
          </p:cNvPr>
          <p:cNvSpPr/>
          <p:nvPr/>
        </p:nvSpPr>
        <p:spPr>
          <a:xfrm>
            <a:off x="838200" y="1607979"/>
            <a:ext cx="6000271" cy="1885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EB6E19"/>
                </a:solidFill>
                <a:latin typeface="Gotham Bold" pitchFamily="50" charset="0"/>
              </a:rPr>
              <a:t>n! different ways to insert n elements, </a:t>
            </a:r>
            <a:r>
              <a:rPr lang="en-US" sz="2000" dirty="0">
                <a:solidFill>
                  <a:srgbClr val="0081E2"/>
                </a:solidFill>
                <a:latin typeface="Gotham Bold" pitchFamily="50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Catalan (n)</a:t>
            </a:r>
            <a:r>
              <a:rPr lang="en-US" sz="2000" dirty="0">
                <a:solidFill>
                  <a:srgbClr val="0081E2"/>
                </a:solidFill>
                <a:latin typeface="Gotham Bold" pitchFamily="50" charset="0"/>
              </a:rPr>
              <a:t> </a:t>
            </a:r>
            <a:r>
              <a:rPr lang="en-US" sz="2000" dirty="0">
                <a:solidFill>
                  <a:srgbClr val="EB6E19"/>
                </a:solidFill>
                <a:latin typeface="Gotham Bold" pitchFamily="50" charset="0"/>
              </a:rPr>
              <a:t>different BSTs</a:t>
            </a: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81E2"/>
              </a:solidFill>
              <a:latin typeface="Gotham Bold" pitchFamily="50" charset="0"/>
            </a:endParaRPr>
          </a:p>
          <a:p>
            <a:pPr marL="285750" indent="-285750" algn="r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81E2"/>
              </a:solidFill>
              <a:latin typeface="Gotham Bold" pitchFamily="50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1C6A5A3-6B21-45EF-9780-DA05C85F8CC2}"/>
              </a:ext>
            </a:extLst>
          </p:cNvPr>
          <p:cNvGrpSpPr/>
          <p:nvPr/>
        </p:nvGrpSpPr>
        <p:grpSpPr>
          <a:xfrm>
            <a:off x="968905" y="3723842"/>
            <a:ext cx="1932703" cy="2452880"/>
            <a:chOff x="8246490" y="4139116"/>
            <a:chExt cx="1932703" cy="245288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2C0CA2A-01A4-4E65-A1B5-153F2F07AE5F}"/>
                </a:ext>
              </a:extLst>
            </p:cNvPr>
            <p:cNvGrpSpPr/>
            <p:nvPr/>
          </p:nvGrpSpPr>
          <p:grpSpPr>
            <a:xfrm>
              <a:off x="8246490" y="4139116"/>
              <a:ext cx="1932703" cy="2452880"/>
              <a:chOff x="8246490" y="4139116"/>
              <a:chExt cx="1932703" cy="245288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E7ECD4A-31FD-4EFD-B599-0324762CF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E223C6E-7124-4138-A20A-B657E98070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886570" y="505560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DC84E60-EEDB-45F7-A30C-7C66BAEDF6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44" idx="5"/>
              </p:cNvCxnSpPr>
              <p:nvPr/>
            </p:nvCxnSpPr>
            <p:spPr>
              <a:xfrm>
                <a:off x="8792832" y="4685458"/>
                <a:ext cx="279764" cy="377188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9E7E53E-DC08-4BAD-A033-E21E732D2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39113" y="59519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AC6E69B-7333-4DA5-9EF2-DA3722ABB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418036" y="5579533"/>
              <a:ext cx="235262" cy="450515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C6AB358-1F51-420B-8628-767BB3AE9121}"/>
              </a:ext>
            </a:extLst>
          </p:cNvPr>
          <p:cNvSpPr txBox="1"/>
          <p:nvPr/>
        </p:nvSpPr>
        <p:spPr>
          <a:xfrm>
            <a:off x="903630" y="2984364"/>
            <a:ext cx="29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</a:rPr>
              <a:t>1, 2, 3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CAE6B08-3F07-4FF9-AD7E-D936939A8395}"/>
              </a:ext>
            </a:extLst>
          </p:cNvPr>
          <p:cNvGrpSpPr/>
          <p:nvPr/>
        </p:nvGrpSpPr>
        <p:grpSpPr>
          <a:xfrm>
            <a:off x="3422204" y="3723842"/>
            <a:ext cx="1766353" cy="2375388"/>
            <a:chOff x="8246490" y="4139116"/>
            <a:chExt cx="1766353" cy="237538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F594B0E-80DA-43C2-A7AF-4C8CE5B6FC81}"/>
                </a:ext>
              </a:extLst>
            </p:cNvPr>
            <p:cNvGrpSpPr/>
            <p:nvPr/>
          </p:nvGrpSpPr>
          <p:grpSpPr>
            <a:xfrm>
              <a:off x="8246490" y="4139116"/>
              <a:ext cx="1766353" cy="2375388"/>
              <a:chOff x="8246490" y="4139116"/>
              <a:chExt cx="1766353" cy="2375388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978987E-04DB-4D92-8846-F478646B52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5AF4034-4A87-46E1-B35E-16C58A779A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F80C1941-C931-4DD9-B724-CC6FE024A7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33" idx="5"/>
              </p:cNvCxnSpPr>
              <p:nvPr/>
            </p:nvCxnSpPr>
            <p:spPr>
              <a:xfrm>
                <a:off x="8792832" y="4685458"/>
                <a:ext cx="639614" cy="37865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6EADE18-7CD0-4EFB-8417-AE21E13F99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0842" y="587442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A530C90-C76A-42A6-8DC8-9C0266DB9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6737" y="5553587"/>
              <a:ext cx="489511" cy="3983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19DD4D2-016C-4E72-9449-2DCA9044733C}"/>
              </a:ext>
            </a:extLst>
          </p:cNvPr>
          <p:cNvSpPr txBox="1"/>
          <p:nvPr/>
        </p:nvSpPr>
        <p:spPr>
          <a:xfrm>
            <a:off x="3356929" y="2984364"/>
            <a:ext cx="29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</a:rPr>
              <a:t>1, 3, 2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CD04DC-C774-4E06-98A1-83A0D7F9005D}"/>
              </a:ext>
            </a:extLst>
          </p:cNvPr>
          <p:cNvGrpSpPr/>
          <p:nvPr/>
        </p:nvGrpSpPr>
        <p:grpSpPr>
          <a:xfrm>
            <a:off x="8039667" y="4740565"/>
            <a:ext cx="2336350" cy="1560017"/>
            <a:chOff x="7515770" y="4139116"/>
            <a:chExt cx="2336350" cy="156001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298B1FB-620C-46BE-960B-B2B1E71BCFA7}"/>
                </a:ext>
              </a:extLst>
            </p:cNvPr>
            <p:cNvGrpSpPr/>
            <p:nvPr/>
          </p:nvGrpSpPr>
          <p:grpSpPr>
            <a:xfrm>
              <a:off x="7515770" y="4139116"/>
              <a:ext cx="2336350" cy="1560017"/>
              <a:chOff x="7515770" y="4139116"/>
              <a:chExt cx="2336350" cy="1560017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0CBC9D7-4497-4F11-8C9A-5A15FB9A2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C899873-E39E-418C-8067-E881471314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212040" y="5059053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9820B4D9-B5E6-4315-B7CF-0515C08374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50" idx="5"/>
              </p:cNvCxnSpPr>
              <p:nvPr/>
            </p:nvCxnSpPr>
            <p:spPr>
              <a:xfrm>
                <a:off x="8792832" y="4685458"/>
                <a:ext cx="639614" cy="37865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434E03F-F2E6-4F1E-BA30-DD68BB502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515770" y="5059053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A5FAA14-6497-44C4-8AC3-D8B3D2630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3647" y="4719960"/>
              <a:ext cx="489511" cy="3983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13BEB24-4ADD-4BA5-978F-6D6E95D43E3E}"/>
              </a:ext>
            </a:extLst>
          </p:cNvPr>
          <p:cNvSpPr txBox="1"/>
          <p:nvPr/>
        </p:nvSpPr>
        <p:spPr>
          <a:xfrm>
            <a:off x="8240983" y="4179256"/>
            <a:ext cx="29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</a:rPr>
              <a:t>2, 3, 1 or 2, 1, 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196B40-710F-4655-89B1-219B545F91C1}"/>
              </a:ext>
            </a:extLst>
          </p:cNvPr>
          <p:cNvSpPr txBox="1"/>
          <p:nvPr/>
        </p:nvSpPr>
        <p:spPr>
          <a:xfrm>
            <a:off x="10528028" y="814165"/>
            <a:ext cx="29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</a:rPr>
              <a:t>3, 2, 1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D096D8F-C0B2-4F52-8C27-22715234F470}"/>
              </a:ext>
            </a:extLst>
          </p:cNvPr>
          <p:cNvGrpSpPr/>
          <p:nvPr/>
        </p:nvGrpSpPr>
        <p:grpSpPr>
          <a:xfrm flipH="1">
            <a:off x="9421431" y="1373675"/>
            <a:ext cx="1932703" cy="2452880"/>
            <a:chOff x="8246490" y="4139116"/>
            <a:chExt cx="1932703" cy="2452880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20809E2-C4AE-4DAD-A5E9-7BCA356002DB}"/>
                </a:ext>
              </a:extLst>
            </p:cNvPr>
            <p:cNvGrpSpPr/>
            <p:nvPr/>
          </p:nvGrpSpPr>
          <p:grpSpPr>
            <a:xfrm>
              <a:off x="8246490" y="4139116"/>
              <a:ext cx="1932703" cy="2452880"/>
              <a:chOff x="8246490" y="4139116"/>
              <a:chExt cx="1932703" cy="2452880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38A87C0-34A8-4FE7-8539-33D161864D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B381CB22-21F1-4338-A82D-4E728300FB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886570" y="505560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9F40E8A9-7317-481D-88EF-D48AF3BF2C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66" idx="5"/>
              </p:cNvCxnSpPr>
              <p:nvPr/>
            </p:nvCxnSpPr>
            <p:spPr>
              <a:xfrm>
                <a:off x="8792832" y="4685458"/>
                <a:ext cx="279764" cy="377188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BE805C75-B1E3-4B70-9B8A-6DEC5445FE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39113" y="59519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</p:grp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0D4C7D5-3190-48CF-9E85-DA8CAC9EE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418036" y="5579533"/>
              <a:ext cx="235262" cy="450515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852485E-C8BA-47C2-B004-E8A3D3C11BCF}"/>
              </a:ext>
            </a:extLst>
          </p:cNvPr>
          <p:cNvGrpSpPr/>
          <p:nvPr/>
        </p:nvGrpSpPr>
        <p:grpSpPr>
          <a:xfrm flipH="1">
            <a:off x="5813725" y="3826555"/>
            <a:ext cx="1766353" cy="2375388"/>
            <a:chOff x="8246490" y="4139116"/>
            <a:chExt cx="1766353" cy="2375388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340564F-8EE1-4BB8-AAAD-E2D4465AE17F}"/>
                </a:ext>
              </a:extLst>
            </p:cNvPr>
            <p:cNvGrpSpPr/>
            <p:nvPr/>
          </p:nvGrpSpPr>
          <p:grpSpPr>
            <a:xfrm>
              <a:off x="8246490" y="4139116"/>
              <a:ext cx="1766353" cy="2375388"/>
              <a:chOff x="8246490" y="4139116"/>
              <a:chExt cx="1766353" cy="2375388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44DC3C62-BFF1-4268-BCAD-1609AE926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7D463593-3265-4137-8B19-C62FCE068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2E992723-C637-4ADF-A2B3-31E7178F5C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73" idx="5"/>
              </p:cNvCxnSpPr>
              <p:nvPr/>
            </p:nvCxnSpPr>
            <p:spPr>
              <a:xfrm>
                <a:off x="8792832" y="4685458"/>
                <a:ext cx="639614" cy="37865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7513B7C2-07E9-4B26-8D17-957642F71C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0842" y="587442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</p:grp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B0B0570F-8B82-4235-8463-8E858CA14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6737" y="5553587"/>
              <a:ext cx="489511" cy="3983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6C1AD6A6-20E1-4467-B74A-1A4E724DD2F1}"/>
              </a:ext>
            </a:extLst>
          </p:cNvPr>
          <p:cNvSpPr txBox="1"/>
          <p:nvPr/>
        </p:nvSpPr>
        <p:spPr>
          <a:xfrm>
            <a:off x="5735580" y="3100104"/>
            <a:ext cx="29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</a:rPr>
              <a:t>3, 1, 2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96297-39F2-4677-BDC3-43C9F8601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8</a:t>
            </a:fld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0DF8D89-3EA9-4BD7-89C2-B01AF6139CC5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6" name="Picture 2">
              <a:extLst>
                <a:ext uri="{FF2B5EF4-FFF2-40B4-BE49-F238E27FC236}">
                  <a16:creationId xmlns:a16="http://schemas.microsoft.com/office/drawing/2014/main" id="{C314F8E4-BDA0-4120-9663-1493AAB2B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56" descr="Logo COP3530">
              <a:extLst>
                <a:ext uri="{FF2B5EF4-FFF2-40B4-BE49-F238E27FC236}">
                  <a16:creationId xmlns:a16="http://schemas.microsoft.com/office/drawing/2014/main" id="{C1025FE0-6B83-4384-87FA-6180F5310C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4987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Goal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1C6A5A3-6B21-45EF-9780-DA05C85F8CC2}"/>
              </a:ext>
            </a:extLst>
          </p:cNvPr>
          <p:cNvGrpSpPr/>
          <p:nvPr/>
        </p:nvGrpSpPr>
        <p:grpSpPr>
          <a:xfrm>
            <a:off x="1695244" y="2211905"/>
            <a:ext cx="1529313" cy="1998374"/>
            <a:chOff x="8246490" y="4139116"/>
            <a:chExt cx="1932703" cy="245288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2C0CA2A-01A4-4E65-A1B5-153F2F07AE5F}"/>
                </a:ext>
              </a:extLst>
            </p:cNvPr>
            <p:cNvGrpSpPr/>
            <p:nvPr/>
          </p:nvGrpSpPr>
          <p:grpSpPr>
            <a:xfrm>
              <a:off x="8246490" y="4139116"/>
              <a:ext cx="1932703" cy="2452880"/>
              <a:chOff x="8246490" y="4139116"/>
              <a:chExt cx="1932703" cy="245288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E7ECD4A-31FD-4EFD-B599-0324762CF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E223C6E-7124-4138-A20A-B657E98070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886570" y="505560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DC84E60-EEDB-45F7-A30C-7C66BAEDF6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44" idx="5"/>
              </p:cNvCxnSpPr>
              <p:nvPr/>
            </p:nvCxnSpPr>
            <p:spPr>
              <a:xfrm>
                <a:off x="8792832" y="4685458"/>
                <a:ext cx="279764" cy="377188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9E7E53E-DC08-4BAD-A033-E21E732D2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39113" y="59519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AC6E69B-7333-4DA5-9EF2-DA3722ABB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418036" y="5579533"/>
              <a:ext cx="235262" cy="450515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CAE6B08-3F07-4FF9-AD7E-D936939A8395}"/>
              </a:ext>
            </a:extLst>
          </p:cNvPr>
          <p:cNvGrpSpPr/>
          <p:nvPr/>
        </p:nvGrpSpPr>
        <p:grpSpPr>
          <a:xfrm>
            <a:off x="3955894" y="2243472"/>
            <a:ext cx="1397683" cy="1935241"/>
            <a:chOff x="8246490" y="4139116"/>
            <a:chExt cx="1766353" cy="237538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F594B0E-80DA-43C2-A7AF-4C8CE5B6FC81}"/>
                </a:ext>
              </a:extLst>
            </p:cNvPr>
            <p:cNvGrpSpPr/>
            <p:nvPr/>
          </p:nvGrpSpPr>
          <p:grpSpPr>
            <a:xfrm>
              <a:off x="8246490" y="4139116"/>
              <a:ext cx="1766353" cy="2375388"/>
              <a:chOff x="8246490" y="4139116"/>
              <a:chExt cx="1766353" cy="2375388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978987E-04DB-4D92-8846-F478646B52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5AF4034-4A87-46E1-B35E-16C58A779A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F80C1941-C931-4DD9-B724-CC6FE024A7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33" idx="5"/>
              </p:cNvCxnSpPr>
              <p:nvPr/>
            </p:nvCxnSpPr>
            <p:spPr>
              <a:xfrm>
                <a:off x="8792832" y="4685458"/>
                <a:ext cx="639614" cy="378651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6EADE18-7CD0-4EFB-8417-AE21E13F99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0842" y="587442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A530C90-C76A-42A6-8DC8-9C0266DB9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6737" y="5553587"/>
              <a:ext cx="489511" cy="3983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CD04DC-C774-4E06-98A1-83A0D7F9005D}"/>
              </a:ext>
            </a:extLst>
          </p:cNvPr>
          <p:cNvGrpSpPr/>
          <p:nvPr/>
        </p:nvGrpSpPr>
        <p:grpSpPr>
          <a:xfrm>
            <a:off x="4749966" y="5071000"/>
            <a:ext cx="2336350" cy="1560017"/>
            <a:chOff x="7515770" y="4139116"/>
            <a:chExt cx="2336350" cy="156001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298B1FB-620C-46BE-960B-B2B1E71BCFA7}"/>
                </a:ext>
              </a:extLst>
            </p:cNvPr>
            <p:cNvGrpSpPr/>
            <p:nvPr/>
          </p:nvGrpSpPr>
          <p:grpSpPr>
            <a:xfrm>
              <a:off x="7515770" y="4139116"/>
              <a:ext cx="2336350" cy="1560017"/>
              <a:chOff x="7515770" y="4139116"/>
              <a:chExt cx="2336350" cy="1560017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0CBC9D7-4497-4F11-8C9A-5A15FB9A2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C899873-E39E-418C-8067-E881471314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212040" y="5059053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9820B4D9-B5E6-4315-B7CF-0515C08374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50" idx="5"/>
              </p:cNvCxnSpPr>
              <p:nvPr/>
            </p:nvCxnSpPr>
            <p:spPr>
              <a:xfrm>
                <a:off x="8792832" y="4685458"/>
                <a:ext cx="639614" cy="37865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434E03F-F2E6-4F1E-BA30-DD68BB502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515770" y="5059053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A5FAA14-6497-44C4-8AC3-D8B3D2630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3647" y="4719960"/>
              <a:ext cx="489511" cy="3983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13BEB24-4ADD-4BA5-978F-6D6E95D43E3E}"/>
              </a:ext>
            </a:extLst>
          </p:cNvPr>
          <p:cNvSpPr txBox="1"/>
          <p:nvPr/>
        </p:nvSpPr>
        <p:spPr>
          <a:xfrm>
            <a:off x="4951761" y="4471193"/>
            <a:ext cx="29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</a:rPr>
              <a:t>2, 3, 1 or 2, 1, 3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D096D8F-C0B2-4F52-8C27-22715234F470}"/>
              </a:ext>
            </a:extLst>
          </p:cNvPr>
          <p:cNvGrpSpPr/>
          <p:nvPr/>
        </p:nvGrpSpPr>
        <p:grpSpPr>
          <a:xfrm flipH="1">
            <a:off x="8519034" y="2211905"/>
            <a:ext cx="1529313" cy="1998374"/>
            <a:chOff x="8246490" y="4139116"/>
            <a:chExt cx="1932703" cy="2452880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20809E2-C4AE-4DAD-A5E9-7BCA356002DB}"/>
                </a:ext>
              </a:extLst>
            </p:cNvPr>
            <p:cNvGrpSpPr/>
            <p:nvPr/>
          </p:nvGrpSpPr>
          <p:grpSpPr>
            <a:xfrm>
              <a:off x="8246490" y="4139116"/>
              <a:ext cx="1932703" cy="2452880"/>
              <a:chOff x="8246490" y="4139116"/>
              <a:chExt cx="1932703" cy="2452880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38A87C0-34A8-4FE7-8539-33D161864D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B381CB22-21F1-4338-A82D-4E728300FB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886570" y="505560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9F40E8A9-7317-481D-88EF-D48AF3BF2C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66" idx="5"/>
              </p:cNvCxnSpPr>
              <p:nvPr/>
            </p:nvCxnSpPr>
            <p:spPr>
              <a:xfrm>
                <a:off x="8792832" y="4685458"/>
                <a:ext cx="279764" cy="377188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BE805C75-B1E3-4B70-9B8A-6DEC5445FE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39113" y="59519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</p:grp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0D4C7D5-3190-48CF-9E85-DA8CAC9EE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418036" y="5579533"/>
              <a:ext cx="235262" cy="450515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852485E-C8BA-47C2-B004-E8A3D3C11BCF}"/>
              </a:ext>
            </a:extLst>
          </p:cNvPr>
          <p:cNvGrpSpPr/>
          <p:nvPr/>
        </p:nvGrpSpPr>
        <p:grpSpPr>
          <a:xfrm flipH="1">
            <a:off x="6157503" y="2243472"/>
            <a:ext cx="1397683" cy="1935241"/>
            <a:chOff x="8246490" y="4139116"/>
            <a:chExt cx="1766353" cy="2375388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340564F-8EE1-4BB8-AAAD-E2D4465AE17F}"/>
                </a:ext>
              </a:extLst>
            </p:cNvPr>
            <p:cNvGrpSpPr/>
            <p:nvPr/>
          </p:nvGrpSpPr>
          <p:grpSpPr>
            <a:xfrm>
              <a:off x="8246490" y="4139116"/>
              <a:ext cx="1766353" cy="2375388"/>
              <a:chOff x="8246490" y="4139116"/>
              <a:chExt cx="1766353" cy="2375388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44DC3C62-BFF1-4268-BCAD-1609AE926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7D463593-3265-4137-8B19-C62FCE068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2E992723-C637-4ADF-A2B3-31E7178F5C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73" idx="5"/>
              </p:cNvCxnSpPr>
              <p:nvPr/>
            </p:nvCxnSpPr>
            <p:spPr>
              <a:xfrm>
                <a:off x="8792832" y="4685458"/>
                <a:ext cx="639614" cy="378651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7513B7C2-07E9-4B26-8D17-957642F71C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0842" y="587442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</p:grp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B0B0570F-8B82-4235-8463-8E858CA14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6737" y="5553587"/>
              <a:ext cx="489511" cy="3983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6528F0C-8B1E-49E6-A7AF-25F4FB4EA4B6}"/>
              </a:ext>
            </a:extLst>
          </p:cNvPr>
          <p:cNvGrpSpPr/>
          <p:nvPr/>
        </p:nvGrpSpPr>
        <p:grpSpPr>
          <a:xfrm>
            <a:off x="1539599" y="1622863"/>
            <a:ext cx="10652401" cy="422501"/>
            <a:chOff x="1067363" y="1467588"/>
            <a:chExt cx="10652401" cy="42250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C6AB358-1F51-420B-8628-767BB3AE9121}"/>
                </a:ext>
              </a:extLst>
            </p:cNvPr>
            <p:cNvSpPr txBox="1"/>
            <p:nvPr/>
          </p:nvSpPr>
          <p:spPr>
            <a:xfrm>
              <a:off x="1067363" y="1520757"/>
              <a:ext cx="29441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EB6E19"/>
                  </a:solidFill>
                </a:rPr>
                <a:t>1, 2, 3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19DD4D2-016C-4E72-9449-2DCA9044733C}"/>
                </a:ext>
              </a:extLst>
            </p:cNvPr>
            <p:cNvSpPr txBox="1"/>
            <p:nvPr/>
          </p:nvSpPr>
          <p:spPr>
            <a:xfrm>
              <a:off x="3520662" y="1520757"/>
              <a:ext cx="29441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EB6E19"/>
                  </a:solidFill>
                </a:rPr>
                <a:t>1, 3, 2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3196B40-710F-4655-89B1-219B545F91C1}"/>
                </a:ext>
              </a:extLst>
            </p:cNvPr>
            <p:cNvSpPr txBox="1"/>
            <p:nvPr/>
          </p:nvSpPr>
          <p:spPr>
            <a:xfrm>
              <a:off x="8775597" y="1467588"/>
              <a:ext cx="29441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EB6E19"/>
                  </a:solidFill>
                </a:rPr>
                <a:t>3, 2, 1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C1AD6A6-20E1-4467-B74A-1A4E724DD2F1}"/>
                </a:ext>
              </a:extLst>
            </p:cNvPr>
            <p:cNvSpPr txBox="1"/>
            <p:nvPr/>
          </p:nvSpPr>
          <p:spPr>
            <a:xfrm>
              <a:off x="5899313" y="1520757"/>
              <a:ext cx="29441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EB6E19"/>
                  </a:solidFill>
                </a:rPr>
                <a:t>3, 1, 2</a:t>
              </a:r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C29AF6-38D8-47E3-901F-9DD3C9119489}"/>
              </a:ext>
            </a:extLst>
          </p:cNvPr>
          <p:cNvCxnSpPr/>
          <p:nvPr/>
        </p:nvCxnSpPr>
        <p:spPr>
          <a:xfrm>
            <a:off x="3717890" y="4320791"/>
            <a:ext cx="1129203" cy="934497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CA57D8D-C58E-4C49-A67A-696CC8293313}"/>
              </a:ext>
            </a:extLst>
          </p:cNvPr>
          <p:cNvCxnSpPr>
            <a:cxnSpLocks/>
          </p:cNvCxnSpPr>
          <p:nvPr/>
        </p:nvCxnSpPr>
        <p:spPr>
          <a:xfrm flipH="1">
            <a:off x="6616761" y="4442916"/>
            <a:ext cx="1383835" cy="948124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D76AC-AB13-4688-8F0F-B2B467AB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9</a:t>
            </a:fld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CDCFEF5-419A-4EB6-AF58-FED77049651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7" name="Picture 2">
              <a:extLst>
                <a:ext uri="{FF2B5EF4-FFF2-40B4-BE49-F238E27FC236}">
                  <a16:creationId xmlns:a16="http://schemas.microsoft.com/office/drawing/2014/main" id="{460F50A3-0C44-4F6B-A8F3-438BD15C04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57" descr="Logo COP3530">
              <a:extLst>
                <a:ext uri="{FF2B5EF4-FFF2-40B4-BE49-F238E27FC236}">
                  <a16:creationId xmlns:a16="http://schemas.microsoft.com/office/drawing/2014/main" id="{ADF45CD2-4693-47A1-81BE-A8B8B73DC9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3731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Left Rotation: Right </a:t>
            </a:r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Right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1C6A5A3-6B21-45EF-9780-DA05C85F8CC2}"/>
              </a:ext>
            </a:extLst>
          </p:cNvPr>
          <p:cNvGrpSpPr/>
          <p:nvPr/>
        </p:nvGrpSpPr>
        <p:grpSpPr>
          <a:xfrm>
            <a:off x="2305475" y="2220123"/>
            <a:ext cx="1529313" cy="1998374"/>
            <a:chOff x="8246490" y="4139116"/>
            <a:chExt cx="1932703" cy="245288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2C0CA2A-01A4-4E65-A1B5-153F2F07AE5F}"/>
                </a:ext>
              </a:extLst>
            </p:cNvPr>
            <p:cNvGrpSpPr/>
            <p:nvPr/>
          </p:nvGrpSpPr>
          <p:grpSpPr>
            <a:xfrm>
              <a:off x="8246490" y="4139116"/>
              <a:ext cx="1932703" cy="2452880"/>
              <a:chOff x="8246490" y="4139116"/>
              <a:chExt cx="1932703" cy="245288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E7ECD4A-31FD-4EFD-B599-0324762CF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E223C6E-7124-4138-A20A-B657E98070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886570" y="505560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DC84E60-EEDB-45F7-A30C-7C66BAEDF6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44" idx="5"/>
              </p:cNvCxnSpPr>
              <p:nvPr/>
            </p:nvCxnSpPr>
            <p:spPr>
              <a:xfrm>
                <a:off x="8792832" y="4685458"/>
                <a:ext cx="279764" cy="377188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9E7E53E-DC08-4BAD-A033-E21E732D2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39113" y="59519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AC6E69B-7333-4DA5-9EF2-DA3722ABB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418036" y="5579533"/>
              <a:ext cx="235262" cy="450515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C29AF6-38D8-47E3-901F-9DD3C9119489}"/>
              </a:ext>
            </a:extLst>
          </p:cNvPr>
          <p:cNvCxnSpPr>
            <a:cxnSpLocks/>
          </p:cNvCxnSpPr>
          <p:nvPr/>
        </p:nvCxnSpPr>
        <p:spPr>
          <a:xfrm>
            <a:off x="4351483" y="3034471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E5D021-AA12-4F29-AE2A-BF3801009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10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A8C9FE-8F5B-44B6-8434-A012D1C21F4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526A6320-4C0E-4238-825F-EC7DBD3A44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79DFDEE8-A8E5-4E46-9055-493FD76A46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4821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Left Rotation: Right </a:t>
            </a:r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Right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1C6A5A3-6B21-45EF-9780-DA05C85F8CC2}"/>
              </a:ext>
            </a:extLst>
          </p:cNvPr>
          <p:cNvGrpSpPr/>
          <p:nvPr/>
        </p:nvGrpSpPr>
        <p:grpSpPr>
          <a:xfrm>
            <a:off x="2305475" y="2220123"/>
            <a:ext cx="1529313" cy="1998374"/>
            <a:chOff x="8246490" y="4139116"/>
            <a:chExt cx="1932703" cy="245288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2C0CA2A-01A4-4E65-A1B5-153F2F07AE5F}"/>
                </a:ext>
              </a:extLst>
            </p:cNvPr>
            <p:cNvGrpSpPr/>
            <p:nvPr/>
          </p:nvGrpSpPr>
          <p:grpSpPr>
            <a:xfrm>
              <a:off x="8246490" y="4139116"/>
              <a:ext cx="1932703" cy="2452880"/>
              <a:chOff x="8246490" y="4139116"/>
              <a:chExt cx="1932703" cy="245288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E7ECD4A-31FD-4EFD-B599-0324762CF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E223C6E-7124-4138-A20A-B657E98070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886570" y="505560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DC84E60-EEDB-45F7-A30C-7C66BAEDF6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44" idx="5"/>
              </p:cNvCxnSpPr>
              <p:nvPr/>
            </p:nvCxnSpPr>
            <p:spPr>
              <a:xfrm>
                <a:off x="8792832" y="4685458"/>
                <a:ext cx="279764" cy="377188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9E7E53E-DC08-4BAD-A033-E21E732D2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39113" y="59519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AC6E69B-7333-4DA5-9EF2-DA3722ABB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418036" y="5579533"/>
              <a:ext cx="235262" cy="450515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CD04DC-C774-4E06-98A1-83A0D7F9005D}"/>
              </a:ext>
            </a:extLst>
          </p:cNvPr>
          <p:cNvGrpSpPr/>
          <p:nvPr/>
        </p:nvGrpSpPr>
        <p:grpSpPr>
          <a:xfrm>
            <a:off x="6380575" y="2439302"/>
            <a:ext cx="2392770" cy="1658975"/>
            <a:chOff x="7488322" y="4139116"/>
            <a:chExt cx="2392770" cy="1658975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298B1FB-620C-46BE-960B-B2B1E71BCFA7}"/>
                </a:ext>
              </a:extLst>
            </p:cNvPr>
            <p:cNvGrpSpPr/>
            <p:nvPr/>
          </p:nvGrpSpPr>
          <p:grpSpPr>
            <a:xfrm>
              <a:off x="7488322" y="4139116"/>
              <a:ext cx="2392770" cy="1658975"/>
              <a:chOff x="7488322" y="4139116"/>
              <a:chExt cx="2392770" cy="165897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0CBC9D7-4497-4F11-8C9A-5A15FB9A2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C899873-E39E-418C-8067-E881471314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241012" y="5158011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9820B4D9-B5E6-4315-B7CF-0515C08374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50" idx="5"/>
                <a:endCxn id="51" idx="1"/>
              </p:cNvCxnSpPr>
              <p:nvPr/>
            </p:nvCxnSpPr>
            <p:spPr>
              <a:xfrm>
                <a:off x="8792832" y="4685458"/>
                <a:ext cx="541918" cy="56629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434E03F-F2E6-4F1E-BA30-DD68BB502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488322" y="51393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A5FAA14-6497-44C4-8AC3-D8B3D2630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3647" y="4719960"/>
              <a:ext cx="489511" cy="3983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C29AF6-38D8-47E3-901F-9DD3C9119489}"/>
              </a:ext>
            </a:extLst>
          </p:cNvPr>
          <p:cNvCxnSpPr>
            <a:cxnSpLocks/>
          </p:cNvCxnSpPr>
          <p:nvPr/>
        </p:nvCxnSpPr>
        <p:spPr>
          <a:xfrm>
            <a:off x="4351483" y="3034471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58393A3-6857-4F6F-9666-BEC123000533}"/>
              </a:ext>
            </a:extLst>
          </p:cNvPr>
          <p:cNvSpPr/>
          <p:nvPr/>
        </p:nvSpPr>
        <p:spPr>
          <a:xfrm>
            <a:off x="4210001" y="2550427"/>
            <a:ext cx="173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Left Rotation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B6B478-008C-4F7C-82E4-CCD106AE6054}"/>
              </a:ext>
            </a:extLst>
          </p:cNvPr>
          <p:cNvSpPr/>
          <p:nvPr/>
        </p:nvSpPr>
        <p:spPr>
          <a:xfrm>
            <a:off x="4103403" y="5083182"/>
            <a:ext cx="19925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81E2"/>
                </a:solidFill>
                <a:latin typeface="Gotham Bold" pitchFamily="50" charset="0"/>
              </a:rPr>
              <a:t>Single Rotation</a:t>
            </a:r>
            <a:endParaRPr lang="en-US" dirty="0">
              <a:solidFill>
                <a:srgbClr val="0081E2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8B62B37-1081-4B16-9B36-1F438054BED3}"/>
              </a:ext>
            </a:extLst>
          </p:cNvPr>
          <p:cNvSpPr/>
          <p:nvPr/>
        </p:nvSpPr>
        <p:spPr>
          <a:xfrm>
            <a:off x="4662934" y="3167373"/>
            <a:ext cx="623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At 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525529-4EA2-43C0-8BAF-FCBF7E33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11</a:t>
            </a:fld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1CD3D7-5AC1-454B-8952-9BE318511DC7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3" name="Picture 2">
              <a:extLst>
                <a:ext uri="{FF2B5EF4-FFF2-40B4-BE49-F238E27FC236}">
                  <a16:creationId xmlns:a16="http://schemas.microsoft.com/office/drawing/2014/main" id="{9A552FEC-2288-4E26-B5A0-83D6B7DF85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" name="Picture 53" descr="Logo COP3530">
              <a:extLst>
                <a:ext uri="{FF2B5EF4-FFF2-40B4-BE49-F238E27FC236}">
                  <a16:creationId xmlns:a16="http://schemas.microsoft.com/office/drawing/2014/main" id="{3EE4372C-FBCD-4E91-9EFD-399D7BCEF1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6273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Left Rotation: Right </a:t>
            </a:r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Right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045DAC6-4C19-497C-B6DB-526AC8BBC21E}"/>
              </a:ext>
            </a:extLst>
          </p:cNvPr>
          <p:cNvCxnSpPr>
            <a:cxnSpLocks/>
          </p:cNvCxnSpPr>
          <p:nvPr/>
        </p:nvCxnSpPr>
        <p:spPr>
          <a:xfrm>
            <a:off x="5270206" y="4954734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1D5E3-460F-4F5E-B48E-C84E812D0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12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FCAB1C-B583-479E-B25E-3D9A1073D413}"/>
              </a:ext>
            </a:extLst>
          </p:cNvPr>
          <p:cNvGrpSpPr/>
          <p:nvPr/>
        </p:nvGrpSpPr>
        <p:grpSpPr>
          <a:xfrm>
            <a:off x="2507009" y="3525045"/>
            <a:ext cx="2565875" cy="2891782"/>
            <a:chOff x="1853961" y="3918364"/>
            <a:chExt cx="2565875" cy="2891782"/>
          </a:xfrm>
        </p:grpSpPr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1DBB6333-1F8D-43B8-A6E3-A38FC550DB1A}"/>
                </a:ext>
              </a:extLst>
            </p:cNvPr>
            <p:cNvSpPr/>
            <p:nvPr/>
          </p:nvSpPr>
          <p:spPr>
            <a:xfrm>
              <a:off x="2357864" y="5571841"/>
              <a:ext cx="506484" cy="453796"/>
            </a:xfrm>
            <a:prstGeom prst="triangl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B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6FA5AEF-0808-4469-9183-31A82C0E360F}"/>
                </a:ext>
              </a:extLst>
            </p:cNvPr>
            <p:cNvGrpSpPr/>
            <p:nvPr/>
          </p:nvGrpSpPr>
          <p:grpSpPr>
            <a:xfrm>
              <a:off x="1853961" y="3918364"/>
              <a:ext cx="2565875" cy="2891782"/>
              <a:chOff x="1853961" y="3918364"/>
              <a:chExt cx="2565875" cy="2891782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EC670F9-8037-4E83-BC79-2544FCB95E5F}"/>
                  </a:ext>
                </a:extLst>
              </p:cNvPr>
              <p:cNvGrpSpPr/>
              <p:nvPr/>
            </p:nvGrpSpPr>
            <p:grpSpPr>
              <a:xfrm>
                <a:off x="2315524" y="3999012"/>
                <a:ext cx="1529313" cy="1998374"/>
                <a:chOff x="8246490" y="4139116"/>
                <a:chExt cx="1932703" cy="245288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E4826685-4C50-4123-9A42-2010E9C1DFB6}"/>
                    </a:ext>
                  </a:extLst>
                </p:cNvPr>
                <p:cNvGrpSpPr/>
                <p:nvPr/>
              </p:nvGrpSpPr>
              <p:grpSpPr>
                <a:xfrm>
                  <a:off x="8246490" y="4139116"/>
                  <a:ext cx="1932703" cy="2452880"/>
                  <a:chOff x="8246490" y="4139116"/>
                  <a:chExt cx="1932703" cy="2452880"/>
                </a:xfrm>
              </p:grpSpPr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6C863064-836F-4BDF-8F55-E1B57D684F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/>
                </p:nvSpPr>
                <p:spPr>
                  <a:xfrm>
                    <a:off x="8246490" y="4139116"/>
                    <a:ext cx="640080" cy="64008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latin typeface="Gotham Bold" pitchFamily="50" charset="0"/>
                      </a:rPr>
                      <a:t>1</a:t>
                    </a:r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E6CB40CC-9187-4942-A601-2C24A5C2170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/>
                </p:nvSpPr>
                <p:spPr>
                  <a:xfrm>
                    <a:off x="8886570" y="5055604"/>
                    <a:ext cx="640080" cy="64008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latin typeface="Gotham Bold" pitchFamily="50" charset="0"/>
                      </a:rPr>
                      <a:t>2</a:t>
                    </a:r>
                  </a:p>
                </p:txBody>
              </p: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35EC04BC-564A-4809-9DBB-5317026130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  <a:stCxn id="24" idx="5"/>
                  </p:cNvCxnSpPr>
                  <p:nvPr/>
                </p:nvCxnSpPr>
                <p:spPr>
                  <a:xfrm>
                    <a:off x="8792832" y="4685458"/>
                    <a:ext cx="279764" cy="377188"/>
                  </a:xfrm>
                  <a:prstGeom prst="straightConnector1">
                    <a:avLst/>
                  </a:prstGeom>
                  <a:ln w="28575">
                    <a:solidFill>
                      <a:schemeClr val="tx1">
                        <a:lumMod val="75000"/>
                        <a:lumOff val="2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81078D77-0EE1-42CD-81CE-F72DA6D09E5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/>
                </p:nvSpPr>
                <p:spPr>
                  <a:xfrm>
                    <a:off x="9539113" y="5951916"/>
                    <a:ext cx="640080" cy="64008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latin typeface="Gotham Bold" pitchFamily="50" charset="0"/>
                      </a:rPr>
                      <a:t>3</a:t>
                    </a:r>
                  </a:p>
                </p:txBody>
              </p:sp>
            </p:grp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01D00BD1-A949-49C2-A8FC-1BE401E82F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18036" y="5579533"/>
                  <a:ext cx="235262" cy="450515"/>
                </a:xfrm>
                <a:prstGeom prst="straightConnector1">
                  <a:avLst/>
                </a:prstGeom>
                <a:ln w="28575">
                  <a:solidFill>
                    <a:schemeClr val="tx1">
                      <a:lumMod val="75000"/>
                      <a:lumOff val="2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49207A-652A-425A-B903-8768712930E9}"/>
                  </a:ext>
                </a:extLst>
              </p:cNvPr>
              <p:cNvSpPr txBox="1"/>
              <p:nvPr/>
            </p:nvSpPr>
            <p:spPr>
              <a:xfrm>
                <a:off x="2906472" y="3918364"/>
                <a:ext cx="7644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EB6E19"/>
                    </a:solidFill>
                    <a:latin typeface="Consolas" panose="020B0609020204030204" pitchFamily="49" charset="0"/>
                  </a:rPr>
                  <a:t>node</a:t>
                </a:r>
              </a:p>
            </p:txBody>
          </p:sp>
          <p:sp>
            <p:nvSpPr>
              <p:cNvPr id="37" name="Isosceles Triangle 36">
                <a:extLst>
                  <a:ext uri="{FF2B5EF4-FFF2-40B4-BE49-F238E27FC236}">
                    <a16:creationId xmlns:a16="http://schemas.microsoft.com/office/drawing/2014/main" id="{91BA3D69-1C48-4E4E-ACD3-49933E7B0815}"/>
                  </a:ext>
                </a:extLst>
              </p:cNvPr>
              <p:cNvSpPr/>
              <p:nvPr/>
            </p:nvSpPr>
            <p:spPr>
              <a:xfrm>
                <a:off x="1853961" y="4853057"/>
                <a:ext cx="506484" cy="453796"/>
              </a:xfrm>
              <a:prstGeom prst="triangle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ACB4D73D-D106-40E9-9022-1752DC0E2F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endCxn id="37" idx="0"/>
              </p:cNvCxnSpPr>
              <p:nvPr/>
            </p:nvCxnSpPr>
            <p:spPr>
              <a:xfrm flipH="1">
                <a:off x="2107203" y="4476397"/>
                <a:ext cx="298263" cy="376660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58E4951-543A-4CA2-9C6D-EECDCF8AA7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endCxn id="39" idx="0"/>
              </p:cNvCxnSpPr>
              <p:nvPr/>
            </p:nvCxnSpPr>
            <p:spPr>
              <a:xfrm flipH="1">
                <a:off x="2611106" y="5195181"/>
                <a:ext cx="298263" cy="376660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Isosceles Triangle 40">
                <a:extLst>
                  <a:ext uri="{FF2B5EF4-FFF2-40B4-BE49-F238E27FC236}">
                    <a16:creationId xmlns:a16="http://schemas.microsoft.com/office/drawing/2014/main" id="{A57EA474-49B1-4A6F-ADA5-96E72873DF0D}"/>
                  </a:ext>
                </a:extLst>
              </p:cNvPr>
              <p:cNvSpPr/>
              <p:nvPr/>
            </p:nvSpPr>
            <p:spPr>
              <a:xfrm>
                <a:off x="2871190" y="6350485"/>
                <a:ext cx="506484" cy="453796"/>
              </a:xfrm>
              <a:prstGeom prst="triangle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F9BE8493-C039-4510-8148-B6ADFD70E7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endCxn id="41" idx="0"/>
              </p:cNvCxnSpPr>
              <p:nvPr/>
            </p:nvCxnSpPr>
            <p:spPr>
              <a:xfrm flipH="1">
                <a:off x="3124432" y="5973825"/>
                <a:ext cx="298263" cy="376660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Isosceles Triangle 42">
                <a:extLst>
                  <a:ext uri="{FF2B5EF4-FFF2-40B4-BE49-F238E27FC236}">
                    <a16:creationId xmlns:a16="http://schemas.microsoft.com/office/drawing/2014/main" id="{9A6F67D4-E46F-474F-B20F-3778B8407C0A}"/>
                  </a:ext>
                </a:extLst>
              </p:cNvPr>
              <p:cNvSpPr/>
              <p:nvPr/>
            </p:nvSpPr>
            <p:spPr>
              <a:xfrm>
                <a:off x="3913352" y="6356350"/>
                <a:ext cx="506484" cy="453796"/>
              </a:xfrm>
              <a:prstGeom prst="triangle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19EB84F-25CE-4DB0-AA0A-7D2FE5853A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27" idx="5"/>
                <a:endCxn id="43" idx="0"/>
              </p:cNvCxnSpPr>
              <p:nvPr/>
            </p:nvCxnSpPr>
            <p:spPr>
              <a:xfrm>
                <a:off x="3770664" y="5921018"/>
                <a:ext cx="395930" cy="435332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333ACDA-027B-468D-A4E2-90EBA8F96331}"/>
              </a:ext>
            </a:extLst>
          </p:cNvPr>
          <p:cNvSpPr txBox="1"/>
          <p:nvPr/>
        </p:nvSpPr>
        <p:spPr>
          <a:xfrm>
            <a:off x="1052734" y="1598601"/>
            <a:ext cx="60946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rotateLeft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grandchild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-&gt;right-&gt;left; </a:t>
            </a:r>
          </a:p>
          <a:p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newParent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-&gt;right; </a:t>
            </a:r>
          </a:p>
          <a:p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newParent</a:t>
            </a:r>
            <a:r>
              <a:rPr lang="en-US" sz="1400" b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&gt;left = 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;  </a:t>
            </a:r>
          </a:p>
          <a:p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-&gt;right = </a:t>
            </a:r>
            <a:r>
              <a:rPr lang="en-US" sz="1400" b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grandchild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newParent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727683F-45CA-4117-B94E-CEB08899AA0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73D0BCD3-949B-40E7-86A9-82FC432A94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67" descr="Logo COP3530">
              <a:extLst>
                <a:ext uri="{FF2B5EF4-FFF2-40B4-BE49-F238E27FC236}">
                  <a16:creationId xmlns:a16="http://schemas.microsoft.com/office/drawing/2014/main" id="{D79A0FE6-1FEB-44BE-B06E-E724DCE0A3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4163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Left Rotation: Right </a:t>
            </a:r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Right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045DAC6-4C19-497C-B6DB-526AC8BBC21E}"/>
              </a:ext>
            </a:extLst>
          </p:cNvPr>
          <p:cNvCxnSpPr>
            <a:cxnSpLocks/>
          </p:cNvCxnSpPr>
          <p:nvPr/>
        </p:nvCxnSpPr>
        <p:spPr>
          <a:xfrm>
            <a:off x="5270206" y="4954734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1D5E3-460F-4F5E-B48E-C84E812D0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13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FCAB1C-B583-479E-B25E-3D9A1073D413}"/>
              </a:ext>
            </a:extLst>
          </p:cNvPr>
          <p:cNvGrpSpPr/>
          <p:nvPr/>
        </p:nvGrpSpPr>
        <p:grpSpPr>
          <a:xfrm>
            <a:off x="2507009" y="3525045"/>
            <a:ext cx="2565875" cy="2891782"/>
            <a:chOff x="1853961" y="3918364"/>
            <a:chExt cx="2565875" cy="2891782"/>
          </a:xfrm>
        </p:grpSpPr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1DBB6333-1F8D-43B8-A6E3-A38FC550DB1A}"/>
                </a:ext>
              </a:extLst>
            </p:cNvPr>
            <p:cNvSpPr/>
            <p:nvPr/>
          </p:nvSpPr>
          <p:spPr>
            <a:xfrm>
              <a:off x="2357864" y="5571841"/>
              <a:ext cx="506484" cy="453796"/>
            </a:xfrm>
            <a:prstGeom prst="triangl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B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6FA5AEF-0808-4469-9183-31A82C0E360F}"/>
                </a:ext>
              </a:extLst>
            </p:cNvPr>
            <p:cNvGrpSpPr/>
            <p:nvPr/>
          </p:nvGrpSpPr>
          <p:grpSpPr>
            <a:xfrm>
              <a:off x="1853961" y="3918364"/>
              <a:ext cx="2565875" cy="2891782"/>
              <a:chOff x="1853961" y="3918364"/>
              <a:chExt cx="2565875" cy="2891782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EC670F9-8037-4E83-BC79-2544FCB95E5F}"/>
                  </a:ext>
                </a:extLst>
              </p:cNvPr>
              <p:cNvGrpSpPr/>
              <p:nvPr/>
            </p:nvGrpSpPr>
            <p:grpSpPr>
              <a:xfrm>
                <a:off x="2315524" y="3999012"/>
                <a:ext cx="1529313" cy="1998374"/>
                <a:chOff x="8246490" y="4139116"/>
                <a:chExt cx="1932703" cy="245288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E4826685-4C50-4123-9A42-2010E9C1DFB6}"/>
                    </a:ext>
                  </a:extLst>
                </p:cNvPr>
                <p:cNvGrpSpPr/>
                <p:nvPr/>
              </p:nvGrpSpPr>
              <p:grpSpPr>
                <a:xfrm>
                  <a:off x="8246490" y="4139116"/>
                  <a:ext cx="1932703" cy="2452880"/>
                  <a:chOff x="8246490" y="4139116"/>
                  <a:chExt cx="1932703" cy="2452880"/>
                </a:xfrm>
              </p:grpSpPr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6C863064-836F-4BDF-8F55-E1B57D684F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/>
                </p:nvSpPr>
                <p:spPr>
                  <a:xfrm>
                    <a:off x="8246490" y="4139116"/>
                    <a:ext cx="640080" cy="64008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latin typeface="Gotham Bold" pitchFamily="50" charset="0"/>
                      </a:rPr>
                      <a:t>1</a:t>
                    </a:r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E6CB40CC-9187-4942-A601-2C24A5C2170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/>
                </p:nvSpPr>
                <p:spPr>
                  <a:xfrm>
                    <a:off x="8886570" y="5055604"/>
                    <a:ext cx="640080" cy="64008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latin typeface="Gotham Bold" pitchFamily="50" charset="0"/>
                      </a:rPr>
                      <a:t>2</a:t>
                    </a:r>
                  </a:p>
                </p:txBody>
              </p: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35EC04BC-564A-4809-9DBB-5317026130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  <a:stCxn id="24" idx="5"/>
                  </p:cNvCxnSpPr>
                  <p:nvPr/>
                </p:nvCxnSpPr>
                <p:spPr>
                  <a:xfrm>
                    <a:off x="8792832" y="4685458"/>
                    <a:ext cx="279764" cy="377188"/>
                  </a:xfrm>
                  <a:prstGeom prst="straightConnector1">
                    <a:avLst/>
                  </a:prstGeom>
                  <a:ln w="28575">
                    <a:solidFill>
                      <a:schemeClr val="tx1">
                        <a:lumMod val="75000"/>
                        <a:lumOff val="2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81078D77-0EE1-42CD-81CE-F72DA6D09E5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/>
                </p:nvSpPr>
                <p:spPr>
                  <a:xfrm>
                    <a:off x="9539113" y="5951916"/>
                    <a:ext cx="640080" cy="64008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latin typeface="Gotham Bold" pitchFamily="50" charset="0"/>
                      </a:rPr>
                      <a:t>3</a:t>
                    </a:r>
                  </a:p>
                </p:txBody>
              </p:sp>
            </p:grp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01D00BD1-A949-49C2-A8FC-1BE401E82F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18036" y="5579533"/>
                  <a:ext cx="235262" cy="450515"/>
                </a:xfrm>
                <a:prstGeom prst="straightConnector1">
                  <a:avLst/>
                </a:prstGeom>
                <a:ln w="28575">
                  <a:solidFill>
                    <a:schemeClr val="tx1">
                      <a:lumMod val="75000"/>
                      <a:lumOff val="2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49207A-652A-425A-B903-8768712930E9}"/>
                  </a:ext>
                </a:extLst>
              </p:cNvPr>
              <p:cNvSpPr txBox="1"/>
              <p:nvPr/>
            </p:nvSpPr>
            <p:spPr>
              <a:xfrm>
                <a:off x="2906472" y="3918364"/>
                <a:ext cx="7644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EB6E19"/>
                    </a:solidFill>
                    <a:latin typeface="Consolas" panose="020B0609020204030204" pitchFamily="49" charset="0"/>
                  </a:rPr>
                  <a:t>node</a:t>
                </a:r>
              </a:p>
            </p:txBody>
          </p:sp>
          <p:sp>
            <p:nvSpPr>
              <p:cNvPr id="37" name="Isosceles Triangle 36">
                <a:extLst>
                  <a:ext uri="{FF2B5EF4-FFF2-40B4-BE49-F238E27FC236}">
                    <a16:creationId xmlns:a16="http://schemas.microsoft.com/office/drawing/2014/main" id="{91BA3D69-1C48-4E4E-ACD3-49933E7B0815}"/>
                  </a:ext>
                </a:extLst>
              </p:cNvPr>
              <p:cNvSpPr/>
              <p:nvPr/>
            </p:nvSpPr>
            <p:spPr>
              <a:xfrm>
                <a:off x="1853961" y="4853057"/>
                <a:ext cx="506484" cy="453796"/>
              </a:xfrm>
              <a:prstGeom prst="triangle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ACB4D73D-D106-40E9-9022-1752DC0E2F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endCxn id="37" idx="0"/>
              </p:cNvCxnSpPr>
              <p:nvPr/>
            </p:nvCxnSpPr>
            <p:spPr>
              <a:xfrm flipH="1">
                <a:off x="2107203" y="4476397"/>
                <a:ext cx="298263" cy="376660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58E4951-543A-4CA2-9C6D-EECDCF8AA7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endCxn id="39" idx="0"/>
              </p:cNvCxnSpPr>
              <p:nvPr/>
            </p:nvCxnSpPr>
            <p:spPr>
              <a:xfrm flipH="1">
                <a:off x="2611106" y="5195181"/>
                <a:ext cx="298263" cy="376660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Isosceles Triangle 40">
                <a:extLst>
                  <a:ext uri="{FF2B5EF4-FFF2-40B4-BE49-F238E27FC236}">
                    <a16:creationId xmlns:a16="http://schemas.microsoft.com/office/drawing/2014/main" id="{A57EA474-49B1-4A6F-ADA5-96E72873DF0D}"/>
                  </a:ext>
                </a:extLst>
              </p:cNvPr>
              <p:cNvSpPr/>
              <p:nvPr/>
            </p:nvSpPr>
            <p:spPr>
              <a:xfrm>
                <a:off x="2871190" y="6350485"/>
                <a:ext cx="506484" cy="453796"/>
              </a:xfrm>
              <a:prstGeom prst="triangle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F9BE8493-C039-4510-8148-B6ADFD70E7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endCxn id="41" idx="0"/>
              </p:cNvCxnSpPr>
              <p:nvPr/>
            </p:nvCxnSpPr>
            <p:spPr>
              <a:xfrm flipH="1">
                <a:off x="3124432" y="5973825"/>
                <a:ext cx="298263" cy="376660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Isosceles Triangle 42">
                <a:extLst>
                  <a:ext uri="{FF2B5EF4-FFF2-40B4-BE49-F238E27FC236}">
                    <a16:creationId xmlns:a16="http://schemas.microsoft.com/office/drawing/2014/main" id="{9A6F67D4-E46F-474F-B20F-3778B8407C0A}"/>
                  </a:ext>
                </a:extLst>
              </p:cNvPr>
              <p:cNvSpPr/>
              <p:nvPr/>
            </p:nvSpPr>
            <p:spPr>
              <a:xfrm>
                <a:off x="3913352" y="6356350"/>
                <a:ext cx="506484" cy="453796"/>
              </a:xfrm>
              <a:prstGeom prst="triangle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19EB84F-25CE-4DB0-AA0A-7D2FE5853A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27" idx="5"/>
                <a:endCxn id="43" idx="0"/>
              </p:cNvCxnSpPr>
              <p:nvPr/>
            </p:nvCxnSpPr>
            <p:spPr>
              <a:xfrm>
                <a:off x="3770664" y="5921018"/>
                <a:ext cx="395930" cy="435332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79BC79-A747-485D-A571-ED2C992D50E0}"/>
              </a:ext>
            </a:extLst>
          </p:cNvPr>
          <p:cNvGrpSpPr/>
          <p:nvPr/>
        </p:nvGrpSpPr>
        <p:grpSpPr>
          <a:xfrm>
            <a:off x="7372360" y="3813343"/>
            <a:ext cx="3030506" cy="2476735"/>
            <a:chOff x="8085660" y="3383329"/>
            <a:chExt cx="3030506" cy="2476735"/>
          </a:xfrm>
        </p:grpSpPr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4556DF66-134A-4ABE-9BCA-BCC4817FD7AE}"/>
                </a:ext>
              </a:extLst>
            </p:cNvPr>
            <p:cNvSpPr/>
            <p:nvPr/>
          </p:nvSpPr>
          <p:spPr>
            <a:xfrm>
              <a:off x="8966309" y="5373991"/>
              <a:ext cx="506484" cy="453796"/>
            </a:xfrm>
            <a:prstGeom prst="triangl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9D7D600-ED3D-40F6-805C-B6456A7EF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592144" y="4589482"/>
              <a:ext cx="506484" cy="521476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1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7F89AAE8-3F50-4D40-96A9-FA29298A0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245827" y="3733340"/>
              <a:ext cx="506484" cy="521476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2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80F5D51-A52F-41EF-B0C8-D68760D29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61" idx="5"/>
            </p:cNvCxnSpPr>
            <p:nvPr/>
          </p:nvCxnSpPr>
          <p:spPr>
            <a:xfrm>
              <a:off x="9024455" y="5034590"/>
              <a:ext cx="221372" cy="307297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60327C3-8C40-4856-9511-AB85720B6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034683" y="4525828"/>
              <a:ext cx="506484" cy="521476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3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6D67659-14DE-466C-AB25-EAAF6F5E7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62" idx="5"/>
            </p:cNvCxnSpPr>
            <p:nvPr/>
          </p:nvCxnSpPr>
          <p:spPr>
            <a:xfrm>
              <a:off x="9678138" y="4178448"/>
              <a:ext cx="446898" cy="411034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43971BF-D520-4CF7-8F6D-E5011C45814B}"/>
                </a:ext>
              </a:extLst>
            </p:cNvPr>
            <p:cNvSpPr txBox="1"/>
            <p:nvPr/>
          </p:nvSpPr>
          <p:spPr>
            <a:xfrm>
              <a:off x="8966309" y="3383329"/>
              <a:ext cx="12033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EB6E19"/>
                  </a:solidFill>
                  <a:latin typeface="Consolas" panose="020B0609020204030204" pitchFamily="49" charset="0"/>
                </a:rPr>
                <a:t>newParent</a:t>
              </a:r>
              <a:endParaRPr lang="en-US" sz="1200" dirty="0">
                <a:solidFill>
                  <a:srgbClr val="EB6E19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7D238E92-3C60-48F1-A1B6-992E5DD0D01E}"/>
                </a:ext>
              </a:extLst>
            </p:cNvPr>
            <p:cNvSpPr/>
            <p:nvPr/>
          </p:nvSpPr>
          <p:spPr>
            <a:xfrm>
              <a:off x="8085660" y="5400073"/>
              <a:ext cx="506484" cy="453796"/>
            </a:xfrm>
            <a:prstGeom prst="triangl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A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DC858EFE-12EC-47F8-A37E-47C68AB5F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52" idx="0"/>
            </p:cNvCxnSpPr>
            <p:nvPr/>
          </p:nvCxnSpPr>
          <p:spPr>
            <a:xfrm flipH="1">
              <a:off x="8338902" y="5023413"/>
              <a:ext cx="298263" cy="376660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4FEB0D9-3F33-46A6-A65F-DFF9F7D021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62" idx="3"/>
            </p:cNvCxnSpPr>
            <p:nvPr/>
          </p:nvCxnSpPr>
          <p:spPr>
            <a:xfrm flipH="1">
              <a:off x="9003962" y="4178448"/>
              <a:ext cx="316038" cy="460831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11308F45-4447-4565-B56C-306AF8DD91EF}"/>
                </a:ext>
              </a:extLst>
            </p:cNvPr>
            <p:cNvSpPr/>
            <p:nvPr/>
          </p:nvSpPr>
          <p:spPr>
            <a:xfrm>
              <a:off x="9567520" y="5400403"/>
              <a:ext cx="506484" cy="453796"/>
            </a:xfrm>
            <a:prstGeom prst="triangl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C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64F52A9-9FD2-4313-9153-DF68C3A43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55" idx="0"/>
            </p:cNvCxnSpPr>
            <p:nvPr/>
          </p:nvCxnSpPr>
          <p:spPr>
            <a:xfrm flipH="1">
              <a:off x="9820762" y="5023743"/>
              <a:ext cx="298263" cy="376660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436F3C5E-4E71-45FF-9FB8-6A93865A4A1A}"/>
                </a:ext>
              </a:extLst>
            </p:cNvPr>
            <p:cNvSpPr/>
            <p:nvPr/>
          </p:nvSpPr>
          <p:spPr>
            <a:xfrm>
              <a:off x="10609682" y="5406268"/>
              <a:ext cx="506484" cy="453796"/>
            </a:xfrm>
            <a:prstGeom prst="triangl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F758CC8-8724-4A6F-824E-21F812D82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64" idx="5"/>
              <a:endCxn id="57" idx="0"/>
            </p:cNvCxnSpPr>
            <p:nvPr/>
          </p:nvCxnSpPr>
          <p:spPr>
            <a:xfrm>
              <a:off x="10466994" y="4970936"/>
              <a:ext cx="395930" cy="435332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333ACDA-027B-468D-A4E2-90EBA8F96331}"/>
              </a:ext>
            </a:extLst>
          </p:cNvPr>
          <p:cNvSpPr txBox="1"/>
          <p:nvPr/>
        </p:nvSpPr>
        <p:spPr>
          <a:xfrm>
            <a:off x="1052734" y="1598601"/>
            <a:ext cx="60946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rotateLeft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grandchild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-&gt;right-&gt;left; </a:t>
            </a:r>
          </a:p>
          <a:p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newParent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-&gt;right; </a:t>
            </a:r>
          </a:p>
          <a:p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newParent</a:t>
            </a:r>
            <a:r>
              <a:rPr lang="en-US" sz="1400" b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&gt;left = 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;  </a:t>
            </a:r>
          </a:p>
          <a:p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-&gt;right = </a:t>
            </a:r>
            <a:r>
              <a:rPr lang="en-US" sz="1400" b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grandchild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newParent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14090C6-1E32-4A84-89A4-015860BF6733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6" name="Picture 2">
              <a:extLst>
                <a:ext uri="{FF2B5EF4-FFF2-40B4-BE49-F238E27FC236}">
                  <a16:creationId xmlns:a16="http://schemas.microsoft.com/office/drawing/2014/main" id="{D65AB7F7-5D91-4915-944F-DD007EE81D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46" descr="Logo COP3530">
              <a:extLst>
                <a:ext uri="{FF2B5EF4-FFF2-40B4-BE49-F238E27FC236}">
                  <a16:creationId xmlns:a16="http://schemas.microsoft.com/office/drawing/2014/main" id="{685D020B-6AF6-4826-ACD7-C0C1EE1B07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9467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Left Rotation: Right </a:t>
            </a:r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Right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045DAC6-4C19-497C-B6DB-526AC8BBC21E}"/>
              </a:ext>
            </a:extLst>
          </p:cNvPr>
          <p:cNvCxnSpPr>
            <a:cxnSpLocks/>
          </p:cNvCxnSpPr>
          <p:nvPr/>
        </p:nvCxnSpPr>
        <p:spPr>
          <a:xfrm>
            <a:off x="5270206" y="4954734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1D5E3-460F-4F5E-B48E-C84E812D0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14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FCAB1C-B583-479E-B25E-3D9A1073D413}"/>
              </a:ext>
            </a:extLst>
          </p:cNvPr>
          <p:cNvGrpSpPr/>
          <p:nvPr/>
        </p:nvGrpSpPr>
        <p:grpSpPr>
          <a:xfrm>
            <a:off x="2507009" y="3525045"/>
            <a:ext cx="2565875" cy="2891782"/>
            <a:chOff x="1853961" y="3918364"/>
            <a:chExt cx="2565875" cy="2891782"/>
          </a:xfrm>
        </p:grpSpPr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1DBB6333-1F8D-43B8-A6E3-A38FC550DB1A}"/>
                </a:ext>
              </a:extLst>
            </p:cNvPr>
            <p:cNvSpPr/>
            <p:nvPr/>
          </p:nvSpPr>
          <p:spPr>
            <a:xfrm>
              <a:off x="2357864" y="5571841"/>
              <a:ext cx="506484" cy="453796"/>
            </a:xfrm>
            <a:prstGeom prst="triangl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B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6FA5AEF-0808-4469-9183-31A82C0E360F}"/>
                </a:ext>
              </a:extLst>
            </p:cNvPr>
            <p:cNvGrpSpPr/>
            <p:nvPr/>
          </p:nvGrpSpPr>
          <p:grpSpPr>
            <a:xfrm>
              <a:off x="1853961" y="3918364"/>
              <a:ext cx="2565875" cy="2891782"/>
              <a:chOff x="1853961" y="3918364"/>
              <a:chExt cx="2565875" cy="2891782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EC670F9-8037-4E83-BC79-2544FCB95E5F}"/>
                  </a:ext>
                </a:extLst>
              </p:cNvPr>
              <p:cNvGrpSpPr/>
              <p:nvPr/>
            </p:nvGrpSpPr>
            <p:grpSpPr>
              <a:xfrm>
                <a:off x="2315524" y="3999012"/>
                <a:ext cx="1529313" cy="1998374"/>
                <a:chOff x="8246490" y="4139116"/>
                <a:chExt cx="1932703" cy="245288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E4826685-4C50-4123-9A42-2010E9C1DFB6}"/>
                    </a:ext>
                  </a:extLst>
                </p:cNvPr>
                <p:cNvGrpSpPr/>
                <p:nvPr/>
              </p:nvGrpSpPr>
              <p:grpSpPr>
                <a:xfrm>
                  <a:off x="8246490" y="4139116"/>
                  <a:ext cx="1932703" cy="2452880"/>
                  <a:chOff x="8246490" y="4139116"/>
                  <a:chExt cx="1932703" cy="2452880"/>
                </a:xfrm>
              </p:grpSpPr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6C863064-836F-4BDF-8F55-E1B57D684F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/>
                </p:nvSpPr>
                <p:spPr>
                  <a:xfrm>
                    <a:off x="8246490" y="4139116"/>
                    <a:ext cx="640080" cy="64008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latin typeface="Gotham Bold" pitchFamily="50" charset="0"/>
                      </a:rPr>
                      <a:t>1</a:t>
                    </a:r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E6CB40CC-9187-4942-A601-2C24A5C2170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/>
                </p:nvSpPr>
                <p:spPr>
                  <a:xfrm>
                    <a:off x="8886570" y="5055604"/>
                    <a:ext cx="640080" cy="64008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latin typeface="Gotham Bold" pitchFamily="50" charset="0"/>
                      </a:rPr>
                      <a:t>2</a:t>
                    </a:r>
                  </a:p>
                </p:txBody>
              </p: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35EC04BC-564A-4809-9DBB-5317026130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  <a:stCxn id="24" idx="5"/>
                  </p:cNvCxnSpPr>
                  <p:nvPr/>
                </p:nvCxnSpPr>
                <p:spPr>
                  <a:xfrm>
                    <a:off x="8792832" y="4685458"/>
                    <a:ext cx="279764" cy="377188"/>
                  </a:xfrm>
                  <a:prstGeom prst="straightConnector1">
                    <a:avLst/>
                  </a:prstGeom>
                  <a:ln w="28575">
                    <a:solidFill>
                      <a:schemeClr val="tx1">
                        <a:lumMod val="75000"/>
                        <a:lumOff val="2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81078D77-0EE1-42CD-81CE-F72DA6D09E5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/>
                  <p:nvPr/>
                </p:nvSpPr>
                <p:spPr>
                  <a:xfrm>
                    <a:off x="9539113" y="5951916"/>
                    <a:ext cx="640080" cy="64008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latin typeface="Gotham Bold" pitchFamily="50" charset="0"/>
                      </a:rPr>
                      <a:t>3</a:t>
                    </a:r>
                  </a:p>
                </p:txBody>
              </p:sp>
            </p:grp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01D00BD1-A949-49C2-A8FC-1BE401E82F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18036" y="5579533"/>
                  <a:ext cx="235262" cy="450515"/>
                </a:xfrm>
                <a:prstGeom prst="straightConnector1">
                  <a:avLst/>
                </a:prstGeom>
                <a:ln w="28575">
                  <a:solidFill>
                    <a:schemeClr val="tx1">
                      <a:lumMod val="75000"/>
                      <a:lumOff val="2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49207A-652A-425A-B903-8768712930E9}"/>
                  </a:ext>
                </a:extLst>
              </p:cNvPr>
              <p:cNvSpPr txBox="1"/>
              <p:nvPr/>
            </p:nvSpPr>
            <p:spPr>
              <a:xfrm>
                <a:off x="2906472" y="3918364"/>
                <a:ext cx="76447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EB6E19"/>
                    </a:solidFill>
                    <a:latin typeface="Consolas" panose="020B0609020204030204" pitchFamily="49" charset="0"/>
                  </a:rPr>
                  <a:t>node</a:t>
                </a:r>
              </a:p>
            </p:txBody>
          </p:sp>
          <p:sp>
            <p:nvSpPr>
              <p:cNvPr id="37" name="Isosceles Triangle 36">
                <a:extLst>
                  <a:ext uri="{FF2B5EF4-FFF2-40B4-BE49-F238E27FC236}">
                    <a16:creationId xmlns:a16="http://schemas.microsoft.com/office/drawing/2014/main" id="{91BA3D69-1C48-4E4E-ACD3-49933E7B0815}"/>
                  </a:ext>
                </a:extLst>
              </p:cNvPr>
              <p:cNvSpPr/>
              <p:nvPr/>
            </p:nvSpPr>
            <p:spPr>
              <a:xfrm>
                <a:off x="1853961" y="4853057"/>
                <a:ext cx="506484" cy="453796"/>
              </a:xfrm>
              <a:prstGeom prst="triangle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ACB4D73D-D106-40E9-9022-1752DC0E2F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endCxn id="37" idx="0"/>
              </p:cNvCxnSpPr>
              <p:nvPr/>
            </p:nvCxnSpPr>
            <p:spPr>
              <a:xfrm flipH="1">
                <a:off x="2107203" y="4476397"/>
                <a:ext cx="298263" cy="376660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58E4951-543A-4CA2-9C6D-EECDCF8AA7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endCxn id="39" idx="0"/>
              </p:cNvCxnSpPr>
              <p:nvPr/>
            </p:nvCxnSpPr>
            <p:spPr>
              <a:xfrm flipH="1">
                <a:off x="2611106" y="5195181"/>
                <a:ext cx="298263" cy="376660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Isosceles Triangle 40">
                <a:extLst>
                  <a:ext uri="{FF2B5EF4-FFF2-40B4-BE49-F238E27FC236}">
                    <a16:creationId xmlns:a16="http://schemas.microsoft.com/office/drawing/2014/main" id="{A57EA474-49B1-4A6F-ADA5-96E72873DF0D}"/>
                  </a:ext>
                </a:extLst>
              </p:cNvPr>
              <p:cNvSpPr/>
              <p:nvPr/>
            </p:nvSpPr>
            <p:spPr>
              <a:xfrm>
                <a:off x="2871190" y="6350485"/>
                <a:ext cx="506484" cy="453796"/>
              </a:xfrm>
              <a:prstGeom prst="triangle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F9BE8493-C039-4510-8148-B6ADFD70E7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endCxn id="41" idx="0"/>
              </p:cNvCxnSpPr>
              <p:nvPr/>
            </p:nvCxnSpPr>
            <p:spPr>
              <a:xfrm flipH="1">
                <a:off x="3124432" y="5973825"/>
                <a:ext cx="298263" cy="376660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Isosceles Triangle 42">
                <a:extLst>
                  <a:ext uri="{FF2B5EF4-FFF2-40B4-BE49-F238E27FC236}">
                    <a16:creationId xmlns:a16="http://schemas.microsoft.com/office/drawing/2014/main" id="{9A6F67D4-E46F-474F-B20F-3778B8407C0A}"/>
                  </a:ext>
                </a:extLst>
              </p:cNvPr>
              <p:cNvSpPr/>
              <p:nvPr/>
            </p:nvSpPr>
            <p:spPr>
              <a:xfrm>
                <a:off x="3913352" y="6356350"/>
                <a:ext cx="506484" cy="453796"/>
              </a:xfrm>
              <a:prstGeom prst="triangle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19EB84F-25CE-4DB0-AA0A-7D2FE5853A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27" idx="5"/>
                <a:endCxn id="43" idx="0"/>
              </p:cNvCxnSpPr>
              <p:nvPr/>
            </p:nvCxnSpPr>
            <p:spPr>
              <a:xfrm>
                <a:off x="3770664" y="5921018"/>
                <a:ext cx="395930" cy="435332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79BC79-A747-485D-A571-ED2C992D50E0}"/>
              </a:ext>
            </a:extLst>
          </p:cNvPr>
          <p:cNvGrpSpPr/>
          <p:nvPr/>
        </p:nvGrpSpPr>
        <p:grpSpPr>
          <a:xfrm>
            <a:off x="7372360" y="3813343"/>
            <a:ext cx="3030506" cy="2476735"/>
            <a:chOff x="8085660" y="3383329"/>
            <a:chExt cx="3030506" cy="2476735"/>
          </a:xfrm>
        </p:grpSpPr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4556DF66-134A-4ABE-9BCA-BCC4817FD7AE}"/>
                </a:ext>
              </a:extLst>
            </p:cNvPr>
            <p:cNvSpPr/>
            <p:nvPr/>
          </p:nvSpPr>
          <p:spPr>
            <a:xfrm>
              <a:off x="8966309" y="5373991"/>
              <a:ext cx="506484" cy="453796"/>
            </a:xfrm>
            <a:prstGeom prst="triangl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9D7D600-ED3D-40F6-805C-B6456A7EF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592144" y="4589482"/>
              <a:ext cx="506484" cy="521476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1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7F89AAE8-3F50-4D40-96A9-FA29298A0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245827" y="3733340"/>
              <a:ext cx="506484" cy="521476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2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80F5D51-A52F-41EF-B0C8-D68760D29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61" idx="5"/>
            </p:cNvCxnSpPr>
            <p:nvPr/>
          </p:nvCxnSpPr>
          <p:spPr>
            <a:xfrm>
              <a:off x="9024455" y="5034590"/>
              <a:ext cx="221372" cy="307297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60327C3-8C40-4856-9511-AB85720B6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034683" y="4525828"/>
              <a:ext cx="506484" cy="521476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3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6D67659-14DE-466C-AB25-EAAF6F5E7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62" idx="5"/>
            </p:cNvCxnSpPr>
            <p:nvPr/>
          </p:nvCxnSpPr>
          <p:spPr>
            <a:xfrm>
              <a:off x="9678138" y="4178448"/>
              <a:ext cx="446898" cy="411034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43971BF-D520-4CF7-8F6D-E5011C45814B}"/>
                </a:ext>
              </a:extLst>
            </p:cNvPr>
            <p:cNvSpPr txBox="1"/>
            <p:nvPr/>
          </p:nvSpPr>
          <p:spPr>
            <a:xfrm>
              <a:off x="8966309" y="3383329"/>
              <a:ext cx="12033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EB6E19"/>
                  </a:solidFill>
                  <a:latin typeface="Consolas" panose="020B0609020204030204" pitchFamily="49" charset="0"/>
                </a:rPr>
                <a:t>newParent</a:t>
              </a:r>
              <a:endParaRPr lang="en-US" sz="1200" dirty="0">
                <a:solidFill>
                  <a:srgbClr val="EB6E19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7D238E92-3C60-48F1-A1B6-992E5DD0D01E}"/>
                </a:ext>
              </a:extLst>
            </p:cNvPr>
            <p:cNvSpPr/>
            <p:nvPr/>
          </p:nvSpPr>
          <p:spPr>
            <a:xfrm>
              <a:off x="8085660" y="5400073"/>
              <a:ext cx="506484" cy="453796"/>
            </a:xfrm>
            <a:prstGeom prst="triangl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A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DC858EFE-12EC-47F8-A37E-47C68AB5F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52" idx="0"/>
            </p:cNvCxnSpPr>
            <p:nvPr/>
          </p:nvCxnSpPr>
          <p:spPr>
            <a:xfrm flipH="1">
              <a:off x="8338902" y="5023413"/>
              <a:ext cx="298263" cy="376660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4FEB0D9-3F33-46A6-A65F-DFF9F7D021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62" idx="3"/>
            </p:cNvCxnSpPr>
            <p:nvPr/>
          </p:nvCxnSpPr>
          <p:spPr>
            <a:xfrm flipH="1">
              <a:off x="9003962" y="4178448"/>
              <a:ext cx="316038" cy="460831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11308F45-4447-4565-B56C-306AF8DD91EF}"/>
                </a:ext>
              </a:extLst>
            </p:cNvPr>
            <p:cNvSpPr/>
            <p:nvPr/>
          </p:nvSpPr>
          <p:spPr>
            <a:xfrm>
              <a:off x="9567520" y="5400403"/>
              <a:ext cx="506484" cy="453796"/>
            </a:xfrm>
            <a:prstGeom prst="triangl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C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64F52A9-9FD2-4313-9153-DF68C3A43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55" idx="0"/>
            </p:cNvCxnSpPr>
            <p:nvPr/>
          </p:nvCxnSpPr>
          <p:spPr>
            <a:xfrm flipH="1">
              <a:off x="9820762" y="5023743"/>
              <a:ext cx="298263" cy="376660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436F3C5E-4E71-45FF-9FB8-6A93865A4A1A}"/>
                </a:ext>
              </a:extLst>
            </p:cNvPr>
            <p:cNvSpPr/>
            <p:nvPr/>
          </p:nvSpPr>
          <p:spPr>
            <a:xfrm>
              <a:off x="10609682" y="5406268"/>
              <a:ext cx="506484" cy="453796"/>
            </a:xfrm>
            <a:prstGeom prst="triangl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F758CC8-8724-4A6F-824E-21F812D82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64" idx="5"/>
              <a:endCxn id="57" idx="0"/>
            </p:cNvCxnSpPr>
            <p:nvPr/>
          </p:nvCxnSpPr>
          <p:spPr>
            <a:xfrm>
              <a:off x="10466994" y="4970936"/>
              <a:ext cx="395930" cy="435332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333ACDA-027B-468D-A4E2-90EBA8F96331}"/>
              </a:ext>
            </a:extLst>
          </p:cNvPr>
          <p:cNvSpPr txBox="1"/>
          <p:nvPr/>
        </p:nvSpPr>
        <p:spPr>
          <a:xfrm>
            <a:off x="1052734" y="1598601"/>
            <a:ext cx="60946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rotateLeft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grandchild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-&gt;right-&gt;left; </a:t>
            </a:r>
          </a:p>
          <a:p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newParent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-&gt;right; </a:t>
            </a:r>
          </a:p>
          <a:p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newParent</a:t>
            </a:r>
            <a:r>
              <a:rPr lang="en-US" sz="1400" b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&gt;left = 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;  </a:t>
            </a:r>
          </a:p>
          <a:p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-&gt;right = </a:t>
            </a:r>
            <a:r>
              <a:rPr lang="en-US" sz="1400" b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grandchild</a:t>
            </a:r>
            <a:r>
              <a: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newParent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9E2023-BAE4-40E4-99BF-FC93D8339672}"/>
              </a:ext>
            </a:extLst>
          </p:cNvPr>
          <p:cNvSpPr txBox="1"/>
          <p:nvPr/>
        </p:nvSpPr>
        <p:spPr>
          <a:xfrm>
            <a:off x="6332637" y="2756157"/>
            <a:ext cx="55496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B6E19"/>
                </a:solidFill>
                <a:latin typeface="Gotham Bold" pitchFamily="50" charset="0"/>
              </a:rPr>
              <a:t>Take Constant Time, O(1)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F5275F8-819C-49E0-BFE9-F3319D24851C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7" name="Picture 2">
              <a:extLst>
                <a:ext uri="{FF2B5EF4-FFF2-40B4-BE49-F238E27FC236}">
                  <a16:creationId xmlns:a16="http://schemas.microsoft.com/office/drawing/2014/main" id="{4E8E0ECE-5C4D-4B6A-9B4B-48C16BD3B0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48" descr="Logo COP3530">
              <a:extLst>
                <a:ext uri="{FF2B5EF4-FFF2-40B4-BE49-F238E27FC236}">
                  <a16:creationId xmlns:a16="http://schemas.microsoft.com/office/drawing/2014/main" id="{F7362948-B3F0-47C9-A591-09F8F16F8B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6878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Right Rotation: Left </a:t>
            </a:r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Left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C29AF6-38D8-47E3-901F-9DD3C9119489}"/>
              </a:ext>
            </a:extLst>
          </p:cNvPr>
          <p:cNvCxnSpPr>
            <a:cxnSpLocks/>
          </p:cNvCxnSpPr>
          <p:nvPr/>
        </p:nvCxnSpPr>
        <p:spPr>
          <a:xfrm>
            <a:off x="4351483" y="3034471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C56D54F-01C6-4A8B-84FC-FD32741D5D9B}"/>
              </a:ext>
            </a:extLst>
          </p:cNvPr>
          <p:cNvGrpSpPr/>
          <p:nvPr/>
        </p:nvGrpSpPr>
        <p:grpSpPr>
          <a:xfrm flipH="1">
            <a:off x="2027799" y="2220123"/>
            <a:ext cx="1529313" cy="1998374"/>
            <a:chOff x="8246490" y="4139116"/>
            <a:chExt cx="1932703" cy="245288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ED0F4D3-BA8B-4BFC-8A33-10BC0098C8A2}"/>
                </a:ext>
              </a:extLst>
            </p:cNvPr>
            <p:cNvGrpSpPr/>
            <p:nvPr/>
          </p:nvGrpSpPr>
          <p:grpSpPr>
            <a:xfrm>
              <a:off x="8246490" y="4139116"/>
              <a:ext cx="1932703" cy="2452880"/>
              <a:chOff x="8246490" y="4139116"/>
              <a:chExt cx="1932703" cy="245288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E909DB1-CE9D-4C64-A607-4FC0F8D921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0CAB689-247C-42BB-8F7A-F92B26CAD6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886570" y="505560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43AFCAD-C50A-4044-BFC8-A8AD93887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21" idx="5"/>
              </p:cNvCxnSpPr>
              <p:nvPr/>
            </p:nvCxnSpPr>
            <p:spPr>
              <a:xfrm>
                <a:off x="8792832" y="4685458"/>
                <a:ext cx="279764" cy="377188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28D2300-E120-4AFA-9EAE-C230CE54C5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39113" y="59519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FEEF048-C4F5-4A8E-A5D5-982C930BF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418036" y="5579533"/>
              <a:ext cx="235262" cy="450515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405E10-A4E9-4454-8E6C-D2745497F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15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8488CC-9C9D-4B8D-8487-C5CA09EBB555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A324ADC1-D3D2-4E39-B273-669912A7F6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EF8D0784-D5A8-4B01-BDC5-7E86E45BFB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3888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Right Rotation: Left </a:t>
            </a:r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Left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CD04DC-C774-4E06-98A1-83A0D7F9005D}"/>
              </a:ext>
            </a:extLst>
          </p:cNvPr>
          <p:cNvGrpSpPr/>
          <p:nvPr/>
        </p:nvGrpSpPr>
        <p:grpSpPr>
          <a:xfrm>
            <a:off x="6380575" y="2439302"/>
            <a:ext cx="2392770" cy="1658975"/>
            <a:chOff x="7488322" y="4139116"/>
            <a:chExt cx="2392770" cy="1658975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298B1FB-620C-46BE-960B-B2B1E71BCFA7}"/>
                </a:ext>
              </a:extLst>
            </p:cNvPr>
            <p:cNvGrpSpPr/>
            <p:nvPr/>
          </p:nvGrpSpPr>
          <p:grpSpPr>
            <a:xfrm>
              <a:off x="7488322" y="4139116"/>
              <a:ext cx="2392770" cy="1658975"/>
              <a:chOff x="7488322" y="4139116"/>
              <a:chExt cx="2392770" cy="165897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0CBC9D7-4497-4F11-8C9A-5A15FB9A2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C899873-E39E-418C-8067-E881471314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241012" y="5158011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9820B4D9-B5E6-4315-B7CF-0515C08374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50" idx="5"/>
                <a:endCxn id="51" idx="1"/>
              </p:cNvCxnSpPr>
              <p:nvPr/>
            </p:nvCxnSpPr>
            <p:spPr>
              <a:xfrm>
                <a:off x="8792832" y="4685458"/>
                <a:ext cx="541918" cy="56629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434E03F-F2E6-4F1E-BA30-DD68BB502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488322" y="51393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A5FAA14-6497-44C4-8AC3-D8B3D2630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3647" y="4719960"/>
              <a:ext cx="489511" cy="3983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C29AF6-38D8-47E3-901F-9DD3C9119489}"/>
              </a:ext>
            </a:extLst>
          </p:cNvPr>
          <p:cNvCxnSpPr>
            <a:cxnSpLocks/>
          </p:cNvCxnSpPr>
          <p:nvPr/>
        </p:nvCxnSpPr>
        <p:spPr>
          <a:xfrm>
            <a:off x="4351483" y="3034471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C56D54F-01C6-4A8B-84FC-FD32741D5D9B}"/>
              </a:ext>
            </a:extLst>
          </p:cNvPr>
          <p:cNvGrpSpPr/>
          <p:nvPr/>
        </p:nvGrpSpPr>
        <p:grpSpPr>
          <a:xfrm flipH="1">
            <a:off x="2027799" y="2220123"/>
            <a:ext cx="1529313" cy="1998374"/>
            <a:chOff x="8246490" y="4139116"/>
            <a:chExt cx="1932703" cy="245288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ED0F4D3-BA8B-4BFC-8A33-10BC0098C8A2}"/>
                </a:ext>
              </a:extLst>
            </p:cNvPr>
            <p:cNvGrpSpPr/>
            <p:nvPr/>
          </p:nvGrpSpPr>
          <p:grpSpPr>
            <a:xfrm>
              <a:off x="8246490" y="4139116"/>
              <a:ext cx="1932703" cy="2452880"/>
              <a:chOff x="8246490" y="4139116"/>
              <a:chExt cx="1932703" cy="245288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E909DB1-CE9D-4C64-A607-4FC0F8D921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0CAB689-247C-42BB-8F7A-F92B26CAD6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886570" y="505560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43AFCAD-C50A-4044-BFC8-A8AD93887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21" idx="5"/>
              </p:cNvCxnSpPr>
              <p:nvPr/>
            </p:nvCxnSpPr>
            <p:spPr>
              <a:xfrm>
                <a:off x="8792832" y="4685458"/>
                <a:ext cx="279764" cy="377188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28D2300-E120-4AFA-9EAE-C230CE54C5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39113" y="59519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FEEF048-C4F5-4A8E-A5D5-982C930BF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418036" y="5579533"/>
              <a:ext cx="235262" cy="450515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80D35E8-98B0-4AAC-8A12-CA4570C8896D}"/>
              </a:ext>
            </a:extLst>
          </p:cNvPr>
          <p:cNvSpPr/>
          <p:nvPr/>
        </p:nvSpPr>
        <p:spPr>
          <a:xfrm>
            <a:off x="4210001" y="2550427"/>
            <a:ext cx="1898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Right Rotation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64B5AB-4F88-41DB-969C-4E66EBEB1D8A}"/>
              </a:ext>
            </a:extLst>
          </p:cNvPr>
          <p:cNvSpPr/>
          <p:nvPr/>
        </p:nvSpPr>
        <p:spPr>
          <a:xfrm>
            <a:off x="4103403" y="5083182"/>
            <a:ext cx="19925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81E2"/>
                </a:solidFill>
                <a:latin typeface="Gotham Bold" pitchFamily="50" charset="0"/>
              </a:rPr>
              <a:t>Single Rotation</a:t>
            </a:r>
            <a:endParaRPr lang="en-US" dirty="0">
              <a:solidFill>
                <a:srgbClr val="0081E2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4C6F94-122B-4F20-AB53-5C0215F078A2}"/>
              </a:ext>
            </a:extLst>
          </p:cNvPr>
          <p:cNvSpPr/>
          <p:nvPr/>
        </p:nvSpPr>
        <p:spPr>
          <a:xfrm>
            <a:off x="4699596" y="3202269"/>
            <a:ext cx="668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At 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5CAD7D-ED56-486F-B542-BA0CAD12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16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EFA7EA8-B0E2-4DA5-8125-625CB1604597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41958F6C-AFF2-484C-AEAB-FA40494214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Logo COP3530">
              <a:extLst>
                <a:ext uri="{FF2B5EF4-FFF2-40B4-BE49-F238E27FC236}">
                  <a16:creationId xmlns:a16="http://schemas.microsoft.com/office/drawing/2014/main" id="{1B1424E0-364F-490D-B4DC-71BD0504AB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227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Right Left Rotation: Right Left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C29AF6-38D8-47E3-901F-9DD3C9119489}"/>
              </a:ext>
            </a:extLst>
          </p:cNvPr>
          <p:cNvCxnSpPr>
            <a:cxnSpLocks/>
          </p:cNvCxnSpPr>
          <p:nvPr/>
        </p:nvCxnSpPr>
        <p:spPr>
          <a:xfrm>
            <a:off x="3336600" y="3079382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3B6A382-85D3-4A0F-BC48-7CDB9EE7764A}"/>
              </a:ext>
            </a:extLst>
          </p:cNvPr>
          <p:cNvGrpSpPr/>
          <p:nvPr/>
        </p:nvGrpSpPr>
        <p:grpSpPr>
          <a:xfrm>
            <a:off x="1687808" y="2163036"/>
            <a:ext cx="1397683" cy="1935241"/>
            <a:chOff x="8246490" y="4139116"/>
            <a:chExt cx="1766353" cy="237538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3BEBA5A-170D-491C-B143-FAB8EF09E260}"/>
                </a:ext>
              </a:extLst>
            </p:cNvPr>
            <p:cNvGrpSpPr/>
            <p:nvPr/>
          </p:nvGrpSpPr>
          <p:grpSpPr>
            <a:xfrm>
              <a:off x="8246490" y="4139116"/>
              <a:ext cx="1766353" cy="2375388"/>
              <a:chOff x="8246490" y="4139116"/>
              <a:chExt cx="1766353" cy="2375388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75CC668-3EC5-4AB3-BFC8-494E41585B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0023BCA2-F807-4450-BABB-2E7F70DFC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81C5D153-1271-4BE4-8D4D-C34DFEE475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28" idx="5"/>
              </p:cNvCxnSpPr>
              <p:nvPr/>
            </p:nvCxnSpPr>
            <p:spPr>
              <a:xfrm>
                <a:off x="8792832" y="4685458"/>
                <a:ext cx="639614" cy="378651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250BD13-1B39-43D8-A7AF-5E02D124A0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0842" y="587442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9848711-E51A-43B6-8336-C27EFA49E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6737" y="5553587"/>
              <a:ext cx="489511" cy="3983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F9DCA4-2DC4-420F-ABF0-B9396BE4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17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F0526E7-9F24-473E-ACAA-24250832054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D2950EBB-F097-48D8-8E5A-7C28D442A9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Logo COP3530">
              <a:extLst>
                <a:ext uri="{FF2B5EF4-FFF2-40B4-BE49-F238E27FC236}">
                  <a16:creationId xmlns:a16="http://schemas.microsoft.com/office/drawing/2014/main" id="{83B841DE-6360-4783-8C70-2914214B3B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174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Right Left Rotation: Right Left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CD04DC-C774-4E06-98A1-83A0D7F9005D}"/>
              </a:ext>
            </a:extLst>
          </p:cNvPr>
          <p:cNvGrpSpPr/>
          <p:nvPr/>
        </p:nvGrpSpPr>
        <p:grpSpPr>
          <a:xfrm>
            <a:off x="8319907" y="2423774"/>
            <a:ext cx="2392770" cy="1658975"/>
            <a:chOff x="7488322" y="4139116"/>
            <a:chExt cx="2392770" cy="1658975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298B1FB-620C-46BE-960B-B2B1E71BCFA7}"/>
                </a:ext>
              </a:extLst>
            </p:cNvPr>
            <p:cNvGrpSpPr/>
            <p:nvPr/>
          </p:nvGrpSpPr>
          <p:grpSpPr>
            <a:xfrm>
              <a:off x="7488322" y="4139116"/>
              <a:ext cx="2392770" cy="1658975"/>
              <a:chOff x="7488322" y="4139116"/>
              <a:chExt cx="2392770" cy="165897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0CBC9D7-4497-4F11-8C9A-5A15FB9A2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C899873-E39E-418C-8067-E881471314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241012" y="5158011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9820B4D9-B5E6-4315-B7CF-0515C08374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50" idx="5"/>
                <a:endCxn id="51" idx="1"/>
              </p:cNvCxnSpPr>
              <p:nvPr/>
            </p:nvCxnSpPr>
            <p:spPr>
              <a:xfrm>
                <a:off x="8792832" y="4685458"/>
                <a:ext cx="541918" cy="56629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434E03F-F2E6-4F1E-BA30-DD68BB502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488322" y="51393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A5FAA14-6497-44C4-8AC3-D8B3D2630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3647" y="4719960"/>
              <a:ext cx="489511" cy="3983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C29AF6-38D8-47E3-901F-9DD3C9119489}"/>
              </a:ext>
            </a:extLst>
          </p:cNvPr>
          <p:cNvCxnSpPr>
            <a:cxnSpLocks/>
          </p:cNvCxnSpPr>
          <p:nvPr/>
        </p:nvCxnSpPr>
        <p:spPr>
          <a:xfrm>
            <a:off x="3336600" y="3079382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3B6A382-85D3-4A0F-BC48-7CDB9EE7764A}"/>
              </a:ext>
            </a:extLst>
          </p:cNvPr>
          <p:cNvGrpSpPr/>
          <p:nvPr/>
        </p:nvGrpSpPr>
        <p:grpSpPr>
          <a:xfrm>
            <a:off x="1687808" y="2163036"/>
            <a:ext cx="1397683" cy="1935241"/>
            <a:chOff x="8246490" y="4139116"/>
            <a:chExt cx="1766353" cy="237538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3BEBA5A-170D-491C-B143-FAB8EF09E260}"/>
                </a:ext>
              </a:extLst>
            </p:cNvPr>
            <p:cNvGrpSpPr/>
            <p:nvPr/>
          </p:nvGrpSpPr>
          <p:grpSpPr>
            <a:xfrm>
              <a:off x="8246490" y="4139116"/>
              <a:ext cx="1766353" cy="2375388"/>
              <a:chOff x="8246490" y="4139116"/>
              <a:chExt cx="1766353" cy="2375388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75CC668-3EC5-4AB3-BFC8-494E41585B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0023BCA2-F807-4450-BABB-2E7F70DFC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81C5D153-1271-4BE4-8D4D-C34DFEE475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28" idx="5"/>
              </p:cNvCxnSpPr>
              <p:nvPr/>
            </p:nvCxnSpPr>
            <p:spPr>
              <a:xfrm>
                <a:off x="8792832" y="4685458"/>
                <a:ext cx="639614" cy="378651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250BD13-1B39-43D8-A7AF-5E02D124A0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0842" y="587442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9848711-E51A-43B6-8336-C27EFA49E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6737" y="5553587"/>
              <a:ext cx="489511" cy="3983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0EDAD4B-1558-493B-88D8-7C629CB9D902}"/>
              </a:ext>
            </a:extLst>
          </p:cNvPr>
          <p:cNvCxnSpPr>
            <a:cxnSpLocks/>
          </p:cNvCxnSpPr>
          <p:nvPr/>
        </p:nvCxnSpPr>
        <p:spPr>
          <a:xfrm>
            <a:off x="6764763" y="3063681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3A20453-583A-4A93-BA0D-19FA27779BB4}"/>
              </a:ext>
            </a:extLst>
          </p:cNvPr>
          <p:cNvGrpSpPr/>
          <p:nvPr/>
        </p:nvGrpSpPr>
        <p:grpSpPr>
          <a:xfrm flipH="1">
            <a:off x="4723004" y="2024179"/>
            <a:ext cx="1888067" cy="2110405"/>
            <a:chOff x="8660842" y="3924113"/>
            <a:chExt cx="2386087" cy="259039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2AF56D8-6DCC-4269-90DE-B53BA5DB19C2}"/>
                </a:ext>
              </a:extLst>
            </p:cNvPr>
            <p:cNvGrpSpPr/>
            <p:nvPr/>
          </p:nvGrpSpPr>
          <p:grpSpPr>
            <a:xfrm>
              <a:off x="8660842" y="3924113"/>
              <a:ext cx="2386087" cy="2590391"/>
              <a:chOff x="8660842" y="3924113"/>
              <a:chExt cx="2386087" cy="2590391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84CBE36-FCD9-491C-B776-7AB6E5848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406849" y="3924113"/>
                <a:ext cx="640080" cy="640081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0CB0EAF-7010-4B69-8A91-2DA245B65B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BB1AD073-992B-4134-A947-94F5C7D721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endCxn id="37" idx="7"/>
              </p:cNvCxnSpPr>
              <p:nvPr/>
            </p:nvCxnSpPr>
            <p:spPr>
              <a:xfrm flipH="1">
                <a:off x="9919106" y="4545911"/>
                <a:ext cx="660134" cy="472389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6017504-3E52-4AA0-89E0-5AA000EF33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0842" y="587442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CC88805-8B7F-47A6-94B1-EC664A5E0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6737" y="5553587"/>
              <a:ext cx="489511" cy="3983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4FAB3B17-B942-49B2-9383-6377FD7EFE2F}"/>
              </a:ext>
            </a:extLst>
          </p:cNvPr>
          <p:cNvSpPr/>
          <p:nvPr/>
        </p:nvSpPr>
        <p:spPr>
          <a:xfrm>
            <a:off x="6617508" y="2608144"/>
            <a:ext cx="173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Left Rotation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F395CDE-FDEE-4E3A-BCE7-6B02B18CBA3C}"/>
              </a:ext>
            </a:extLst>
          </p:cNvPr>
          <p:cNvSpPr/>
          <p:nvPr/>
        </p:nvSpPr>
        <p:spPr>
          <a:xfrm>
            <a:off x="4811300" y="5098480"/>
            <a:ext cx="2111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81E2"/>
                </a:solidFill>
                <a:latin typeface="Gotham Bold" pitchFamily="50" charset="0"/>
              </a:rPr>
              <a:t>Double Rotation</a:t>
            </a:r>
            <a:endParaRPr lang="en-US" dirty="0">
              <a:solidFill>
                <a:srgbClr val="0081E2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70A3ED8-BF3F-4E0E-8B14-3C2B2D62451A}"/>
              </a:ext>
            </a:extLst>
          </p:cNvPr>
          <p:cNvSpPr/>
          <p:nvPr/>
        </p:nvSpPr>
        <p:spPr>
          <a:xfrm>
            <a:off x="3153980" y="2577722"/>
            <a:ext cx="1898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Right Rotation</a:t>
            </a:r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C88789F-E18F-4F8B-A33C-F2ACDB355AE0}"/>
              </a:ext>
            </a:extLst>
          </p:cNvPr>
          <p:cNvSpPr/>
          <p:nvPr/>
        </p:nvSpPr>
        <p:spPr>
          <a:xfrm>
            <a:off x="3712902" y="3199482"/>
            <a:ext cx="668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At 3</a:t>
            </a:r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B5B2A31-BBFD-4E12-A53D-E310084ED6AB}"/>
              </a:ext>
            </a:extLst>
          </p:cNvPr>
          <p:cNvSpPr/>
          <p:nvPr/>
        </p:nvSpPr>
        <p:spPr>
          <a:xfrm>
            <a:off x="7130771" y="3130747"/>
            <a:ext cx="623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At 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DD0A7E-6255-49B4-9483-26F1B4A2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18</a:t>
            </a:fld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83A8C53-1BBE-460B-ABF3-914AA6112F35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AD6B05B1-6CF1-4812-B9CE-2534350F86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42" descr="Logo COP3530">
              <a:extLst>
                <a:ext uri="{FF2B5EF4-FFF2-40B4-BE49-F238E27FC236}">
                  <a16:creationId xmlns:a16="http://schemas.microsoft.com/office/drawing/2014/main" id="{52B6AC13-16FC-483C-B947-10028BD284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365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Left Right Rotation: Left Right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C29AF6-38D8-47E3-901F-9DD3C9119489}"/>
              </a:ext>
            </a:extLst>
          </p:cNvPr>
          <p:cNvCxnSpPr>
            <a:cxnSpLocks/>
          </p:cNvCxnSpPr>
          <p:nvPr/>
        </p:nvCxnSpPr>
        <p:spPr>
          <a:xfrm>
            <a:off x="3336600" y="3079382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E4CA8D9-D1EA-4CB7-A90A-47CDD438D757}"/>
              </a:ext>
            </a:extLst>
          </p:cNvPr>
          <p:cNvGrpSpPr/>
          <p:nvPr/>
        </p:nvGrpSpPr>
        <p:grpSpPr>
          <a:xfrm flipH="1">
            <a:off x="1593998" y="2132367"/>
            <a:ext cx="1397683" cy="1935241"/>
            <a:chOff x="8246490" y="4139116"/>
            <a:chExt cx="1766353" cy="237538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1A689F5-4D58-4DA1-AE39-654852A27621}"/>
                </a:ext>
              </a:extLst>
            </p:cNvPr>
            <p:cNvGrpSpPr/>
            <p:nvPr/>
          </p:nvGrpSpPr>
          <p:grpSpPr>
            <a:xfrm>
              <a:off x="8246490" y="4139116"/>
              <a:ext cx="1766353" cy="2375388"/>
              <a:chOff x="8246490" y="4139116"/>
              <a:chExt cx="1766353" cy="2375388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10F441D-96F6-43E0-91D0-09F7957E4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B9B4AAC1-84E9-4616-9618-23A07F1B5F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5FEDA6AE-1701-46E8-980C-1090EA969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44" idx="5"/>
              </p:cNvCxnSpPr>
              <p:nvPr/>
            </p:nvCxnSpPr>
            <p:spPr>
              <a:xfrm>
                <a:off x="8792832" y="4685458"/>
                <a:ext cx="639614" cy="378651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72E4408-8B06-41D4-923F-4E05476E9F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0842" y="587442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7DEAEAA-DED7-4E55-8BBA-E7CEA9BF5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6737" y="5553587"/>
              <a:ext cx="489511" cy="3983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CAB80B-26E2-4217-83BD-CDDBCC99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19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D27516-F97D-47BC-8244-B2C58B3B1B1D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4535C05B-6AD7-4E6D-B45D-9B01AB0EE1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Logo COP3530">
              <a:extLst>
                <a:ext uri="{FF2B5EF4-FFF2-40B4-BE49-F238E27FC236}">
                  <a16:creationId xmlns:a16="http://schemas.microsoft.com/office/drawing/2014/main" id="{62CBB134-3CBB-44EE-8079-5DF0178BB8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9332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Left Right Rotation: Left Right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CD04DC-C774-4E06-98A1-83A0D7F9005D}"/>
              </a:ext>
            </a:extLst>
          </p:cNvPr>
          <p:cNvGrpSpPr/>
          <p:nvPr/>
        </p:nvGrpSpPr>
        <p:grpSpPr>
          <a:xfrm>
            <a:off x="8319907" y="2423774"/>
            <a:ext cx="2392770" cy="1658975"/>
            <a:chOff x="7488322" y="4139116"/>
            <a:chExt cx="2392770" cy="1658975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298B1FB-620C-46BE-960B-B2B1E71BCFA7}"/>
                </a:ext>
              </a:extLst>
            </p:cNvPr>
            <p:cNvGrpSpPr/>
            <p:nvPr/>
          </p:nvGrpSpPr>
          <p:grpSpPr>
            <a:xfrm>
              <a:off x="7488322" y="4139116"/>
              <a:ext cx="2392770" cy="1658975"/>
              <a:chOff x="7488322" y="4139116"/>
              <a:chExt cx="2392770" cy="165897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0CBC9D7-4497-4F11-8C9A-5A15FB9A2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C899873-E39E-418C-8067-E881471314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241012" y="5158011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9820B4D9-B5E6-4315-B7CF-0515C08374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50" idx="5"/>
                <a:endCxn id="51" idx="1"/>
              </p:cNvCxnSpPr>
              <p:nvPr/>
            </p:nvCxnSpPr>
            <p:spPr>
              <a:xfrm>
                <a:off x="8792832" y="4685458"/>
                <a:ext cx="541918" cy="56629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434E03F-F2E6-4F1E-BA30-DD68BB502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488322" y="51393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A5FAA14-6497-44C4-8AC3-D8B3D2630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3647" y="4719960"/>
              <a:ext cx="489511" cy="3983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C29AF6-38D8-47E3-901F-9DD3C9119489}"/>
              </a:ext>
            </a:extLst>
          </p:cNvPr>
          <p:cNvCxnSpPr>
            <a:cxnSpLocks/>
          </p:cNvCxnSpPr>
          <p:nvPr/>
        </p:nvCxnSpPr>
        <p:spPr>
          <a:xfrm>
            <a:off x="3336600" y="3079382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0EDAD4B-1558-493B-88D8-7C629CB9D902}"/>
              </a:ext>
            </a:extLst>
          </p:cNvPr>
          <p:cNvCxnSpPr>
            <a:cxnSpLocks/>
          </p:cNvCxnSpPr>
          <p:nvPr/>
        </p:nvCxnSpPr>
        <p:spPr>
          <a:xfrm>
            <a:off x="6764763" y="3063681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3A20453-583A-4A93-BA0D-19FA27779BB4}"/>
              </a:ext>
            </a:extLst>
          </p:cNvPr>
          <p:cNvGrpSpPr/>
          <p:nvPr/>
        </p:nvGrpSpPr>
        <p:grpSpPr>
          <a:xfrm>
            <a:off x="4723004" y="2024179"/>
            <a:ext cx="1888067" cy="2110405"/>
            <a:chOff x="8660842" y="3924113"/>
            <a:chExt cx="2386087" cy="259039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2AF56D8-6DCC-4269-90DE-B53BA5DB19C2}"/>
                </a:ext>
              </a:extLst>
            </p:cNvPr>
            <p:cNvGrpSpPr/>
            <p:nvPr/>
          </p:nvGrpSpPr>
          <p:grpSpPr>
            <a:xfrm>
              <a:off x="8660842" y="3924113"/>
              <a:ext cx="2386087" cy="2590391"/>
              <a:chOff x="8660842" y="3924113"/>
              <a:chExt cx="2386087" cy="2590391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84CBE36-FCD9-491C-B776-7AB6E5848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406849" y="3924113"/>
                <a:ext cx="640080" cy="640081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0CB0EAF-7010-4B69-8A91-2DA245B65B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BB1AD073-992B-4134-A947-94F5C7D721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endCxn id="37" idx="7"/>
              </p:cNvCxnSpPr>
              <p:nvPr/>
            </p:nvCxnSpPr>
            <p:spPr>
              <a:xfrm flipH="1">
                <a:off x="9919106" y="4545911"/>
                <a:ext cx="660134" cy="472389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6017504-3E52-4AA0-89E0-5AA000EF33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0842" y="587442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CC88805-8B7F-47A6-94B1-EC664A5E0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6737" y="5553587"/>
              <a:ext cx="489511" cy="3983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E4CA8D9-D1EA-4CB7-A90A-47CDD438D757}"/>
              </a:ext>
            </a:extLst>
          </p:cNvPr>
          <p:cNvGrpSpPr/>
          <p:nvPr/>
        </p:nvGrpSpPr>
        <p:grpSpPr>
          <a:xfrm flipH="1">
            <a:off x="1593998" y="2132367"/>
            <a:ext cx="1397683" cy="1935241"/>
            <a:chOff x="8246490" y="4139116"/>
            <a:chExt cx="1766353" cy="237538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1A689F5-4D58-4DA1-AE39-654852A27621}"/>
                </a:ext>
              </a:extLst>
            </p:cNvPr>
            <p:cNvGrpSpPr/>
            <p:nvPr/>
          </p:nvGrpSpPr>
          <p:grpSpPr>
            <a:xfrm>
              <a:off x="8246490" y="4139116"/>
              <a:ext cx="1766353" cy="2375388"/>
              <a:chOff x="8246490" y="4139116"/>
              <a:chExt cx="1766353" cy="2375388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10F441D-96F6-43E0-91D0-09F7957E4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3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B9B4AAC1-84E9-4616-9618-23A07F1B5F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1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5FEDA6AE-1701-46E8-980C-1090EA969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44" idx="5"/>
              </p:cNvCxnSpPr>
              <p:nvPr/>
            </p:nvCxnSpPr>
            <p:spPr>
              <a:xfrm>
                <a:off x="8792832" y="4685458"/>
                <a:ext cx="639614" cy="378651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72E4408-8B06-41D4-923F-4E05476E9F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0842" y="587442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Gotham Bold" pitchFamily="50" charset="0"/>
                  </a:rPr>
                  <a:t>2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7DEAEAA-DED7-4E55-8BBA-E7CEA9BF5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6737" y="5553587"/>
              <a:ext cx="489511" cy="3983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2EDA91C-29B2-4F0A-A062-A38F72E2AD4E}"/>
              </a:ext>
            </a:extLst>
          </p:cNvPr>
          <p:cNvSpPr txBox="1"/>
          <p:nvPr/>
        </p:nvSpPr>
        <p:spPr>
          <a:xfrm>
            <a:off x="3583004" y="5711039"/>
            <a:ext cx="55496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B6E19"/>
                </a:solidFill>
                <a:latin typeface="Gotham Bold" pitchFamily="50" charset="0"/>
              </a:rPr>
              <a:t>Take Constant Time, O(1)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66AB609-28CB-4518-A71C-86E6A3B8A898}"/>
              </a:ext>
            </a:extLst>
          </p:cNvPr>
          <p:cNvSpPr/>
          <p:nvPr/>
        </p:nvSpPr>
        <p:spPr>
          <a:xfrm>
            <a:off x="6617508" y="2608144"/>
            <a:ext cx="1898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Right Rotation</a:t>
            </a:r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7AF0A5B-0231-4147-9796-D0D8231BA83E}"/>
              </a:ext>
            </a:extLst>
          </p:cNvPr>
          <p:cNvSpPr/>
          <p:nvPr/>
        </p:nvSpPr>
        <p:spPr>
          <a:xfrm>
            <a:off x="4811300" y="5098480"/>
            <a:ext cx="2111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81E2"/>
                </a:solidFill>
                <a:latin typeface="Gotham Bold" pitchFamily="50" charset="0"/>
              </a:rPr>
              <a:t>Double Rotation</a:t>
            </a:r>
            <a:endParaRPr lang="en-US" dirty="0">
              <a:solidFill>
                <a:srgbClr val="0081E2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36889E-2376-49CC-B0A9-968443F47C42}"/>
              </a:ext>
            </a:extLst>
          </p:cNvPr>
          <p:cNvSpPr/>
          <p:nvPr/>
        </p:nvSpPr>
        <p:spPr>
          <a:xfrm>
            <a:off x="3153980" y="2577722"/>
            <a:ext cx="1732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Left Rotation</a:t>
            </a:r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5BA912-ADA6-4383-B8E7-379540307116}"/>
              </a:ext>
            </a:extLst>
          </p:cNvPr>
          <p:cNvSpPr/>
          <p:nvPr/>
        </p:nvSpPr>
        <p:spPr>
          <a:xfrm>
            <a:off x="3712902" y="3199482"/>
            <a:ext cx="623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At 1</a:t>
            </a:r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0E62413-0227-4AF1-91C7-0EC6D61FA57E}"/>
              </a:ext>
            </a:extLst>
          </p:cNvPr>
          <p:cNvSpPr/>
          <p:nvPr/>
        </p:nvSpPr>
        <p:spPr>
          <a:xfrm>
            <a:off x="7130771" y="3130747"/>
            <a:ext cx="668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At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D8D1-042D-45D8-A682-844BF4DE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20</a:t>
            </a:fld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ACEA307-7A8D-441E-9863-8E00F2DB36DD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5" name="Picture 2">
              <a:extLst>
                <a:ext uri="{FF2B5EF4-FFF2-40B4-BE49-F238E27FC236}">
                  <a16:creationId xmlns:a16="http://schemas.microsoft.com/office/drawing/2014/main" id="{2273416C-7B08-43CA-85CA-C4B7B11F67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55" descr="Logo COP3530">
              <a:extLst>
                <a:ext uri="{FF2B5EF4-FFF2-40B4-BE49-F238E27FC236}">
                  <a16:creationId xmlns:a16="http://schemas.microsoft.com/office/drawing/2014/main" id="{1FD447A7-0ADE-4CC7-B007-612F0C95E1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666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64" y="218664"/>
            <a:ext cx="10515600" cy="1325563"/>
          </a:xfrm>
        </p:spPr>
        <p:txBody>
          <a:bodyPr>
            <a:noAutofit/>
          </a:bodyPr>
          <a:lstStyle/>
          <a:p>
            <a:br>
              <a:rPr lang="en-US" sz="3600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sz="3600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Tool Issue: Can Get Messy on a Prebuilt Tree</a:t>
            </a:r>
            <a:br>
              <a:rPr lang="en-US" sz="3600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sz="3600" dirty="0">
                <a:solidFill>
                  <a:schemeClr val="bg1"/>
                </a:solidFill>
                <a:latin typeface="Gotham Bold" pitchFamily="50" charset="0"/>
              </a:rPr>
            </a:br>
            <a:endParaRPr lang="en-US" sz="3600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A8ED23D-C276-4043-AB0E-4BF13C319AC7}"/>
              </a:ext>
            </a:extLst>
          </p:cNvPr>
          <p:cNvGrpSpPr/>
          <p:nvPr/>
        </p:nvGrpSpPr>
        <p:grpSpPr>
          <a:xfrm>
            <a:off x="4414764" y="1440526"/>
            <a:ext cx="3743681" cy="3044868"/>
            <a:chOff x="7610119" y="2122444"/>
            <a:chExt cx="3743681" cy="304486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5A06DEC-B9A5-4A33-A4AC-6017769F8F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890279" y="2122444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25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143BB4B-8306-42BF-861F-CFF83FB78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10119" y="3116674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22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6646F4C-6397-4376-833D-851C8DE74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073640" y="3116674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51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34E9B3-A5FA-4D4A-961B-8C64AFC71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51917" y="4527232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45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47512AF-BF5F-44F5-9131-02E878354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713720" y="4527232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65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1CD940DB-5C31-48E1-8504-2131C44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58" idx="7"/>
            </p:cNvCxnSpPr>
            <p:nvPr/>
          </p:nvCxnSpPr>
          <p:spPr>
            <a:xfrm flipH="1">
              <a:off x="8156461" y="2577940"/>
              <a:ext cx="733818" cy="632472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BC4BA2F5-3F47-402F-A442-28242238C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59" idx="3"/>
            </p:cNvCxnSpPr>
            <p:nvPr/>
          </p:nvCxnSpPr>
          <p:spPr>
            <a:xfrm flipH="1">
              <a:off x="9682242" y="3663016"/>
              <a:ext cx="485136" cy="8480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402E54E-63C8-46BF-AB48-AC4CF03EE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0567754" y="3709885"/>
              <a:ext cx="413778" cy="8480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CDA07AC-C133-4211-B974-5405EE29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9530359" y="2577940"/>
              <a:ext cx="637019" cy="632472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5FEDF5A-F548-4031-8707-BE29F54C2918}"/>
              </a:ext>
            </a:extLst>
          </p:cNvPr>
          <p:cNvGrpSpPr/>
          <p:nvPr/>
        </p:nvGrpSpPr>
        <p:grpSpPr>
          <a:xfrm>
            <a:off x="2125002" y="3613570"/>
            <a:ext cx="3743681" cy="3044868"/>
            <a:chOff x="7610119" y="2122444"/>
            <a:chExt cx="3743681" cy="304486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DE26700-ABD9-498C-A85F-F375D0FE2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890279" y="2122444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4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C863C46-F864-4915-88A9-BEEAED6E1E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10119" y="3116674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1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1E5F760-EDFF-49FC-B6DA-6B2EDD386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073640" y="3116674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10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FF64CF3-26B0-496C-8E67-4643D9B20A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51917" y="4527232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6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218BF46-8357-4649-BFD4-F839E3E95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713720" y="4527232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12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8F929F7-0D1D-4B57-9095-A4A323784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68" idx="7"/>
            </p:cNvCxnSpPr>
            <p:nvPr/>
          </p:nvCxnSpPr>
          <p:spPr>
            <a:xfrm flipH="1">
              <a:off x="8156461" y="2577940"/>
              <a:ext cx="733818" cy="632472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92F623B0-2601-425C-B512-31599F6CD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69" idx="3"/>
            </p:cNvCxnSpPr>
            <p:nvPr/>
          </p:nvCxnSpPr>
          <p:spPr>
            <a:xfrm flipH="1">
              <a:off x="9682242" y="3663016"/>
              <a:ext cx="485136" cy="8480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8D1ABB58-7128-4957-B866-B9E854D57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0567754" y="3709885"/>
              <a:ext cx="413778" cy="8480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4F52914-8AFA-4030-B530-4CCEF18F5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69" idx="1"/>
            </p:cNvCxnSpPr>
            <p:nvPr/>
          </p:nvCxnSpPr>
          <p:spPr>
            <a:xfrm>
              <a:off x="9530359" y="2577940"/>
              <a:ext cx="637019" cy="632472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9096612-1D91-4DDC-B24E-80CA39893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854705" y="3008482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1E692E-8742-4FFA-ACB9-118722F3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21</a:t>
            </a:fld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91C2B81-4BCA-423E-B6BB-489BE3B70FDD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58A179F5-B343-40FA-B7E8-0E16492A72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Logo COP3530">
              <a:extLst>
                <a:ext uri="{FF2B5EF4-FFF2-40B4-BE49-F238E27FC236}">
                  <a16:creationId xmlns:a16="http://schemas.microsoft.com/office/drawing/2014/main" id="{7B2522A5-5C8A-4271-B3D2-24DE9DE338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478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Fix for Messiness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A8ED23D-C276-4043-AB0E-4BF13C319AC7}"/>
              </a:ext>
            </a:extLst>
          </p:cNvPr>
          <p:cNvGrpSpPr/>
          <p:nvPr/>
        </p:nvGrpSpPr>
        <p:grpSpPr>
          <a:xfrm>
            <a:off x="4414764" y="1440526"/>
            <a:ext cx="3743681" cy="3044868"/>
            <a:chOff x="7610119" y="2122444"/>
            <a:chExt cx="3743681" cy="304486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5A06DEC-B9A5-4A33-A4AC-6017769F8F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890279" y="2122444"/>
              <a:ext cx="640080" cy="640080"/>
            </a:xfrm>
            <a:prstGeom prst="ellipse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25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143BB4B-8306-42BF-861F-CFF83FB78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10119" y="3116674"/>
              <a:ext cx="640080" cy="640080"/>
            </a:xfrm>
            <a:prstGeom prst="ellipse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22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6646F4C-6397-4376-833D-851C8DE74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073640" y="3116674"/>
              <a:ext cx="640080" cy="640080"/>
            </a:xfrm>
            <a:prstGeom prst="ellipse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51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734E9B3-A5FA-4D4A-961B-8C64AFC71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51917" y="4527232"/>
              <a:ext cx="640080" cy="640080"/>
            </a:xfrm>
            <a:prstGeom prst="ellipse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45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47512AF-BF5F-44F5-9131-02E878354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713720" y="4527232"/>
              <a:ext cx="640080" cy="640080"/>
            </a:xfrm>
            <a:prstGeom prst="ellipse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65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1CD940DB-5C31-48E1-8504-2131C44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58" idx="7"/>
            </p:cNvCxnSpPr>
            <p:nvPr/>
          </p:nvCxnSpPr>
          <p:spPr>
            <a:xfrm flipH="1">
              <a:off x="8156461" y="2577940"/>
              <a:ext cx="733818" cy="632472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BC4BA2F5-3F47-402F-A442-28242238C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59" idx="3"/>
            </p:cNvCxnSpPr>
            <p:nvPr/>
          </p:nvCxnSpPr>
          <p:spPr>
            <a:xfrm flipH="1">
              <a:off x="9682242" y="3663016"/>
              <a:ext cx="485136" cy="8480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402E54E-63C8-46BF-AB48-AC4CF03EE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0567754" y="3709885"/>
              <a:ext cx="413778" cy="8480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CDA07AC-C133-4211-B974-5405EE29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9530359" y="2577940"/>
              <a:ext cx="637019" cy="632472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5FEDF5A-F548-4031-8707-BE29F54C2918}"/>
              </a:ext>
            </a:extLst>
          </p:cNvPr>
          <p:cNvGrpSpPr/>
          <p:nvPr/>
        </p:nvGrpSpPr>
        <p:grpSpPr>
          <a:xfrm>
            <a:off x="2125002" y="3613570"/>
            <a:ext cx="3743681" cy="3044868"/>
            <a:chOff x="7610119" y="2122444"/>
            <a:chExt cx="3743681" cy="304486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DE26700-ABD9-498C-A85F-F375D0FE2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890279" y="2122444"/>
              <a:ext cx="640080" cy="640080"/>
            </a:xfrm>
            <a:prstGeom prst="ellipse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4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C863C46-F864-4915-88A9-BEEAED6E1E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10119" y="3116674"/>
              <a:ext cx="640080" cy="640080"/>
            </a:xfrm>
            <a:prstGeom prst="ellipse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1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1E5F760-EDFF-49FC-B6DA-6B2EDD386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073640" y="3116674"/>
              <a:ext cx="640080" cy="640080"/>
            </a:xfrm>
            <a:prstGeom prst="ellipse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10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FF64CF3-26B0-496C-8E67-4643D9B20A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51917" y="4527232"/>
              <a:ext cx="640080" cy="640080"/>
            </a:xfrm>
            <a:prstGeom prst="ellipse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6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218BF46-8357-4649-BFD4-F839E3E95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713720" y="4527232"/>
              <a:ext cx="640080" cy="640080"/>
            </a:xfrm>
            <a:prstGeom prst="ellipse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otham Bold" pitchFamily="50" charset="0"/>
                </a:rPr>
                <a:t>12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8F929F7-0D1D-4B57-9095-A4A323784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68" idx="7"/>
            </p:cNvCxnSpPr>
            <p:nvPr/>
          </p:nvCxnSpPr>
          <p:spPr>
            <a:xfrm flipH="1">
              <a:off x="8156461" y="2577940"/>
              <a:ext cx="733818" cy="632472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92F623B0-2601-425C-B512-31599F6CD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69" idx="3"/>
            </p:cNvCxnSpPr>
            <p:nvPr/>
          </p:nvCxnSpPr>
          <p:spPr>
            <a:xfrm flipH="1">
              <a:off x="9682242" y="3663016"/>
              <a:ext cx="485136" cy="8480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8D1ABB58-7128-4957-B866-B9E854D57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0567754" y="3709885"/>
              <a:ext cx="413778" cy="8480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4F52914-8AFA-4030-B530-4CCEF18F5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69" idx="1"/>
            </p:cNvCxnSpPr>
            <p:nvPr/>
          </p:nvCxnSpPr>
          <p:spPr>
            <a:xfrm>
              <a:off x="9530359" y="2577940"/>
              <a:ext cx="637019" cy="632472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9096612-1D91-4DDC-B24E-80CA39893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854705" y="3008482"/>
            <a:ext cx="733818" cy="632472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Kicking Pusheen">
            <a:extLst>
              <a:ext uri="{FF2B5EF4-FFF2-40B4-BE49-F238E27FC236}">
                <a16:creationId xmlns:a16="http://schemas.microsoft.com/office/drawing/2014/main" id="{6392EDD3-338D-4415-A02C-16BBD90D6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642" y="4650310"/>
            <a:ext cx="2329509" cy="2329509"/>
          </a:xfrm>
          <a:prstGeom prst="rect">
            <a:avLst/>
          </a:prstGeom>
        </p:spPr>
      </p:pic>
      <p:sp>
        <p:nvSpPr>
          <p:cNvPr id="7" name="Multiplication Sign 6" descr="X">
            <a:extLst>
              <a:ext uri="{FF2B5EF4-FFF2-40B4-BE49-F238E27FC236}">
                <a16:creationId xmlns:a16="http://schemas.microsoft.com/office/drawing/2014/main" id="{5A21BFE0-72E4-4CD9-8EE2-8C93542AC1B2}"/>
              </a:ext>
            </a:extLst>
          </p:cNvPr>
          <p:cNvSpPr/>
          <p:nvPr/>
        </p:nvSpPr>
        <p:spPr>
          <a:xfrm>
            <a:off x="4150873" y="2096793"/>
            <a:ext cx="3365343" cy="2974204"/>
          </a:xfrm>
          <a:prstGeom prst="mathMultiply">
            <a:avLst>
              <a:gd name="adj1" fmla="val 8655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EF8812F8-3828-49EA-BEB2-2105E9778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6449" y="1409691"/>
            <a:ext cx="3166216" cy="1282711"/>
          </a:xfrm>
          <a:prstGeom prst="wedgeEllipseCallout">
            <a:avLst>
              <a:gd name="adj1" fmla="val -55743"/>
              <a:gd name="adj2" fmla="val 216040"/>
            </a:avLst>
          </a:prstGeom>
          <a:noFill/>
          <a:ln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 descr="Rules and Algorithms&#10;">
            <a:extLst>
              <a:ext uri="{FF2B5EF4-FFF2-40B4-BE49-F238E27FC236}">
                <a16:creationId xmlns:a16="http://schemas.microsoft.com/office/drawing/2014/main" id="{572CDBF5-8849-4BD1-9386-F8BC1D2A0408}"/>
              </a:ext>
            </a:extLst>
          </p:cNvPr>
          <p:cNvSpPr txBox="1"/>
          <p:nvPr/>
        </p:nvSpPr>
        <p:spPr>
          <a:xfrm>
            <a:off x="8662634" y="1739556"/>
            <a:ext cx="2579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Rules and Algorithms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632ED3-F648-4776-A6E2-F0E5061D5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22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682F92-C371-4189-BC3A-0E4C2C90F46C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5D3FD166-1391-4087-B434-15C48CC27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 descr="Logo COP3530">
              <a:extLst>
                <a:ext uri="{FF2B5EF4-FFF2-40B4-BE49-F238E27FC236}">
                  <a16:creationId xmlns:a16="http://schemas.microsoft.com/office/drawing/2014/main" id="{96762641-E66E-4795-9EC0-3B56396A0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1049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9D5D4F-8054-48EF-9170-C7D04C6E7DC6}"/>
              </a:ext>
            </a:extLst>
          </p:cNvPr>
          <p:cNvSpPr txBox="1"/>
          <p:nvPr/>
        </p:nvSpPr>
        <p:spPr>
          <a:xfrm>
            <a:off x="578855" y="2521189"/>
            <a:ext cx="110342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AVL Trees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8B098E-718B-4D76-8171-15EAA485CCCD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043210F2-66A6-48C0-B23F-0521B0352E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Logo COP3530">
              <a:extLst>
                <a:ext uri="{FF2B5EF4-FFF2-40B4-BE49-F238E27FC236}">
                  <a16:creationId xmlns:a16="http://schemas.microsoft.com/office/drawing/2014/main" id="{1582AD0D-391F-4AF9-B0F2-C7F2FF38DD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5811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Adelson-</a:t>
            </a:r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Velsky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and Landis Trees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9D22D3-D376-40DF-B82E-3044990062A6}"/>
              </a:ext>
            </a:extLst>
          </p:cNvPr>
          <p:cNvSpPr txBox="1"/>
          <p:nvPr/>
        </p:nvSpPr>
        <p:spPr>
          <a:xfrm>
            <a:off x="1196029" y="1690688"/>
            <a:ext cx="8681777" cy="3131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EB6E19"/>
                </a:solidFill>
                <a:latin typeface="Gotham Bold" pitchFamily="50" charset="0"/>
              </a:rPr>
              <a:t>Height Balanced Binary Search Trees</a:t>
            </a:r>
            <a:endParaRPr lang="en-US" sz="2000" dirty="0">
              <a:solidFill>
                <a:srgbClr val="0081E2"/>
              </a:solidFill>
              <a:latin typeface="Gotham Bold" pitchFamily="50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EB6E19"/>
                </a:solidFill>
                <a:latin typeface="Gotham Bold" pitchFamily="50" charset="0"/>
              </a:rPr>
              <a:t>Invariants: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81E2"/>
                </a:solidFill>
                <a:latin typeface="Gotham Bold" pitchFamily="50" charset="0"/>
              </a:rPr>
              <a:t>Maintains BST invariants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Gotham Bold" pitchFamily="50" charset="0"/>
              </a:rPr>
              <a:t>Every node has 0, 1, or 2 children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Gotham Bold" pitchFamily="50" charset="0"/>
              </a:rPr>
              <a:t>Every element on the left is smaller and every element on the right is greater than a node.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81E2"/>
                </a:solidFill>
                <a:latin typeface="Gotham Bold" pitchFamily="50" charset="0"/>
              </a:rPr>
              <a:t>For every node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Gotham Bold" pitchFamily="50" charset="0"/>
              </a:rPr>
              <a:t>x</a:t>
            </a:r>
            <a:r>
              <a:rPr lang="en-US" sz="2000" dirty="0">
                <a:solidFill>
                  <a:srgbClr val="0081E2"/>
                </a:solidFill>
                <a:latin typeface="Gotham Bold" pitchFamily="50" charset="0"/>
              </a:rPr>
              <a:t>, </a:t>
            </a:r>
            <a:r>
              <a:rPr lang="en-US" sz="2000" dirty="0">
                <a:solidFill>
                  <a:srgbClr val="EB6E19"/>
                </a:solidFill>
                <a:latin typeface="Gotham Bold" pitchFamily="50" charset="0"/>
              </a:rPr>
              <a:t>Balance Factor </a:t>
            </a:r>
            <a:r>
              <a:rPr lang="en-US" sz="2000" dirty="0">
                <a:solidFill>
                  <a:srgbClr val="0081E2"/>
                </a:solidFill>
                <a:latin typeface="Gotham Bold" pitchFamily="50" charset="0"/>
              </a:rPr>
              <a:t>=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Gotham Bold" pitchFamily="50" charset="0"/>
              </a:rPr>
              <a:t>0, -1 or 1</a:t>
            </a:r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0D97B3-ACEE-45E6-9740-FA033246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48BEBD-01EE-4C31-B38E-C090B0952C2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5C329F0-6A18-4835-B08D-827483E464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E06415B5-0813-42C8-8302-461FCD2F4B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8220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7A336-A79E-4734-92A9-6828E5B4A175}"/>
              </a:ext>
            </a:extLst>
          </p:cNvPr>
          <p:cNvSpPr/>
          <p:nvPr/>
        </p:nvSpPr>
        <p:spPr>
          <a:xfrm>
            <a:off x="838200" y="1777714"/>
            <a:ext cx="10730801" cy="463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EB6E19"/>
                </a:solidFill>
                <a:latin typeface="Consolas" panose="020B0609020204030204" pitchFamily="49" charset="0"/>
              </a:rPr>
              <a:t>Balance Factor of x = </a:t>
            </a:r>
            <a:r>
              <a:rPr lang="en-US" dirty="0">
                <a:solidFill>
                  <a:srgbClr val="0081E2"/>
                </a:solidFill>
                <a:latin typeface="Consolas" panose="020B0609020204030204" pitchFamily="49" charset="0"/>
              </a:rPr>
              <a:t>Height (left subtree of x) - Height (right subtree of x) 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E9E6BB0-BAED-42C4-9868-FD764D73BB93}"/>
              </a:ext>
            </a:extLst>
          </p:cNvPr>
          <p:cNvGrpSpPr/>
          <p:nvPr/>
        </p:nvGrpSpPr>
        <p:grpSpPr>
          <a:xfrm>
            <a:off x="1538270" y="2419996"/>
            <a:ext cx="8237386" cy="4306887"/>
            <a:chOff x="1538270" y="2419996"/>
            <a:chExt cx="8237386" cy="4306887"/>
          </a:xfrm>
        </p:grpSpPr>
        <p:sp>
          <p:nvSpPr>
            <p:cNvPr id="82" name="Oval 3">
              <a:extLst>
                <a:ext uri="{FF2B5EF4-FFF2-40B4-BE49-F238E27FC236}">
                  <a16:creationId xmlns:a16="http://schemas.microsoft.com/office/drawing/2014/main" id="{C94A7BEA-7B53-4744-8787-F4CB03CA6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495" y="27009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Oval 4">
              <a:extLst>
                <a:ext uri="{FF2B5EF4-FFF2-40B4-BE49-F238E27FC236}">
                  <a16:creationId xmlns:a16="http://schemas.microsoft.com/office/drawing/2014/main" id="{45DBC1C1-3547-4A18-98A9-84F7E40F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895" y="36915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Oval 5">
              <a:extLst>
                <a:ext uri="{FF2B5EF4-FFF2-40B4-BE49-F238E27FC236}">
                  <a16:creationId xmlns:a16="http://schemas.microsoft.com/office/drawing/2014/main" id="{286FBE4A-2837-40DD-9C5D-EDFC038C9A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0295" y="36915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Oval 6">
              <a:extLst>
                <a:ext uri="{FF2B5EF4-FFF2-40B4-BE49-F238E27FC236}">
                  <a16:creationId xmlns:a16="http://schemas.microsoft.com/office/drawing/2014/main" id="{1D378C0E-AEEF-4C5C-BFDE-13C54E9FD9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6295" y="45297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Oval 7">
              <a:extLst>
                <a:ext uri="{FF2B5EF4-FFF2-40B4-BE49-F238E27FC236}">
                  <a16:creationId xmlns:a16="http://schemas.microsoft.com/office/drawing/2014/main" id="{3C8239D1-A079-4A12-A946-416EC37BB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8895" y="45297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Oval 8">
              <a:extLst>
                <a:ext uri="{FF2B5EF4-FFF2-40B4-BE49-F238E27FC236}">
                  <a16:creationId xmlns:a16="http://schemas.microsoft.com/office/drawing/2014/main" id="{FAD738FA-6FF9-496E-A09A-617A33ED25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1095" y="45297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Oval 9">
              <a:extLst>
                <a:ext uri="{FF2B5EF4-FFF2-40B4-BE49-F238E27FC236}">
                  <a16:creationId xmlns:a16="http://schemas.microsoft.com/office/drawing/2014/main" id="{E20BB24B-96A6-4BAB-9985-36475E18B6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6695" y="55965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Oval 10">
              <a:extLst>
                <a:ext uri="{FF2B5EF4-FFF2-40B4-BE49-F238E27FC236}">
                  <a16:creationId xmlns:a16="http://schemas.microsoft.com/office/drawing/2014/main" id="{2A8818DF-E819-4B44-BD0A-8A3D050D0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695" y="55965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Line 11">
              <a:extLst>
                <a:ext uri="{FF2B5EF4-FFF2-40B4-BE49-F238E27FC236}">
                  <a16:creationId xmlns:a16="http://schemas.microsoft.com/office/drawing/2014/main" id="{70650841-584F-478C-95FE-741FBC6A1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7745" y="2999433"/>
              <a:ext cx="1676400" cy="8382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" name="Line 12">
              <a:extLst>
                <a:ext uri="{FF2B5EF4-FFF2-40B4-BE49-F238E27FC236}">
                  <a16:creationId xmlns:a16="http://schemas.microsoft.com/office/drawing/2014/main" id="{4A784AE4-17B3-4F00-AC0B-86AADDFF2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1345" y="2999433"/>
              <a:ext cx="1752600" cy="8382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13">
              <a:extLst>
                <a:ext uri="{FF2B5EF4-FFF2-40B4-BE49-F238E27FC236}">
                  <a16:creationId xmlns:a16="http://schemas.microsoft.com/office/drawing/2014/main" id="{CDEA534F-A12B-4EBF-8BFA-AF4C3219E0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745" y="4066233"/>
              <a:ext cx="762000" cy="5334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14">
              <a:extLst>
                <a:ext uri="{FF2B5EF4-FFF2-40B4-BE49-F238E27FC236}">
                  <a16:creationId xmlns:a16="http://schemas.microsoft.com/office/drawing/2014/main" id="{EDE25930-CA4B-4E8C-AEEE-285465957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1545" y="4066233"/>
              <a:ext cx="457200" cy="5334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15">
              <a:extLst>
                <a:ext uri="{FF2B5EF4-FFF2-40B4-BE49-F238E27FC236}">
                  <a16:creationId xmlns:a16="http://schemas.microsoft.com/office/drawing/2014/main" id="{486F067A-BA59-42B4-9807-3FF230FDF8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35745" y="4042420"/>
              <a:ext cx="865702" cy="5827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16">
              <a:extLst>
                <a:ext uri="{FF2B5EF4-FFF2-40B4-BE49-F238E27FC236}">
                  <a16:creationId xmlns:a16="http://schemas.microsoft.com/office/drawing/2014/main" id="{376B7F4C-3A50-44FA-98D4-8E322EA3EB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5145" y="4904433"/>
              <a:ext cx="381000" cy="6858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17">
              <a:extLst>
                <a:ext uri="{FF2B5EF4-FFF2-40B4-BE49-F238E27FC236}">
                  <a16:creationId xmlns:a16="http://schemas.microsoft.com/office/drawing/2014/main" id="{04C2FC85-9FBD-4BB3-B860-D26CE6BE3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0945" y="4904433"/>
              <a:ext cx="304800" cy="6858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Oval 18">
              <a:extLst>
                <a:ext uri="{FF2B5EF4-FFF2-40B4-BE49-F238E27FC236}">
                  <a16:creationId xmlns:a16="http://schemas.microsoft.com/office/drawing/2014/main" id="{7913530F-E1EA-4159-AF06-3984A19D9A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7695" y="55203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" name="Line 19">
              <a:extLst>
                <a:ext uri="{FF2B5EF4-FFF2-40B4-BE49-F238E27FC236}">
                  <a16:creationId xmlns:a16="http://schemas.microsoft.com/office/drawing/2014/main" id="{F19C6584-6883-4AD5-9847-75495E8D0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26145" y="4980633"/>
              <a:ext cx="381000" cy="5334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Rectangle 20">
              <a:extLst>
                <a:ext uri="{FF2B5EF4-FFF2-40B4-BE49-F238E27FC236}">
                  <a16:creationId xmlns:a16="http://schemas.microsoft.com/office/drawing/2014/main" id="{F2334978-E41E-43D0-B5D0-63BE6439D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270" y="5315596"/>
              <a:ext cx="3125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EB6E19"/>
                  </a:solidFill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100" name="Rectangle 21">
              <a:extLst>
                <a:ext uri="{FF2B5EF4-FFF2-40B4-BE49-F238E27FC236}">
                  <a16:creationId xmlns:a16="http://schemas.microsoft.com/office/drawing/2014/main" id="{188F54C1-ED15-4B52-9BD5-9CD4ABF9C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2270" y="5315596"/>
              <a:ext cx="3125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EB6E19"/>
                  </a:solidFill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101" name="Rectangle 22">
              <a:extLst>
                <a:ext uri="{FF2B5EF4-FFF2-40B4-BE49-F238E27FC236}">
                  <a16:creationId xmlns:a16="http://schemas.microsoft.com/office/drawing/2014/main" id="{981BB160-5449-4E2A-A020-68EC3442C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470" y="4248796"/>
              <a:ext cx="3125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EB6E19"/>
                  </a:solidFill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102" name="Rectangle 23">
              <a:extLst>
                <a:ext uri="{FF2B5EF4-FFF2-40B4-BE49-F238E27FC236}">
                  <a16:creationId xmlns:a16="http://schemas.microsoft.com/office/drawing/2014/main" id="{1C5999CA-646F-4ACE-96AD-B9F23FF56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7670" y="4324996"/>
              <a:ext cx="3125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EB6E19"/>
                  </a:solidFill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103" name="Rectangle 24">
              <a:extLst>
                <a:ext uri="{FF2B5EF4-FFF2-40B4-BE49-F238E27FC236}">
                  <a16:creationId xmlns:a16="http://schemas.microsoft.com/office/drawing/2014/main" id="{618115D5-28E0-4BFB-81FD-00BBFA680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2270" y="3410596"/>
              <a:ext cx="3125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EB6E19"/>
                  </a:solidFill>
                  <a:latin typeface="Consolas" panose="020B0609020204030204" pitchFamily="49" charset="0"/>
                </a:rPr>
                <a:t>1</a:t>
              </a:r>
            </a:p>
          </p:txBody>
        </p:sp>
        <p:sp>
          <p:nvSpPr>
            <p:cNvPr id="104" name="Oval 25">
              <a:extLst>
                <a:ext uri="{FF2B5EF4-FFF2-40B4-BE49-F238E27FC236}">
                  <a16:creationId xmlns:a16="http://schemas.microsoft.com/office/drawing/2014/main" id="{D9783D8E-72AA-4631-A957-FFCFAF0330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7295" y="62823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Line 26">
              <a:extLst>
                <a:ext uri="{FF2B5EF4-FFF2-40B4-BE49-F238E27FC236}">
                  <a16:creationId xmlns:a16="http://schemas.microsoft.com/office/drawing/2014/main" id="{68749E71-4814-4BB4-AD1D-50DB53064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6145" y="5971233"/>
              <a:ext cx="457200" cy="3048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Rectangle 27">
              <a:extLst>
                <a:ext uri="{FF2B5EF4-FFF2-40B4-BE49-F238E27FC236}">
                  <a16:creationId xmlns:a16="http://schemas.microsoft.com/office/drawing/2014/main" id="{61F9D6CC-385F-4ECB-A5FA-80E108609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9870" y="6077596"/>
              <a:ext cx="3125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EB6E19"/>
                  </a:solidFill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107" name="Rectangle 28">
              <a:extLst>
                <a:ext uri="{FF2B5EF4-FFF2-40B4-BE49-F238E27FC236}">
                  <a16:creationId xmlns:a16="http://schemas.microsoft.com/office/drawing/2014/main" id="{1CC9FE5E-CE19-4AFB-85F0-D29B6C10A0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3070" y="5239396"/>
              <a:ext cx="439223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EB6E19"/>
                  </a:solidFill>
                  <a:latin typeface="Consolas" panose="020B0609020204030204" pitchFamily="49" charset="0"/>
                </a:rPr>
                <a:t>-1</a:t>
              </a:r>
            </a:p>
          </p:txBody>
        </p:sp>
        <p:sp>
          <p:nvSpPr>
            <p:cNvPr id="108" name="Oval 29">
              <a:extLst>
                <a:ext uri="{FF2B5EF4-FFF2-40B4-BE49-F238E27FC236}">
                  <a16:creationId xmlns:a16="http://schemas.microsoft.com/office/drawing/2014/main" id="{79CF8AD0-762D-42AD-A580-CB41E47FF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6895" y="53679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Line 30">
              <a:extLst>
                <a:ext uri="{FF2B5EF4-FFF2-40B4-BE49-F238E27FC236}">
                  <a16:creationId xmlns:a16="http://schemas.microsoft.com/office/drawing/2014/main" id="{6123FEE8-D2F7-4ABC-B2B8-BA90F64A5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5745" y="4904433"/>
              <a:ext cx="457200" cy="4572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Rectangle 31">
              <a:extLst>
                <a:ext uri="{FF2B5EF4-FFF2-40B4-BE49-F238E27FC236}">
                  <a16:creationId xmlns:a16="http://schemas.microsoft.com/office/drawing/2014/main" id="{91B98A12-0305-4961-9EC6-7D55C6F7E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5670" y="5239396"/>
              <a:ext cx="3125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EB6E19"/>
                  </a:solidFill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111" name="Rectangle 32">
              <a:extLst>
                <a:ext uri="{FF2B5EF4-FFF2-40B4-BE49-F238E27FC236}">
                  <a16:creationId xmlns:a16="http://schemas.microsoft.com/office/drawing/2014/main" id="{E3283C01-89C8-4CA7-A803-C520BFF6D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6470" y="4248796"/>
              <a:ext cx="3125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EB6E19"/>
                  </a:solidFill>
                  <a:latin typeface="Consolas" panose="020B0609020204030204" pitchFamily="49" charset="0"/>
                </a:rPr>
                <a:t>1</a:t>
              </a:r>
            </a:p>
          </p:txBody>
        </p:sp>
        <p:sp>
          <p:nvSpPr>
            <p:cNvPr id="112" name="Oval 33">
              <a:extLst>
                <a:ext uri="{FF2B5EF4-FFF2-40B4-BE49-F238E27FC236}">
                  <a16:creationId xmlns:a16="http://schemas.microsoft.com/office/drawing/2014/main" id="{3AEEAC18-A0D1-4A60-AAC3-6C9084D41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7095" y="44535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Line 34">
              <a:extLst>
                <a:ext uri="{FF2B5EF4-FFF2-40B4-BE49-F238E27FC236}">
                  <a16:creationId xmlns:a16="http://schemas.microsoft.com/office/drawing/2014/main" id="{C4F2002F-1CC5-4DB0-9C78-E37962754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4945" y="4066233"/>
              <a:ext cx="762000" cy="4572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Oval 35">
              <a:extLst>
                <a:ext uri="{FF2B5EF4-FFF2-40B4-BE49-F238E27FC236}">
                  <a16:creationId xmlns:a16="http://schemas.microsoft.com/office/drawing/2014/main" id="{4420381C-1257-415F-A590-9F5751F1D1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495" y="52917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" name="Line 36">
              <a:extLst>
                <a:ext uri="{FF2B5EF4-FFF2-40B4-BE49-F238E27FC236}">
                  <a16:creationId xmlns:a16="http://schemas.microsoft.com/office/drawing/2014/main" id="{1491405D-0F4A-4E0F-B048-5EF669B5F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21745" y="4828233"/>
              <a:ext cx="304800" cy="4572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Rectangle 37">
              <a:extLst>
                <a:ext uri="{FF2B5EF4-FFF2-40B4-BE49-F238E27FC236}">
                  <a16:creationId xmlns:a16="http://schemas.microsoft.com/office/drawing/2014/main" id="{259A2BF2-AD7D-4EC5-8DE3-F0038641D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3070" y="5010796"/>
              <a:ext cx="3125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EB6E19"/>
                  </a:solidFill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117" name="Rectangle 38">
              <a:extLst>
                <a:ext uri="{FF2B5EF4-FFF2-40B4-BE49-F238E27FC236}">
                  <a16:creationId xmlns:a16="http://schemas.microsoft.com/office/drawing/2014/main" id="{F867D27E-037C-4C9D-B3AD-7FE25C9D1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5870" y="4172596"/>
              <a:ext cx="439223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dirty="0">
                  <a:solidFill>
                    <a:srgbClr val="EB6E19"/>
                  </a:solidFill>
                  <a:latin typeface="Consolas" panose="020B0609020204030204" pitchFamily="49" charset="0"/>
                </a:rPr>
                <a:t>-1</a:t>
              </a:r>
            </a:p>
          </p:txBody>
        </p:sp>
        <p:sp>
          <p:nvSpPr>
            <p:cNvPr id="118" name="Rectangle 39">
              <a:extLst>
                <a:ext uri="{FF2B5EF4-FFF2-40B4-BE49-F238E27FC236}">
                  <a16:creationId xmlns:a16="http://schemas.microsoft.com/office/drawing/2014/main" id="{3ADAF2E8-0C55-4D8B-BA8B-56A85D275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5270" y="3410596"/>
              <a:ext cx="312586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EB6E19"/>
                  </a:solidFill>
                  <a:latin typeface="Consolas" panose="020B0609020204030204" pitchFamily="49" charset="0"/>
                </a:rPr>
                <a:t>1</a:t>
              </a:r>
            </a:p>
          </p:txBody>
        </p:sp>
        <p:sp>
          <p:nvSpPr>
            <p:cNvPr id="119" name="Rectangle 40">
              <a:extLst>
                <a:ext uri="{FF2B5EF4-FFF2-40B4-BE49-F238E27FC236}">
                  <a16:creationId xmlns:a16="http://schemas.microsoft.com/office/drawing/2014/main" id="{400DCDB9-0857-417A-9A2C-676180F595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9270" y="2419996"/>
              <a:ext cx="439223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dirty="0">
                  <a:solidFill>
                    <a:srgbClr val="EB6E19"/>
                  </a:solidFill>
                  <a:latin typeface="Consolas" panose="020B0609020204030204" pitchFamily="49" charset="0"/>
                </a:rPr>
                <a:t>-1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C72C0-1FF8-4D48-B216-FFB5C0A1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25</a:t>
            </a:fld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A3843C2-FEBD-4C20-BA5E-E3DBEF8A1B2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5" name="Picture 2">
              <a:extLst>
                <a:ext uri="{FF2B5EF4-FFF2-40B4-BE49-F238E27FC236}">
                  <a16:creationId xmlns:a16="http://schemas.microsoft.com/office/drawing/2014/main" id="{683AF6A6-66A9-4917-8203-FE586FAB0D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45" descr="Logo COP3530">
              <a:extLst>
                <a:ext uri="{FF2B5EF4-FFF2-40B4-BE49-F238E27FC236}">
                  <a16:creationId xmlns:a16="http://schemas.microsoft.com/office/drawing/2014/main" id="{F3D15616-C3B0-4E50-B6F3-4E02A56C4F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770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C++ Node Class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</a:extLst>
          </p:cNvPr>
          <p:cNvSpPr txBox="1">
            <a:spLocks/>
          </p:cNvSpPr>
          <p:nvPr/>
        </p:nvSpPr>
        <p:spPr>
          <a:xfrm>
            <a:off x="3535756" y="4209732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14791FF-B412-4873-8267-9326980CA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4617" y="3212979"/>
            <a:ext cx="3366306" cy="32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Prints: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200 100 100 100 100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4A67249-5435-44E0-A96D-5DA8B7C63E9C}"/>
              </a:ext>
            </a:extLst>
          </p:cNvPr>
          <p:cNvGraphicFramePr>
            <a:graphicFrameLocks noGrp="1"/>
          </p:cNvGraphicFramePr>
          <p:nvPr/>
        </p:nvGraphicFramePr>
        <p:xfrm>
          <a:off x="1838690" y="1645637"/>
          <a:ext cx="378179" cy="2225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179">
                  <a:extLst>
                    <a:ext uri="{9D8B030D-6E8A-4147-A177-3AD203B41FA5}">
                      <a16:colId xmlns:a16="http://schemas.microsoft.com/office/drawing/2014/main" val="2652359085"/>
                    </a:ext>
                  </a:extLst>
                </a:gridCol>
              </a:tblGrid>
              <a:tr h="119981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04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05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07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08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F9BF771-19C6-4CBA-B24F-2F392D69E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/>
        </p:nvGraphicFramePr>
        <p:xfrm>
          <a:off x="2216869" y="1645637"/>
          <a:ext cx="7519984" cy="2225485"/>
        </p:xfrm>
        <a:graphic>
          <a:graphicData uri="http://schemas.openxmlformats.org/drawingml/2006/table">
            <a:tbl>
              <a:tblPr>
                <a:solidFill>
                  <a:srgbClr val="000000"/>
                </a:solidFill>
                <a:tableStyleId>{5C22544A-7EE6-4342-B048-85BDC9FD1C3A}</a:tableStyleId>
              </a:tblPr>
              <a:tblGrid>
                <a:gridCol w="7519984">
                  <a:extLst>
                    <a:ext uri="{9D8B030D-6E8A-4147-A177-3AD203B41FA5}">
                      <a16:colId xmlns:a16="http://schemas.microsoft.com/office/drawing/2014/main" val="3829240360"/>
                    </a:ext>
                  </a:extLst>
                </a:gridCol>
              </a:tblGrid>
              <a:tr h="119981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class </a:t>
                      </a:r>
                      <a:r>
                        <a:rPr lang="en-US" sz="1600" baseline="0" dirty="0" err="1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TreeNode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 marL="457200" marR="0" lvl="1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public:</a:t>
                      </a:r>
                    </a:p>
                    <a:p>
                      <a:pPr marL="457200" marR="0" lvl="1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int </a:t>
                      </a:r>
                      <a:r>
                        <a:rPr lang="en-US" sz="1600" baseline="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val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457200" marR="0" lvl="1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int height; // Or Balance Factor</a:t>
                      </a:r>
                    </a:p>
                    <a:p>
                      <a:pPr marL="457200" marR="0" lvl="1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sz="1600" baseline="0" dirty="0" err="1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TreeNode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*left;</a:t>
                      </a:r>
                    </a:p>
                    <a:p>
                      <a:pPr marL="457200" marR="0" lvl="1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sz="1600" baseline="0" dirty="0" err="1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TreeNode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*right;</a:t>
                      </a:r>
                    </a:p>
                    <a:p>
                      <a:pPr marL="457200" marR="0" lvl="1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sz="1600" baseline="0" dirty="0" err="1">
                          <a:solidFill>
                            <a:srgbClr val="EB6E19"/>
                          </a:solidFill>
                          <a:effectLst/>
                          <a:latin typeface="Consolas" panose="020B0609020204030204" pitchFamily="49" charset="0"/>
                        </a:rPr>
                        <a:t>TreeNode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(int x) : </a:t>
                      </a:r>
                      <a:r>
                        <a:rPr lang="en-US" sz="1600" baseline="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val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(x), left(</a:t>
                      </a:r>
                      <a:r>
                        <a:rPr lang="en-US" sz="1600" baseline="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nullptr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), right(</a:t>
                      </a:r>
                      <a:r>
                        <a:rPr lang="en-US" sz="1600" baseline="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nullptr</a:t>
                      </a: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) {}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 };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6102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F4B2E13-0946-4092-99E4-F6901E7B0189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D80447F-F928-4ED5-AE34-6AE70AE24E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3CD8EEDF-41A1-451E-AE70-0A6CD5D16B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4185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Trees: Insertion/Deletion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9D22D3-D376-40DF-B82E-3044990062A6}"/>
              </a:ext>
            </a:extLst>
          </p:cNvPr>
          <p:cNvSpPr txBox="1"/>
          <p:nvPr/>
        </p:nvSpPr>
        <p:spPr>
          <a:xfrm>
            <a:off x="1045027" y="1901704"/>
            <a:ext cx="8681777" cy="2716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Same as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Binary Search Trees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Identify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deepest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node that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breaks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Balance Factor rule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; Start rotating and move further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up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the search path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After Insertion/Deletion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height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of all nodes in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Search Path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may change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A1B2B8-AAEA-4CB3-9C7B-4B9BBE0B8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34C8B92-DDE9-4480-8E9F-77C8F98BBA2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6EC0232E-9B51-45E0-92CE-2187C93928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40A5D1B4-FAE9-423C-9900-1A2FF00758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4388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C++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</a:extLst>
          </p:cNvPr>
          <p:cNvSpPr txBox="1">
            <a:spLocks/>
          </p:cNvSpPr>
          <p:nvPr/>
        </p:nvSpPr>
        <p:spPr>
          <a:xfrm>
            <a:off x="3535756" y="4209732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0C41713-463F-48B0-88B4-CB75B4D3EB81}"/>
              </a:ext>
            </a:extLst>
          </p:cNvPr>
          <p:cNvSpPr txBox="1"/>
          <p:nvPr/>
        </p:nvSpPr>
        <p:spPr>
          <a:xfrm>
            <a:off x="469083" y="2065241"/>
            <a:ext cx="5626917" cy="3293209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(root ==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nullptr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(key &lt;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C0362-48DE-5864-8524-8F9FB00BD37B}"/>
              </a:ext>
            </a:extLst>
          </p:cNvPr>
          <p:cNvSpPr txBox="1"/>
          <p:nvPr/>
        </p:nvSpPr>
        <p:spPr>
          <a:xfrm>
            <a:off x="6437998" y="1953047"/>
            <a:ext cx="5653518" cy="4031873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UPDATE HEIGHTS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 is right heavy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tree's right subtree is left heavy 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Right Left rotation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&amp; update height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ELSE 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Left rotation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&amp; update height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}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ELSE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 is left heavy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tree's left subtree is right heavy 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Left Right rotation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&amp; update height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ELSE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Right rotation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&amp; update height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408264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Left Rotation: Right </a:t>
            </a:r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Right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1C6A5A3-6B21-45EF-9780-DA05C85F8CC2}"/>
              </a:ext>
            </a:extLst>
          </p:cNvPr>
          <p:cNvGrpSpPr/>
          <p:nvPr/>
        </p:nvGrpSpPr>
        <p:grpSpPr>
          <a:xfrm>
            <a:off x="2305475" y="2220123"/>
            <a:ext cx="1529313" cy="1998374"/>
            <a:chOff x="8246490" y="4139116"/>
            <a:chExt cx="1932703" cy="245288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2C0CA2A-01A4-4E65-A1B5-153F2F07AE5F}"/>
                </a:ext>
              </a:extLst>
            </p:cNvPr>
            <p:cNvGrpSpPr/>
            <p:nvPr/>
          </p:nvGrpSpPr>
          <p:grpSpPr>
            <a:xfrm>
              <a:off x="8246490" y="4139116"/>
              <a:ext cx="1932703" cy="2452880"/>
              <a:chOff x="8246490" y="4139116"/>
              <a:chExt cx="1932703" cy="245288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E7ECD4A-31FD-4EFD-B599-0324762CF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E223C6E-7124-4138-A20A-B657E98070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886570" y="505560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DC84E60-EEDB-45F7-A30C-7C66BAEDF6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44" idx="5"/>
              </p:cNvCxnSpPr>
              <p:nvPr/>
            </p:nvCxnSpPr>
            <p:spPr>
              <a:xfrm>
                <a:off x="8792832" y="4685458"/>
                <a:ext cx="279764" cy="377188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9E7E53E-DC08-4BAD-A033-E21E732D2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39113" y="59519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3</a:t>
                </a: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AC6E69B-7333-4DA5-9EF2-DA3722ABB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418036" y="5579533"/>
              <a:ext cx="235262" cy="450515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CD04DC-C774-4E06-98A1-83A0D7F9005D}"/>
              </a:ext>
            </a:extLst>
          </p:cNvPr>
          <p:cNvGrpSpPr/>
          <p:nvPr/>
        </p:nvGrpSpPr>
        <p:grpSpPr>
          <a:xfrm>
            <a:off x="6380575" y="2439302"/>
            <a:ext cx="2392770" cy="1658975"/>
            <a:chOff x="7488322" y="4139116"/>
            <a:chExt cx="2392770" cy="1658975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298B1FB-620C-46BE-960B-B2B1E71BCFA7}"/>
                </a:ext>
              </a:extLst>
            </p:cNvPr>
            <p:cNvGrpSpPr/>
            <p:nvPr/>
          </p:nvGrpSpPr>
          <p:grpSpPr>
            <a:xfrm>
              <a:off x="7488322" y="4139116"/>
              <a:ext cx="2392770" cy="1658975"/>
              <a:chOff x="7488322" y="4139116"/>
              <a:chExt cx="2392770" cy="165897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0CBC9D7-4497-4F11-8C9A-5A15FB9A2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C899873-E39E-418C-8067-E881471314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241012" y="5158011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3</a:t>
                </a: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9820B4D9-B5E6-4315-B7CF-0515C08374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50" idx="5"/>
                <a:endCxn id="51" idx="1"/>
              </p:cNvCxnSpPr>
              <p:nvPr/>
            </p:nvCxnSpPr>
            <p:spPr>
              <a:xfrm>
                <a:off x="8792832" y="4685458"/>
                <a:ext cx="541918" cy="56629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434E03F-F2E6-4F1E-BA30-DD68BB502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488322" y="51393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A5FAA14-6497-44C4-8AC3-D8B3D2630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3647" y="4719960"/>
              <a:ext cx="489511" cy="3983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C29AF6-38D8-47E3-901F-9DD3C9119489}"/>
              </a:ext>
            </a:extLst>
          </p:cNvPr>
          <p:cNvCxnSpPr>
            <a:cxnSpLocks/>
          </p:cNvCxnSpPr>
          <p:nvPr/>
        </p:nvCxnSpPr>
        <p:spPr>
          <a:xfrm>
            <a:off x="4351483" y="3034471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40">
            <a:extLst>
              <a:ext uri="{FF2B5EF4-FFF2-40B4-BE49-F238E27FC236}">
                <a16:creationId xmlns:a16="http://schemas.microsoft.com/office/drawing/2014/main" id="{67C4271D-9495-42FC-9149-219D92D91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082" y="1958765"/>
            <a:ext cx="43922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-2</a:t>
            </a:r>
          </a:p>
        </p:txBody>
      </p:sp>
      <p:sp>
        <p:nvSpPr>
          <p:cNvPr id="57" name="Rectangle 40">
            <a:extLst>
              <a:ext uri="{FF2B5EF4-FFF2-40B4-BE49-F238E27FC236}">
                <a16:creationId xmlns:a16="http://schemas.microsoft.com/office/drawing/2014/main" id="{D22AB767-B08D-4220-B750-BAE842491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045" y="2625254"/>
            <a:ext cx="43922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7DAC57-D48C-452C-BE2E-641C1A35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29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E5F1826-C3BF-47A6-9D6B-DC75BC4021AC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7F99FA55-4578-4A72-AD76-3BF9527A7F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 descr="Logo COP3530">
              <a:extLst>
                <a:ext uri="{FF2B5EF4-FFF2-40B4-BE49-F238E27FC236}">
                  <a16:creationId xmlns:a16="http://schemas.microsoft.com/office/drawing/2014/main" id="{59325FAC-E75F-4017-A419-F6E0BBE258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8449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Right Rotation: Left </a:t>
            </a:r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Left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CD04DC-C774-4E06-98A1-83A0D7F9005D}"/>
              </a:ext>
            </a:extLst>
          </p:cNvPr>
          <p:cNvGrpSpPr/>
          <p:nvPr/>
        </p:nvGrpSpPr>
        <p:grpSpPr>
          <a:xfrm>
            <a:off x="6380575" y="2439302"/>
            <a:ext cx="2392770" cy="1658975"/>
            <a:chOff x="7488322" y="4139116"/>
            <a:chExt cx="2392770" cy="1658975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298B1FB-620C-46BE-960B-B2B1E71BCFA7}"/>
                </a:ext>
              </a:extLst>
            </p:cNvPr>
            <p:cNvGrpSpPr/>
            <p:nvPr/>
          </p:nvGrpSpPr>
          <p:grpSpPr>
            <a:xfrm>
              <a:off x="7488322" y="4139116"/>
              <a:ext cx="2392770" cy="1658975"/>
              <a:chOff x="7488322" y="4139116"/>
              <a:chExt cx="2392770" cy="165897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0CBC9D7-4497-4F11-8C9A-5A15FB9A2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C899873-E39E-418C-8067-E881471314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241012" y="5158011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3</a:t>
                </a: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9820B4D9-B5E6-4315-B7CF-0515C08374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50" idx="5"/>
                <a:endCxn id="51" idx="1"/>
              </p:cNvCxnSpPr>
              <p:nvPr/>
            </p:nvCxnSpPr>
            <p:spPr>
              <a:xfrm>
                <a:off x="8792832" y="4685458"/>
                <a:ext cx="541918" cy="56629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434E03F-F2E6-4F1E-BA30-DD68BB502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488322" y="51393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A5FAA14-6497-44C4-8AC3-D8B3D2630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3647" y="4719960"/>
              <a:ext cx="489511" cy="3983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C29AF6-38D8-47E3-901F-9DD3C9119489}"/>
              </a:ext>
            </a:extLst>
          </p:cNvPr>
          <p:cNvCxnSpPr>
            <a:cxnSpLocks/>
          </p:cNvCxnSpPr>
          <p:nvPr/>
        </p:nvCxnSpPr>
        <p:spPr>
          <a:xfrm>
            <a:off x="4351483" y="3034471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C56D54F-01C6-4A8B-84FC-FD32741D5D9B}"/>
              </a:ext>
            </a:extLst>
          </p:cNvPr>
          <p:cNvGrpSpPr/>
          <p:nvPr/>
        </p:nvGrpSpPr>
        <p:grpSpPr>
          <a:xfrm flipH="1">
            <a:off x="2027799" y="2220123"/>
            <a:ext cx="1529313" cy="1998374"/>
            <a:chOff x="8246490" y="4139116"/>
            <a:chExt cx="1932703" cy="245288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ED0F4D3-BA8B-4BFC-8A33-10BC0098C8A2}"/>
                </a:ext>
              </a:extLst>
            </p:cNvPr>
            <p:cNvGrpSpPr/>
            <p:nvPr/>
          </p:nvGrpSpPr>
          <p:grpSpPr>
            <a:xfrm>
              <a:off x="8246490" y="4139116"/>
              <a:ext cx="1932703" cy="2452880"/>
              <a:chOff x="8246490" y="4139116"/>
              <a:chExt cx="1932703" cy="245288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E909DB1-CE9D-4C64-A607-4FC0F8D921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0CAB689-247C-42BB-8F7A-F92B26CAD6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886570" y="505560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43AFCAD-C50A-4044-BFC8-A8AD93887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21" idx="5"/>
              </p:cNvCxnSpPr>
              <p:nvPr/>
            </p:nvCxnSpPr>
            <p:spPr>
              <a:xfrm>
                <a:off x="8792832" y="4685458"/>
                <a:ext cx="279764" cy="377188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28D2300-E120-4AFA-9EAE-C230CE54C5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39113" y="59519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FEEF048-C4F5-4A8E-A5D5-982C930BF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418036" y="5579533"/>
              <a:ext cx="235262" cy="450515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40">
            <a:extLst>
              <a:ext uri="{FF2B5EF4-FFF2-40B4-BE49-F238E27FC236}">
                <a16:creationId xmlns:a16="http://schemas.microsoft.com/office/drawing/2014/main" id="{B0F2244D-7865-46B7-BEC7-FD5D4D5C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304" y="2182661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</a:p>
        </p:txBody>
      </p:sp>
      <p:sp>
        <p:nvSpPr>
          <p:cNvPr id="26" name="Rectangle 40">
            <a:extLst>
              <a:ext uri="{FF2B5EF4-FFF2-40B4-BE49-F238E27FC236}">
                <a16:creationId xmlns:a16="http://schemas.microsoft.com/office/drawing/2014/main" id="{74CAAA62-84D3-44D5-8D09-24FDF6201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1344" y="2829828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B4120C-5B9B-432B-8138-FCBDFC16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30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8C0955B-0328-43D7-8EC2-9F9FEFAA8313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94DBB3E3-5B81-4F5D-A31E-9A984B5E3D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 descr="Logo COP3530">
              <a:extLst>
                <a:ext uri="{FF2B5EF4-FFF2-40B4-BE49-F238E27FC236}">
                  <a16:creationId xmlns:a16="http://schemas.microsoft.com/office/drawing/2014/main" id="{0E7101B2-D13E-4FE5-88D6-257E88ADA0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5017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Right Left Rotation: Right Left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CD04DC-C774-4E06-98A1-83A0D7F9005D}"/>
              </a:ext>
            </a:extLst>
          </p:cNvPr>
          <p:cNvGrpSpPr/>
          <p:nvPr/>
        </p:nvGrpSpPr>
        <p:grpSpPr>
          <a:xfrm>
            <a:off x="8319907" y="2423774"/>
            <a:ext cx="2392770" cy="1658975"/>
            <a:chOff x="7488322" y="4139116"/>
            <a:chExt cx="2392770" cy="1658975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298B1FB-620C-46BE-960B-B2B1E71BCFA7}"/>
                </a:ext>
              </a:extLst>
            </p:cNvPr>
            <p:cNvGrpSpPr/>
            <p:nvPr/>
          </p:nvGrpSpPr>
          <p:grpSpPr>
            <a:xfrm>
              <a:off x="7488322" y="4139116"/>
              <a:ext cx="2392770" cy="1658975"/>
              <a:chOff x="7488322" y="4139116"/>
              <a:chExt cx="2392770" cy="165897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0CBC9D7-4497-4F11-8C9A-5A15FB9A2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C899873-E39E-418C-8067-E881471314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241012" y="5158011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3</a:t>
                </a: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9820B4D9-B5E6-4315-B7CF-0515C08374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50" idx="5"/>
                <a:endCxn id="51" idx="1"/>
              </p:cNvCxnSpPr>
              <p:nvPr/>
            </p:nvCxnSpPr>
            <p:spPr>
              <a:xfrm>
                <a:off x="8792832" y="4685458"/>
                <a:ext cx="541918" cy="56629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434E03F-F2E6-4F1E-BA30-DD68BB502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488322" y="51393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A5FAA14-6497-44C4-8AC3-D8B3D2630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3647" y="4719960"/>
              <a:ext cx="489511" cy="3983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C29AF6-38D8-47E3-901F-9DD3C9119489}"/>
              </a:ext>
            </a:extLst>
          </p:cNvPr>
          <p:cNvCxnSpPr>
            <a:cxnSpLocks/>
          </p:cNvCxnSpPr>
          <p:nvPr/>
        </p:nvCxnSpPr>
        <p:spPr>
          <a:xfrm>
            <a:off x="3336600" y="3079382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3B6A382-85D3-4A0F-BC48-7CDB9EE7764A}"/>
              </a:ext>
            </a:extLst>
          </p:cNvPr>
          <p:cNvGrpSpPr/>
          <p:nvPr/>
        </p:nvGrpSpPr>
        <p:grpSpPr>
          <a:xfrm>
            <a:off x="1687808" y="2163036"/>
            <a:ext cx="1397683" cy="1935241"/>
            <a:chOff x="8246490" y="4139116"/>
            <a:chExt cx="1766353" cy="237538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3BEBA5A-170D-491C-B143-FAB8EF09E260}"/>
                </a:ext>
              </a:extLst>
            </p:cNvPr>
            <p:cNvGrpSpPr/>
            <p:nvPr/>
          </p:nvGrpSpPr>
          <p:grpSpPr>
            <a:xfrm>
              <a:off x="8246490" y="4139116"/>
              <a:ext cx="1766353" cy="2375388"/>
              <a:chOff x="8246490" y="4139116"/>
              <a:chExt cx="1766353" cy="2375388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75CC668-3EC5-4AB3-BFC8-494E41585B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0023BCA2-F807-4450-BABB-2E7F70DFC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3</a:t>
                </a: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81C5D153-1271-4BE4-8D4D-C34DFEE475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28" idx="5"/>
              </p:cNvCxnSpPr>
              <p:nvPr/>
            </p:nvCxnSpPr>
            <p:spPr>
              <a:xfrm>
                <a:off x="8792832" y="4685458"/>
                <a:ext cx="639614" cy="378651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250BD13-1B39-43D8-A7AF-5E02D124A0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0842" y="587442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</a:t>
                </a:r>
              </a:p>
            </p:txBody>
          </p: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9848711-E51A-43B6-8336-C27EFA49E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6737" y="5553587"/>
              <a:ext cx="489511" cy="3983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0EDAD4B-1558-493B-88D8-7C629CB9D902}"/>
              </a:ext>
            </a:extLst>
          </p:cNvPr>
          <p:cNvCxnSpPr>
            <a:cxnSpLocks/>
          </p:cNvCxnSpPr>
          <p:nvPr/>
        </p:nvCxnSpPr>
        <p:spPr>
          <a:xfrm>
            <a:off x="6764763" y="3063681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3A20453-583A-4A93-BA0D-19FA27779BB4}"/>
              </a:ext>
            </a:extLst>
          </p:cNvPr>
          <p:cNvGrpSpPr/>
          <p:nvPr/>
        </p:nvGrpSpPr>
        <p:grpSpPr>
          <a:xfrm flipH="1">
            <a:off x="4723004" y="2024179"/>
            <a:ext cx="1888067" cy="2110405"/>
            <a:chOff x="8660842" y="3924113"/>
            <a:chExt cx="2386087" cy="259039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2AF56D8-6DCC-4269-90DE-B53BA5DB19C2}"/>
                </a:ext>
              </a:extLst>
            </p:cNvPr>
            <p:cNvGrpSpPr/>
            <p:nvPr/>
          </p:nvGrpSpPr>
          <p:grpSpPr>
            <a:xfrm>
              <a:off x="8660842" y="3924113"/>
              <a:ext cx="2386087" cy="2590391"/>
              <a:chOff x="8660842" y="3924113"/>
              <a:chExt cx="2386087" cy="2590391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84CBE36-FCD9-491C-B776-7AB6E5848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406849" y="3924113"/>
                <a:ext cx="640080" cy="640081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0CB0EAF-7010-4B69-8A91-2DA245B65B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</a:t>
                </a: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BB1AD073-992B-4134-A947-94F5C7D721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endCxn id="37" idx="7"/>
              </p:cNvCxnSpPr>
              <p:nvPr/>
            </p:nvCxnSpPr>
            <p:spPr>
              <a:xfrm flipH="1">
                <a:off x="9919106" y="4545911"/>
                <a:ext cx="660134" cy="472389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6017504-3E52-4AA0-89E0-5AA000EF33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0842" y="587442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3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CC88805-8B7F-47A6-94B1-EC664A5E0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6737" y="5553587"/>
              <a:ext cx="489511" cy="3983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A1B5524B-D672-41B5-A186-111E5BDBB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867" y="1951844"/>
            <a:ext cx="43922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62B59AC-72E0-49A7-A843-1BBDAE4A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906" y="2353216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F67FB8C-404E-4A86-AB4B-CF561C927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177" y="2719043"/>
            <a:ext cx="43922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E7A1C46-964F-43ED-996A-820D33E73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844" y="2019878"/>
            <a:ext cx="43922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5CB45C-3999-4171-9376-4919A4DA8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31</a:t>
            </a:fld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65E70E7-3C74-4634-9D38-9C9645EA906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6" name="Picture 2">
              <a:extLst>
                <a:ext uri="{FF2B5EF4-FFF2-40B4-BE49-F238E27FC236}">
                  <a16:creationId xmlns:a16="http://schemas.microsoft.com/office/drawing/2014/main" id="{0DA7CABA-557F-4DB9-A7B9-288A7BA94F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46" descr="Logo COP3530">
              <a:extLst>
                <a:ext uri="{FF2B5EF4-FFF2-40B4-BE49-F238E27FC236}">
                  <a16:creationId xmlns:a16="http://schemas.microsoft.com/office/drawing/2014/main" id="{615A141A-4CFE-49FC-92FF-87D4A94CAC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9158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Left Right Rotation: Left Right Case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CD04DC-C774-4E06-98A1-83A0D7F9005D}"/>
              </a:ext>
            </a:extLst>
          </p:cNvPr>
          <p:cNvGrpSpPr/>
          <p:nvPr/>
        </p:nvGrpSpPr>
        <p:grpSpPr>
          <a:xfrm>
            <a:off x="8319907" y="2423774"/>
            <a:ext cx="2392770" cy="1658975"/>
            <a:chOff x="7488322" y="4139116"/>
            <a:chExt cx="2392770" cy="1658975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298B1FB-620C-46BE-960B-B2B1E71BCFA7}"/>
                </a:ext>
              </a:extLst>
            </p:cNvPr>
            <p:cNvGrpSpPr/>
            <p:nvPr/>
          </p:nvGrpSpPr>
          <p:grpSpPr>
            <a:xfrm>
              <a:off x="7488322" y="4139116"/>
              <a:ext cx="2392770" cy="1658975"/>
              <a:chOff x="7488322" y="4139116"/>
              <a:chExt cx="2392770" cy="165897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0CBC9D7-4497-4F11-8C9A-5A15FB9A22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C899873-E39E-418C-8067-E881471314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241012" y="5158011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3</a:t>
                </a: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9820B4D9-B5E6-4315-B7CF-0515C08374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50" idx="5"/>
                <a:endCxn id="51" idx="1"/>
              </p:cNvCxnSpPr>
              <p:nvPr/>
            </p:nvCxnSpPr>
            <p:spPr>
              <a:xfrm>
                <a:off x="8792832" y="4685458"/>
                <a:ext cx="541918" cy="56629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1434E03F-F2E6-4F1E-BA30-DD68BB502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488322" y="51393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A5FAA14-6497-44C4-8AC3-D8B3D2630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3647" y="4719960"/>
              <a:ext cx="489511" cy="39832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C29AF6-38D8-47E3-901F-9DD3C9119489}"/>
              </a:ext>
            </a:extLst>
          </p:cNvPr>
          <p:cNvCxnSpPr>
            <a:cxnSpLocks/>
          </p:cNvCxnSpPr>
          <p:nvPr/>
        </p:nvCxnSpPr>
        <p:spPr>
          <a:xfrm>
            <a:off x="3336600" y="3079382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0EDAD4B-1558-493B-88D8-7C629CB9D902}"/>
              </a:ext>
            </a:extLst>
          </p:cNvPr>
          <p:cNvCxnSpPr>
            <a:cxnSpLocks/>
          </p:cNvCxnSpPr>
          <p:nvPr/>
        </p:nvCxnSpPr>
        <p:spPr>
          <a:xfrm>
            <a:off x="6764763" y="3063681"/>
            <a:ext cx="1449243" cy="0"/>
          </a:xfrm>
          <a:prstGeom prst="straightConnector1">
            <a:avLst/>
          </a:prstGeom>
          <a:ln w="19050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3A20453-583A-4A93-BA0D-19FA27779BB4}"/>
              </a:ext>
            </a:extLst>
          </p:cNvPr>
          <p:cNvGrpSpPr/>
          <p:nvPr/>
        </p:nvGrpSpPr>
        <p:grpSpPr>
          <a:xfrm>
            <a:off x="4723004" y="2024179"/>
            <a:ext cx="1888067" cy="2110405"/>
            <a:chOff x="8660842" y="3924113"/>
            <a:chExt cx="2386087" cy="259039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2AF56D8-6DCC-4269-90DE-B53BA5DB19C2}"/>
                </a:ext>
              </a:extLst>
            </p:cNvPr>
            <p:cNvGrpSpPr/>
            <p:nvPr/>
          </p:nvGrpSpPr>
          <p:grpSpPr>
            <a:xfrm>
              <a:off x="8660842" y="3924113"/>
              <a:ext cx="2386087" cy="2590391"/>
              <a:chOff x="8660842" y="3924113"/>
              <a:chExt cx="2386087" cy="2590391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84CBE36-FCD9-491C-B776-7AB6E5848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406849" y="3924113"/>
                <a:ext cx="640080" cy="640081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60CB0EAF-7010-4B69-8A91-2DA245B65B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</a:t>
                </a: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BB1AD073-992B-4134-A947-94F5C7D721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endCxn id="37" idx="7"/>
              </p:cNvCxnSpPr>
              <p:nvPr/>
            </p:nvCxnSpPr>
            <p:spPr>
              <a:xfrm flipH="1">
                <a:off x="9919106" y="4545911"/>
                <a:ext cx="660134" cy="472389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6017504-3E52-4AA0-89E0-5AA000EF33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0842" y="587442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CC88805-8B7F-47A6-94B1-EC664A5E0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6737" y="5553587"/>
              <a:ext cx="489511" cy="3983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E4CA8D9-D1EA-4CB7-A90A-47CDD438D757}"/>
              </a:ext>
            </a:extLst>
          </p:cNvPr>
          <p:cNvGrpSpPr/>
          <p:nvPr/>
        </p:nvGrpSpPr>
        <p:grpSpPr>
          <a:xfrm flipH="1">
            <a:off x="1593998" y="2132367"/>
            <a:ext cx="1397683" cy="1935241"/>
            <a:chOff x="8246490" y="4139116"/>
            <a:chExt cx="1766353" cy="237538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1A689F5-4D58-4DA1-AE39-654852A27621}"/>
                </a:ext>
              </a:extLst>
            </p:cNvPr>
            <p:cNvGrpSpPr/>
            <p:nvPr/>
          </p:nvGrpSpPr>
          <p:grpSpPr>
            <a:xfrm>
              <a:off x="8246490" y="4139116"/>
              <a:ext cx="1766353" cy="2375388"/>
              <a:chOff x="8246490" y="4139116"/>
              <a:chExt cx="1766353" cy="2375388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10F441D-96F6-43E0-91D0-09F7957E4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6490" y="4139116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B9B4AAC1-84E9-4616-9618-23A07F1B5F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72763" y="4924562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1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5FEDA6AE-1701-46E8-980C-1090EA969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  <a:stCxn id="44" idx="5"/>
              </p:cNvCxnSpPr>
              <p:nvPr/>
            </p:nvCxnSpPr>
            <p:spPr>
              <a:xfrm>
                <a:off x="8792832" y="4685458"/>
                <a:ext cx="639614" cy="378651"/>
              </a:xfrm>
              <a:prstGeom prst="straightConnector1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72E4408-8B06-41D4-923F-4E05476E9F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0842" y="5874424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7DEAEAA-DED7-4E55-8BBA-E7CEA9BF5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6737" y="5553587"/>
              <a:ext cx="489511" cy="39832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C24BA574-EC71-4DC2-A9E1-99D2AA14C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712" y="2928707"/>
            <a:ext cx="43922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854A7C4-CF91-44A5-8B14-3760A61CE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1752" y="1977679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F34D881-0746-4617-99C4-C15E47B81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620" y="2775774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5F46BE4-8645-40A2-9689-DBC3A1D5B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8645" y="2024179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15CD66-DD3B-4285-9A63-43F0904CC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32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BE46992-0BF4-4607-B121-7AA8BF71B0C7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8" name="Picture 2">
              <a:extLst>
                <a:ext uri="{FF2B5EF4-FFF2-40B4-BE49-F238E27FC236}">
                  <a16:creationId xmlns:a16="http://schemas.microsoft.com/office/drawing/2014/main" id="{0C02A480-854D-4316-9421-F803E6DC1C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58" descr="Logo COP3530">
              <a:extLst>
                <a:ext uri="{FF2B5EF4-FFF2-40B4-BE49-F238E27FC236}">
                  <a16:creationId xmlns:a16="http://schemas.microsoft.com/office/drawing/2014/main" id="{6C60A2B8-03F8-4810-A126-E531EB67F9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12782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Rotations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aphicFrame>
        <p:nvGraphicFramePr>
          <p:cNvPr id="579" name="Table 579">
            <a:extLst>
              <a:ext uri="{FF2B5EF4-FFF2-40B4-BE49-F238E27FC236}">
                <a16:creationId xmlns:a16="http://schemas.microsoft.com/office/drawing/2014/main" id="{ACF1ACEC-03FB-4033-BCF0-220D334E5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293997"/>
              </p:ext>
            </p:extLst>
          </p:nvPr>
        </p:nvGraphicFramePr>
        <p:xfrm>
          <a:off x="1748413" y="2676734"/>
          <a:ext cx="8131159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5159">
                  <a:extLst>
                    <a:ext uri="{9D8B030D-6E8A-4147-A177-3AD203B41FA5}">
                      <a16:colId xmlns:a16="http://schemas.microsoft.com/office/drawing/2014/main" val="40680637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53446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107437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4104296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Case (Alignment)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Balance Factor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Rotation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6376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Parent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Child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16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Left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Left</a:t>
                      </a:r>
                      <a:endParaRPr 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+2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+1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Right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8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Right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Right</a:t>
                      </a:r>
                      <a:endParaRPr 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Left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682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Left Right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+2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Left Right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526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Right Left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+1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Right Left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027818"/>
                  </a:ext>
                </a:extLst>
              </a:tr>
            </a:tbl>
          </a:graphicData>
        </a:graphic>
      </p:graphicFrame>
      <p:sp>
        <p:nvSpPr>
          <p:cNvPr id="581" name="Rectangle 580">
            <a:extLst>
              <a:ext uri="{FF2B5EF4-FFF2-40B4-BE49-F238E27FC236}">
                <a16:creationId xmlns:a16="http://schemas.microsoft.com/office/drawing/2014/main" id="{DC657AA7-A08A-42BE-A161-F784B239E5B7}"/>
              </a:ext>
            </a:extLst>
          </p:cNvPr>
          <p:cNvSpPr/>
          <p:nvPr/>
        </p:nvSpPr>
        <p:spPr>
          <a:xfrm>
            <a:off x="838200" y="1892409"/>
            <a:ext cx="10730801" cy="463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EB6E19"/>
                </a:solidFill>
                <a:latin typeface="Consolas" panose="020B0609020204030204" pitchFamily="49" charset="0"/>
              </a:rPr>
              <a:t>Balance Factor of x = </a:t>
            </a:r>
            <a:r>
              <a:rPr lang="en-US" dirty="0">
                <a:solidFill>
                  <a:srgbClr val="0081E2"/>
                </a:solidFill>
                <a:latin typeface="Consolas" panose="020B0609020204030204" pitchFamily="49" charset="0"/>
              </a:rPr>
              <a:t>Height (left subtree of x) - Height (right subtree of x) </a:t>
            </a: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185CD58D-124F-4611-9D43-3266FF628B6B}"/>
              </a:ext>
            </a:extLst>
          </p:cNvPr>
          <p:cNvSpPr/>
          <p:nvPr/>
        </p:nvSpPr>
        <p:spPr>
          <a:xfrm>
            <a:off x="622999" y="5149114"/>
            <a:ext cx="10730801" cy="878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EB6E19"/>
                </a:solidFill>
                <a:latin typeface="Consolas" panose="020B0609020204030204" pitchFamily="49" charset="0"/>
              </a:rPr>
              <a:t>If Balance Factor of x = </a:t>
            </a:r>
            <a:r>
              <a:rPr lang="en-US" dirty="0">
                <a:solidFill>
                  <a:srgbClr val="0081E2"/>
                </a:solidFill>
                <a:latin typeface="Consolas" panose="020B0609020204030204" pitchFamily="49" charset="0"/>
              </a:rPr>
              <a:t>Height (right subtree of x) - Height (left subtree of x),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81E2"/>
                </a:solidFill>
                <a:latin typeface="Consolas" panose="020B0609020204030204" pitchFamily="49" charset="0"/>
              </a:rPr>
              <a:t>Reverse all signs in the table!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380986-3637-4066-A762-D1554E70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33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26C4972-CA5C-44A4-9F24-5392B4E5B5E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1B912958-7E5F-4CEC-9A06-898A3A4BFA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56B5BF61-BB5E-4EDF-AB73-E83D3C1784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1916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16F8DAC-AB73-4D98-B71C-37EE9BDAB8C2}"/>
              </a:ext>
            </a:extLst>
          </p:cNvPr>
          <p:cNvSpPr txBox="1"/>
          <p:nvPr/>
        </p:nvSpPr>
        <p:spPr>
          <a:xfrm>
            <a:off x="6437998" y="1953047"/>
            <a:ext cx="5653518" cy="4031873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UPDATE HEIGHTS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 is right heavy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tree's right subtree is left heavy 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Right Left rotation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&amp; update height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ELSE 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Left rotation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&amp; update height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}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ELSE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 is left heavy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tree's left subtree is right heavy 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Left Right rotation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&amp; update height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ELSE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Right rotation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&amp; update height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C++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</a:extLst>
          </p:cNvPr>
          <p:cNvSpPr txBox="1">
            <a:spLocks/>
          </p:cNvSpPr>
          <p:nvPr/>
        </p:nvSpPr>
        <p:spPr>
          <a:xfrm>
            <a:off x="3535756" y="4209732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34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0C41713-463F-48B0-88B4-CB75B4D3EB81}"/>
              </a:ext>
            </a:extLst>
          </p:cNvPr>
          <p:cNvSpPr txBox="1"/>
          <p:nvPr/>
        </p:nvSpPr>
        <p:spPr>
          <a:xfrm>
            <a:off x="469083" y="2065241"/>
            <a:ext cx="5626917" cy="3293209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(root == 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 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TreeNode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(key);</a:t>
            </a:r>
          </a:p>
          <a:p>
            <a:pPr>
              <a:buClr>
                <a:schemeClr val="bg1">
                  <a:lumMod val="50000"/>
                </a:schemeClr>
              </a:buClr>
            </a:pP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(key &lt; 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key);</a:t>
            </a:r>
          </a:p>
          <a:p>
            <a:pPr>
              <a:buClr>
                <a:schemeClr val="bg1">
                  <a:lumMod val="50000"/>
                </a:schemeClr>
              </a:buClr>
            </a:pP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 key);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// hint: find height 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root;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40DF703F-DB9F-43E3-9574-6CB642635DA8}"/>
              </a:ext>
            </a:extLst>
          </p:cNvPr>
          <p:cNvCxnSpPr/>
          <p:nvPr/>
        </p:nvCxnSpPr>
        <p:spPr>
          <a:xfrm flipV="1">
            <a:off x="3375589" y="2153540"/>
            <a:ext cx="2991028" cy="255519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6568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6EB185-B2A4-4CA3-A39A-CB51CE2F48BC}"/>
              </a:ext>
            </a:extLst>
          </p:cNvPr>
          <p:cNvSpPr txBox="1"/>
          <p:nvPr/>
        </p:nvSpPr>
        <p:spPr>
          <a:xfrm>
            <a:off x="2169939" y="1721936"/>
            <a:ext cx="2562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Insert 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161C5-631E-4E97-AD14-91022D5D4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35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90E1F3-0622-413D-8DB0-B5400E3409D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705BC90D-AF76-419D-9A41-10ABF9B2CA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117DF7AB-865A-421E-B579-7F61F09B7D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E107B51-FB3F-4927-A8B2-E1C32A574567}"/>
              </a:ext>
            </a:extLst>
          </p:cNvPr>
          <p:cNvSpPr txBox="1"/>
          <p:nvPr/>
        </p:nvSpPr>
        <p:spPr>
          <a:xfrm>
            <a:off x="373988" y="3855547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(root ==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nullptr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(key &lt;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right heavy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20000"/>
                  <a:lumOff val="8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Left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B9E411D-C484-496C-8DB8-DFBAEEC3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025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75A06DEC-B9A5-4A33-A4AC-6017769F8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40436" y="109824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EB185-B2A4-4CA3-A39A-CB51CE2F48BC}"/>
              </a:ext>
            </a:extLst>
          </p:cNvPr>
          <p:cNvSpPr txBox="1"/>
          <p:nvPr/>
        </p:nvSpPr>
        <p:spPr>
          <a:xfrm>
            <a:off x="2169939" y="1721936"/>
            <a:ext cx="2562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Insert 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161C5-631E-4E97-AD14-91022D5D4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36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90E1F3-0622-413D-8DB0-B5400E3409D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705BC90D-AF76-419D-9A41-10ABF9B2CA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117DF7AB-865A-421E-B579-7F61F09B7D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6201D5E-71EB-4223-9F42-D3611C9A5A51}"/>
              </a:ext>
            </a:extLst>
          </p:cNvPr>
          <p:cNvSpPr txBox="1"/>
          <p:nvPr/>
        </p:nvSpPr>
        <p:spPr>
          <a:xfrm>
            <a:off x="373988" y="3855547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(root ==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nullptr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(key &lt;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right heavy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20000"/>
                  <a:lumOff val="8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Left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F921776-1816-4A0C-90A0-E959C2D38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8299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75A06DEC-B9A5-4A33-A4AC-6017769F8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40436" y="109824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EB185-B2A4-4CA3-A39A-CB51CE2F48BC}"/>
              </a:ext>
            </a:extLst>
          </p:cNvPr>
          <p:cNvSpPr txBox="1"/>
          <p:nvPr/>
        </p:nvSpPr>
        <p:spPr>
          <a:xfrm>
            <a:off x="2169939" y="1721936"/>
            <a:ext cx="2562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Insert 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161C5-631E-4E97-AD14-91022D5D4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37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90E1F3-0622-413D-8DB0-B5400E3409D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705BC90D-AF76-419D-9A41-10ABF9B2CA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117DF7AB-865A-421E-B579-7F61F09B7D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C5A2EFD-8FFA-4747-8619-6FBF6D060F30}"/>
              </a:ext>
            </a:extLst>
          </p:cNvPr>
          <p:cNvSpPr txBox="1"/>
          <p:nvPr/>
        </p:nvSpPr>
        <p:spPr>
          <a:xfrm>
            <a:off x="373988" y="3855547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(root ==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nullptr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(key &lt;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right heavy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20000"/>
                  <a:lumOff val="8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Left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D4826F4-C495-4D9C-B374-7670A62CD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0997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75A06DEC-B9A5-4A33-A4AC-6017769F8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40436" y="109824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25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143BB4B-8306-42BF-861F-CFF83FB78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0276" y="209247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22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CD940DB-5C31-48E1-8504-2131C44F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58" idx="7"/>
          </p:cNvCxnSpPr>
          <p:nvPr/>
        </p:nvCxnSpPr>
        <p:spPr>
          <a:xfrm flipH="1">
            <a:off x="6106618" y="1553740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A6EB185-B2A4-4CA3-A39A-CB51CE2F48BC}"/>
              </a:ext>
            </a:extLst>
          </p:cNvPr>
          <p:cNvSpPr txBox="1"/>
          <p:nvPr/>
        </p:nvSpPr>
        <p:spPr>
          <a:xfrm>
            <a:off x="2169939" y="1721936"/>
            <a:ext cx="2562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Insert 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B5004-3269-4CBD-A4F1-BEB0A134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38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82A1E2-88E0-4D78-A318-1C29DF7CB057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40D304BC-EDE2-4DF4-A9C5-E15735734E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2456F09C-ACFA-486F-B7AA-26ED95761E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7A93600-C188-40EE-A85E-9ADB08E35972}"/>
              </a:ext>
            </a:extLst>
          </p:cNvPr>
          <p:cNvSpPr txBox="1"/>
          <p:nvPr/>
        </p:nvSpPr>
        <p:spPr>
          <a:xfrm>
            <a:off x="373988" y="3855547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(root ==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nullptr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(key &lt;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right heavy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20000"/>
                  <a:lumOff val="8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Left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BE735DA-0E5B-487D-BA7D-287B877BC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6156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75A06DEC-B9A5-4A33-A4AC-6017769F8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40436" y="109824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25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143BB4B-8306-42BF-861F-CFF83FB78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0276" y="209247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22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CD940DB-5C31-48E1-8504-2131C44F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58" idx="7"/>
          </p:cNvCxnSpPr>
          <p:nvPr/>
        </p:nvCxnSpPr>
        <p:spPr>
          <a:xfrm flipH="1">
            <a:off x="6106618" y="1553740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A6EB185-B2A4-4CA3-A39A-CB51CE2F48BC}"/>
              </a:ext>
            </a:extLst>
          </p:cNvPr>
          <p:cNvSpPr txBox="1"/>
          <p:nvPr/>
        </p:nvSpPr>
        <p:spPr>
          <a:xfrm>
            <a:off x="2169939" y="1721936"/>
            <a:ext cx="2562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Insert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B5004-3269-4CBD-A4F1-BEB0A134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39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82A1E2-88E0-4D78-A318-1C29DF7CB057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40D304BC-EDE2-4DF4-A9C5-E15735734E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2456F09C-ACFA-486F-B7AA-26ED95761E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31CAF43-9CF6-4E34-9388-2285D1F002BA}"/>
              </a:ext>
            </a:extLst>
          </p:cNvPr>
          <p:cNvSpPr txBox="1"/>
          <p:nvPr/>
        </p:nvSpPr>
        <p:spPr>
          <a:xfrm>
            <a:off x="373988" y="3855547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(root ==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nullptr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(key &lt;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right heavy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20000"/>
                  <a:lumOff val="8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Left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F0E001C-EDFF-4899-B7D7-EE94623B2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4598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</a:extLst>
          </p:cNvPr>
          <p:cNvSpPr txBox="1">
            <a:spLocks/>
          </p:cNvSpPr>
          <p:nvPr/>
        </p:nvSpPr>
        <p:spPr>
          <a:xfrm>
            <a:off x="3535756" y="4209732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0C41713-463F-48B0-88B4-CB75B4D3EB81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(root ==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nullptr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(key &lt;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right heavy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20000"/>
                  <a:lumOff val="8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Left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8FBCD41-684D-4A51-A5B4-733711388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0C949B-4FAD-462C-B040-C867A9BF6B7B}"/>
              </a:ext>
            </a:extLst>
          </p:cNvPr>
          <p:cNvGrpSpPr/>
          <p:nvPr/>
        </p:nvGrpSpPr>
        <p:grpSpPr>
          <a:xfrm>
            <a:off x="3757423" y="3634646"/>
            <a:ext cx="497773" cy="333286"/>
            <a:chOff x="878100" y="4760007"/>
            <a:chExt cx="968068" cy="569706"/>
          </a:xfrm>
        </p:grpSpPr>
        <p:pic>
          <p:nvPicPr>
            <p:cNvPr id="36" name="Graphic 35" descr="Signal with solid fill">
              <a:extLst>
                <a:ext uri="{FF2B5EF4-FFF2-40B4-BE49-F238E27FC236}">
                  <a16:creationId xmlns:a16="http://schemas.microsoft.com/office/drawing/2014/main" id="{7E4A8486-7ED5-4839-8EB9-5522F25EF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37" name="Graphic 36" descr="Signal with solid fill">
              <a:extLst>
                <a:ext uri="{FF2B5EF4-FFF2-40B4-BE49-F238E27FC236}">
                  <a16:creationId xmlns:a16="http://schemas.microsoft.com/office/drawing/2014/main" id="{6404B368-838A-41E1-800C-2D8F18DFA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F43B8A8-FA24-470F-AF6C-040530D83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5270019" y="2982762"/>
            <a:ext cx="389735" cy="668824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3F436C2-4995-453D-A504-845BB58A0529}"/>
              </a:ext>
            </a:extLst>
          </p:cNvPr>
          <p:cNvGrpSpPr/>
          <p:nvPr/>
        </p:nvGrpSpPr>
        <p:grpSpPr>
          <a:xfrm>
            <a:off x="5464886" y="3651586"/>
            <a:ext cx="497773" cy="333286"/>
            <a:chOff x="878100" y="4760007"/>
            <a:chExt cx="968068" cy="569706"/>
          </a:xfrm>
        </p:grpSpPr>
        <p:pic>
          <p:nvPicPr>
            <p:cNvPr id="40" name="Graphic 39" descr="Signal with solid fill">
              <a:extLst>
                <a:ext uri="{FF2B5EF4-FFF2-40B4-BE49-F238E27FC236}">
                  <a16:creationId xmlns:a16="http://schemas.microsoft.com/office/drawing/2014/main" id="{716A3F80-B4B1-46BD-9BFE-5FBADDDAD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41" name="Graphic 40" descr="Signal with solid fill">
              <a:extLst>
                <a:ext uri="{FF2B5EF4-FFF2-40B4-BE49-F238E27FC236}">
                  <a16:creationId xmlns:a16="http://schemas.microsoft.com/office/drawing/2014/main" id="{C5955489-6CFB-4668-8050-ABCC1B764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A23350D-3583-4219-BEDD-20CEDFBF9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532248" y="2000406"/>
            <a:ext cx="389735" cy="668824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CDCA05C-C6B1-4CF5-8B90-C524E49D6C27}"/>
              </a:ext>
            </a:extLst>
          </p:cNvPr>
          <p:cNvGrpSpPr/>
          <p:nvPr/>
        </p:nvGrpSpPr>
        <p:grpSpPr>
          <a:xfrm>
            <a:off x="6727115" y="2669230"/>
            <a:ext cx="497773" cy="333286"/>
            <a:chOff x="878100" y="4760007"/>
            <a:chExt cx="968068" cy="569706"/>
          </a:xfrm>
        </p:grpSpPr>
        <p:pic>
          <p:nvPicPr>
            <p:cNvPr id="45" name="Graphic 44" descr="Signal with solid fill">
              <a:extLst>
                <a:ext uri="{FF2B5EF4-FFF2-40B4-BE49-F238E27FC236}">
                  <a16:creationId xmlns:a16="http://schemas.microsoft.com/office/drawing/2014/main" id="{80519316-4F61-44CE-8415-A72711086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46" name="Graphic 45" descr="Signal with solid fill">
              <a:extLst>
                <a:ext uri="{FF2B5EF4-FFF2-40B4-BE49-F238E27FC236}">
                  <a16:creationId xmlns:a16="http://schemas.microsoft.com/office/drawing/2014/main" id="{F1DC4651-6E27-4ACA-8409-B1FDDA860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92391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stCxn id="11" idx="7"/>
          </p:cNvCxnSpPr>
          <p:nvPr/>
        </p:nvCxnSpPr>
        <p:spPr>
          <a:xfrm rot="5400000" flipH="1" flipV="1">
            <a:off x="7004706" y="-69965"/>
            <a:ext cx="1151367" cy="20604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8751ED7-2222-4250-BB55-E32E7C3C4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744C47B-FF94-4596-9CF2-1FE78214DC8D}"/>
              </a:ext>
            </a:extLst>
          </p:cNvPr>
          <p:cNvGrpSpPr/>
          <p:nvPr/>
        </p:nvGrpSpPr>
        <p:grpSpPr>
          <a:xfrm>
            <a:off x="3757423" y="3634646"/>
            <a:ext cx="497773" cy="333286"/>
            <a:chOff x="878100" y="4760007"/>
            <a:chExt cx="968068" cy="569706"/>
          </a:xfrm>
        </p:grpSpPr>
        <p:pic>
          <p:nvPicPr>
            <p:cNvPr id="20" name="Graphic 19" descr="Signal with solid fill">
              <a:extLst>
                <a:ext uri="{FF2B5EF4-FFF2-40B4-BE49-F238E27FC236}">
                  <a16:creationId xmlns:a16="http://schemas.microsoft.com/office/drawing/2014/main" id="{E2CAEDB4-3152-4576-8E89-0467D6F29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21" name="Graphic 20" descr="Signal with solid fill">
              <a:extLst>
                <a:ext uri="{FF2B5EF4-FFF2-40B4-BE49-F238E27FC236}">
                  <a16:creationId xmlns:a16="http://schemas.microsoft.com/office/drawing/2014/main" id="{61260F74-5029-49ED-8F85-089203975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79C284E-52E0-4431-BE86-D0050C8E3C40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(root ==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nullptr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(key &lt;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right heavy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20000"/>
                  <a:lumOff val="8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Left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10AB12-D615-46C5-A6B2-73C0013D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70019" y="2982762"/>
            <a:ext cx="389735" cy="668824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45FD1FC-DEAC-4710-8BFD-3BF60A72479B}"/>
              </a:ext>
            </a:extLst>
          </p:cNvPr>
          <p:cNvGrpSpPr/>
          <p:nvPr/>
        </p:nvGrpSpPr>
        <p:grpSpPr>
          <a:xfrm>
            <a:off x="5464886" y="3651586"/>
            <a:ext cx="497773" cy="333286"/>
            <a:chOff x="878100" y="4760007"/>
            <a:chExt cx="968068" cy="569706"/>
          </a:xfrm>
        </p:grpSpPr>
        <p:pic>
          <p:nvPicPr>
            <p:cNvPr id="25" name="Graphic 24" descr="Signal with solid fill">
              <a:extLst>
                <a:ext uri="{FF2B5EF4-FFF2-40B4-BE49-F238E27FC236}">
                  <a16:creationId xmlns:a16="http://schemas.microsoft.com/office/drawing/2014/main" id="{BEEF0C40-18B8-41FB-BBA3-2CEA9D4BB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26" name="Graphic 25" descr="Signal with solid fill">
              <a:extLst>
                <a:ext uri="{FF2B5EF4-FFF2-40B4-BE49-F238E27FC236}">
                  <a16:creationId xmlns:a16="http://schemas.microsoft.com/office/drawing/2014/main" id="{3FFA20AB-BBF3-4199-9D01-3ADC23FD5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04A0CAE-ED75-422B-80D2-FFC96C10F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532248" y="2000406"/>
            <a:ext cx="389735" cy="668824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1532479-4DF1-4C75-B9A6-1478E77627F6}"/>
              </a:ext>
            </a:extLst>
          </p:cNvPr>
          <p:cNvGrpSpPr/>
          <p:nvPr/>
        </p:nvGrpSpPr>
        <p:grpSpPr>
          <a:xfrm>
            <a:off x="6727115" y="2669230"/>
            <a:ext cx="497773" cy="333286"/>
            <a:chOff x="878100" y="4760007"/>
            <a:chExt cx="968068" cy="569706"/>
          </a:xfrm>
        </p:grpSpPr>
        <p:pic>
          <p:nvPicPr>
            <p:cNvPr id="34" name="Graphic 33" descr="Signal with solid fill">
              <a:extLst>
                <a:ext uri="{FF2B5EF4-FFF2-40B4-BE49-F238E27FC236}">
                  <a16:creationId xmlns:a16="http://schemas.microsoft.com/office/drawing/2014/main" id="{734893BA-48DC-482D-975B-02A86164F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35" name="Graphic 34" descr="Signal with solid fill">
              <a:extLst>
                <a:ext uri="{FF2B5EF4-FFF2-40B4-BE49-F238E27FC236}">
                  <a16:creationId xmlns:a16="http://schemas.microsoft.com/office/drawing/2014/main" id="{33E8BEFA-A17D-4096-84C0-8F308D1AB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7219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stCxn id="11" idx="7"/>
          </p:cNvCxnSpPr>
          <p:nvPr/>
        </p:nvCxnSpPr>
        <p:spPr>
          <a:xfrm rot="5400000" flipH="1" flipV="1">
            <a:off x="7004706" y="-69965"/>
            <a:ext cx="1151367" cy="20604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C646D3-22C4-42A2-8C0B-8F5744F30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7C958CF-7C1E-40B4-B142-F8FBDC4AD569}"/>
              </a:ext>
            </a:extLst>
          </p:cNvPr>
          <p:cNvGrpSpPr/>
          <p:nvPr/>
        </p:nvGrpSpPr>
        <p:grpSpPr>
          <a:xfrm>
            <a:off x="3757423" y="3634646"/>
            <a:ext cx="497773" cy="333286"/>
            <a:chOff x="878100" y="4760007"/>
            <a:chExt cx="968068" cy="569706"/>
          </a:xfrm>
        </p:grpSpPr>
        <p:pic>
          <p:nvPicPr>
            <p:cNvPr id="20" name="Graphic 19" descr="Signal with solid fill">
              <a:extLst>
                <a:ext uri="{FF2B5EF4-FFF2-40B4-BE49-F238E27FC236}">
                  <a16:creationId xmlns:a16="http://schemas.microsoft.com/office/drawing/2014/main" id="{73DD7B4D-8316-4B90-B730-FC917AF48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21" name="Graphic 20" descr="Signal with solid fill">
              <a:extLst>
                <a:ext uri="{FF2B5EF4-FFF2-40B4-BE49-F238E27FC236}">
                  <a16:creationId xmlns:a16="http://schemas.microsoft.com/office/drawing/2014/main" id="{B7478836-A35E-4810-B52E-28184B84C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41C581F-33E5-4AF9-BE5A-2F42E40B9B84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F778BA-856A-4A76-B64D-805786B83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70019" y="2982762"/>
            <a:ext cx="389735" cy="668824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E131B0C-68F6-4772-B511-9DD8CCEA70CC}"/>
              </a:ext>
            </a:extLst>
          </p:cNvPr>
          <p:cNvGrpSpPr/>
          <p:nvPr/>
        </p:nvGrpSpPr>
        <p:grpSpPr>
          <a:xfrm>
            <a:off x="5464886" y="3651586"/>
            <a:ext cx="497773" cy="333286"/>
            <a:chOff x="878100" y="4760007"/>
            <a:chExt cx="968068" cy="569706"/>
          </a:xfrm>
        </p:grpSpPr>
        <p:pic>
          <p:nvPicPr>
            <p:cNvPr id="25" name="Graphic 24" descr="Signal with solid fill">
              <a:extLst>
                <a:ext uri="{FF2B5EF4-FFF2-40B4-BE49-F238E27FC236}">
                  <a16:creationId xmlns:a16="http://schemas.microsoft.com/office/drawing/2014/main" id="{7CEFF87D-D2E8-4BA9-8118-2C10C6722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26" name="Graphic 25" descr="Signal with solid fill">
              <a:extLst>
                <a:ext uri="{FF2B5EF4-FFF2-40B4-BE49-F238E27FC236}">
                  <a16:creationId xmlns:a16="http://schemas.microsoft.com/office/drawing/2014/main" id="{FF8F1484-5D9B-474D-A65D-82B25A388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B1E9042-DCB6-441E-AD9D-BFF740851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532248" y="2000406"/>
            <a:ext cx="389735" cy="668824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748B784-2786-4EB9-BC30-607B944C1FB9}"/>
              </a:ext>
            </a:extLst>
          </p:cNvPr>
          <p:cNvGrpSpPr/>
          <p:nvPr/>
        </p:nvGrpSpPr>
        <p:grpSpPr>
          <a:xfrm>
            <a:off x="6727115" y="2669230"/>
            <a:ext cx="497773" cy="333286"/>
            <a:chOff x="878100" y="4760007"/>
            <a:chExt cx="968068" cy="569706"/>
          </a:xfrm>
        </p:grpSpPr>
        <p:pic>
          <p:nvPicPr>
            <p:cNvPr id="34" name="Graphic 33" descr="Signal with solid fill">
              <a:extLst>
                <a:ext uri="{FF2B5EF4-FFF2-40B4-BE49-F238E27FC236}">
                  <a16:creationId xmlns:a16="http://schemas.microsoft.com/office/drawing/2014/main" id="{6D474EC0-F649-4BE7-A2EB-79C06F42C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35" name="Graphic 34" descr="Signal with solid fill">
              <a:extLst>
                <a:ext uri="{FF2B5EF4-FFF2-40B4-BE49-F238E27FC236}">
                  <a16:creationId xmlns:a16="http://schemas.microsoft.com/office/drawing/2014/main" id="{30583CBA-E4F1-4330-99D0-74236E123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  <p:pic>
        <p:nvPicPr>
          <p:cNvPr id="5" name="Graphic 4" descr="Stopwatch 25% with solid fill">
            <a:extLst>
              <a:ext uri="{FF2B5EF4-FFF2-40B4-BE49-F238E27FC236}">
                <a16:creationId xmlns:a16="http://schemas.microsoft.com/office/drawing/2014/main" id="{1A42058E-E685-4A88-B8F2-4E8BE96A80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06763" y="655500"/>
            <a:ext cx="459140" cy="45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06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0E18AC43-B308-4F77-AF8B-60389524D7B0}"/>
              </a:ext>
            </a:extLst>
          </p:cNvPr>
          <p:cNvSpPr txBox="1"/>
          <p:nvPr/>
        </p:nvSpPr>
        <p:spPr>
          <a:xfrm>
            <a:off x="5278565" y="323698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(root ==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nullptr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(key &lt;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right heavy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20000"/>
                  <a:lumOff val="8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Left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stCxn id="11" idx="7"/>
          </p:cNvCxnSpPr>
          <p:nvPr/>
        </p:nvCxnSpPr>
        <p:spPr>
          <a:xfrm rot="5400000" flipH="1" flipV="1">
            <a:off x="7004706" y="-69965"/>
            <a:ext cx="1151367" cy="20604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53320DE8-B89A-45C5-B774-8C0C376FD1CC}"/>
              </a:ext>
            </a:extLst>
          </p:cNvPr>
          <p:cNvCxnSpPr>
            <a:cxnSpLocks/>
          </p:cNvCxnSpPr>
          <p:nvPr/>
        </p:nvCxnSpPr>
        <p:spPr>
          <a:xfrm>
            <a:off x="5363757" y="2621004"/>
            <a:ext cx="1186422" cy="5965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49D1885-1C72-4067-9BB4-A5B87754172D}"/>
              </a:ext>
            </a:extLst>
          </p:cNvPr>
          <p:cNvGrpSpPr/>
          <p:nvPr/>
        </p:nvGrpSpPr>
        <p:grpSpPr>
          <a:xfrm>
            <a:off x="3757423" y="3634646"/>
            <a:ext cx="497773" cy="333286"/>
            <a:chOff x="878100" y="4760007"/>
            <a:chExt cx="968068" cy="569706"/>
          </a:xfrm>
        </p:grpSpPr>
        <p:pic>
          <p:nvPicPr>
            <p:cNvPr id="21" name="Graphic 20" descr="Signal with solid fill">
              <a:extLst>
                <a:ext uri="{FF2B5EF4-FFF2-40B4-BE49-F238E27FC236}">
                  <a16:creationId xmlns:a16="http://schemas.microsoft.com/office/drawing/2014/main" id="{3AC45F48-A35E-43C5-B2C6-CDE3A9420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34" name="Graphic 33" descr="Signal with solid fill">
              <a:extLst>
                <a:ext uri="{FF2B5EF4-FFF2-40B4-BE49-F238E27FC236}">
                  <a16:creationId xmlns:a16="http://schemas.microsoft.com/office/drawing/2014/main" id="{6419F9FD-DB55-4515-A669-60AA1412D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36" name="Graphic 35" descr="Stopwatch 25% with solid fill">
            <a:extLst>
              <a:ext uri="{FF2B5EF4-FFF2-40B4-BE49-F238E27FC236}">
                <a16:creationId xmlns:a16="http://schemas.microsoft.com/office/drawing/2014/main" id="{0990BBB8-4BC5-43FE-ADE3-17E1AC4FA2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06763" y="655500"/>
            <a:ext cx="459140" cy="45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255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</a:extLst>
          </p:cNvPr>
          <p:cNvSpPr txBox="1">
            <a:spLocks/>
          </p:cNvSpPr>
          <p:nvPr/>
        </p:nvSpPr>
        <p:spPr>
          <a:xfrm>
            <a:off x="3535756" y="4209732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stCxn id="11" idx="7"/>
          </p:cNvCxnSpPr>
          <p:nvPr/>
        </p:nvCxnSpPr>
        <p:spPr>
          <a:xfrm rot="5400000" flipH="1" flipV="1">
            <a:off x="7004706" y="-69965"/>
            <a:ext cx="1151367" cy="20604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53320DE8-B89A-45C5-B774-8C0C376FD1CC}"/>
              </a:ext>
            </a:extLst>
          </p:cNvPr>
          <p:cNvCxnSpPr>
            <a:cxnSpLocks/>
          </p:cNvCxnSpPr>
          <p:nvPr/>
        </p:nvCxnSpPr>
        <p:spPr>
          <a:xfrm>
            <a:off x="5363757" y="2621004"/>
            <a:ext cx="1186422" cy="5965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49D1885-1C72-4067-9BB4-A5B87754172D}"/>
              </a:ext>
            </a:extLst>
          </p:cNvPr>
          <p:cNvGrpSpPr/>
          <p:nvPr/>
        </p:nvGrpSpPr>
        <p:grpSpPr>
          <a:xfrm>
            <a:off x="3757423" y="3634646"/>
            <a:ext cx="497773" cy="333286"/>
            <a:chOff x="878100" y="4760007"/>
            <a:chExt cx="968068" cy="569706"/>
          </a:xfrm>
        </p:grpSpPr>
        <p:pic>
          <p:nvPicPr>
            <p:cNvPr id="21" name="Graphic 20" descr="Signal with solid fill">
              <a:extLst>
                <a:ext uri="{FF2B5EF4-FFF2-40B4-BE49-F238E27FC236}">
                  <a16:creationId xmlns:a16="http://schemas.microsoft.com/office/drawing/2014/main" id="{3AC45F48-A35E-43C5-B2C6-CDE3A9420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34" name="Graphic 33" descr="Signal with solid fill">
              <a:extLst>
                <a:ext uri="{FF2B5EF4-FFF2-40B4-BE49-F238E27FC236}">
                  <a16:creationId xmlns:a16="http://schemas.microsoft.com/office/drawing/2014/main" id="{6419F9FD-DB55-4515-A669-60AA1412D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36" name="Graphic 35" descr="Stopwatch 25% with solid fill">
            <a:extLst>
              <a:ext uri="{FF2B5EF4-FFF2-40B4-BE49-F238E27FC236}">
                <a16:creationId xmlns:a16="http://schemas.microsoft.com/office/drawing/2014/main" id="{0990BBB8-4BC5-43FE-ADE3-17E1AC4FA2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06763" y="655500"/>
            <a:ext cx="459140" cy="45914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40C56C9-29BC-4357-9D57-04D981BD89F3}"/>
              </a:ext>
            </a:extLst>
          </p:cNvPr>
          <p:cNvSpPr txBox="1"/>
          <p:nvPr/>
        </p:nvSpPr>
        <p:spPr>
          <a:xfrm>
            <a:off x="5278565" y="323698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26" name="Graphic 25" descr="Stopwatch 25% with solid fill">
            <a:extLst>
              <a:ext uri="{FF2B5EF4-FFF2-40B4-BE49-F238E27FC236}">
                <a16:creationId xmlns:a16="http://schemas.microsoft.com/office/drawing/2014/main" id="{69DEBAD4-04F1-4461-B0F1-945BB70A94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5681" y="3953329"/>
            <a:ext cx="459140" cy="45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343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</a:extLst>
          </p:cNvPr>
          <p:cNvSpPr txBox="1">
            <a:spLocks/>
          </p:cNvSpPr>
          <p:nvPr/>
        </p:nvSpPr>
        <p:spPr>
          <a:xfrm>
            <a:off x="3535756" y="4209732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stCxn id="11" idx="7"/>
          </p:cNvCxnSpPr>
          <p:nvPr/>
        </p:nvCxnSpPr>
        <p:spPr>
          <a:xfrm rot="5400000" flipH="1" flipV="1">
            <a:off x="7004706" y="-69965"/>
            <a:ext cx="1151367" cy="20604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53320DE8-B89A-45C5-B774-8C0C376FD1CC}"/>
              </a:ext>
            </a:extLst>
          </p:cNvPr>
          <p:cNvCxnSpPr>
            <a:cxnSpLocks/>
          </p:cNvCxnSpPr>
          <p:nvPr/>
        </p:nvCxnSpPr>
        <p:spPr>
          <a:xfrm>
            <a:off x="5363757" y="2621004"/>
            <a:ext cx="1186422" cy="5965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49D1885-1C72-4067-9BB4-A5B87754172D}"/>
              </a:ext>
            </a:extLst>
          </p:cNvPr>
          <p:cNvGrpSpPr/>
          <p:nvPr/>
        </p:nvGrpSpPr>
        <p:grpSpPr>
          <a:xfrm>
            <a:off x="3757423" y="3634646"/>
            <a:ext cx="497773" cy="333286"/>
            <a:chOff x="878100" y="4760007"/>
            <a:chExt cx="968068" cy="569706"/>
          </a:xfrm>
        </p:grpSpPr>
        <p:pic>
          <p:nvPicPr>
            <p:cNvPr id="21" name="Graphic 20" descr="Signal with solid fill">
              <a:extLst>
                <a:ext uri="{FF2B5EF4-FFF2-40B4-BE49-F238E27FC236}">
                  <a16:creationId xmlns:a16="http://schemas.microsoft.com/office/drawing/2014/main" id="{3AC45F48-A35E-43C5-B2C6-CDE3A9420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34" name="Graphic 33" descr="Signal with solid fill">
              <a:extLst>
                <a:ext uri="{FF2B5EF4-FFF2-40B4-BE49-F238E27FC236}">
                  <a16:creationId xmlns:a16="http://schemas.microsoft.com/office/drawing/2014/main" id="{6419F9FD-DB55-4515-A669-60AA1412D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36" name="Graphic 35" descr="Stopwatch 25% with solid fill">
            <a:extLst>
              <a:ext uri="{FF2B5EF4-FFF2-40B4-BE49-F238E27FC236}">
                <a16:creationId xmlns:a16="http://schemas.microsoft.com/office/drawing/2014/main" id="{0990BBB8-4BC5-43FE-ADE3-17E1AC4FA2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06763" y="655500"/>
            <a:ext cx="459140" cy="45914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40C56C9-29BC-4357-9D57-04D981BD89F3}"/>
              </a:ext>
            </a:extLst>
          </p:cNvPr>
          <p:cNvSpPr txBox="1"/>
          <p:nvPr/>
        </p:nvSpPr>
        <p:spPr>
          <a:xfrm>
            <a:off x="5278565" y="323698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26" name="Graphic 25" descr="Stopwatch 25% with solid fill">
            <a:extLst>
              <a:ext uri="{FF2B5EF4-FFF2-40B4-BE49-F238E27FC236}">
                <a16:creationId xmlns:a16="http://schemas.microsoft.com/office/drawing/2014/main" id="{69DEBAD4-04F1-4461-B0F1-945BB70A94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5681" y="3953329"/>
            <a:ext cx="459140" cy="4591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18B11D4-ECD4-44B8-89DB-ABEF996B26FD}"/>
              </a:ext>
            </a:extLst>
          </p:cNvPr>
          <p:cNvSpPr txBox="1"/>
          <p:nvPr/>
        </p:nvSpPr>
        <p:spPr>
          <a:xfrm>
            <a:off x="2042843" y="3992177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(root ==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nullptr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(key &lt;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right heavy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20000"/>
                  <a:lumOff val="8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Left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35AF14C4-4498-4F82-A0AF-3AA6BF8BA93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22380" y="3685482"/>
            <a:ext cx="439908" cy="30669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8156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</a:extLst>
          </p:cNvPr>
          <p:cNvSpPr txBox="1">
            <a:spLocks/>
          </p:cNvSpPr>
          <p:nvPr/>
        </p:nvSpPr>
        <p:spPr>
          <a:xfrm>
            <a:off x="3535756" y="4209732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stCxn id="11" idx="7"/>
          </p:cNvCxnSpPr>
          <p:nvPr/>
        </p:nvCxnSpPr>
        <p:spPr>
          <a:xfrm rot="5400000" flipH="1" flipV="1">
            <a:off x="7004706" y="-69965"/>
            <a:ext cx="1151367" cy="20604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53320DE8-B89A-45C5-B774-8C0C376FD1CC}"/>
              </a:ext>
            </a:extLst>
          </p:cNvPr>
          <p:cNvCxnSpPr>
            <a:cxnSpLocks/>
          </p:cNvCxnSpPr>
          <p:nvPr/>
        </p:nvCxnSpPr>
        <p:spPr>
          <a:xfrm>
            <a:off x="5363757" y="2621004"/>
            <a:ext cx="1186422" cy="5965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49D1885-1C72-4067-9BB4-A5B87754172D}"/>
              </a:ext>
            </a:extLst>
          </p:cNvPr>
          <p:cNvGrpSpPr/>
          <p:nvPr/>
        </p:nvGrpSpPr>
        <p:grpSpPr>
          <a:xfrm>
            <a:off x="3757423" y="3634646"/>
            <a:ext cx="497773" cy="333286"/>
            <a:chOff x="878100" y="4760007"/>
            <a:chExt cx="968068" cy="569706"/>
          </a:xfrm>
        </p:grpSpPr>
        <p:pic>
          <p:nvPicPr>
            <p:cNvPr id="21" name="Graphic 20" descr="Signal with solid fill">
              <a:extLst>
                <a:ext uri="{FF2B5EF4-FFF2-40B4-BE49-F238E27FC236}">
                  <a16:creationId xmlns:a16="http://schemas.microsoft.com/office/drawing/2014/main" id="{3AC45F48-A35E-43C5-B2C6-CDE3A9420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34" name="Graphic 33" descr="Signal with solid fill">
              <a:extLst>
                <a:ext uri="{FF2B5EF4-FFF2-40B4-BE49-F238E27FC236}">
                  <a16:creationId xmlns:a16="http://schemas.microsoft.com/office/drawing/2014/main" id="{6419F9FD-DB55-4515-A669-60AA1412D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36" name="Graphic 35" descr="Stopwatch 25% with solid fill">
            <a:extLst>
              <a:ext uri="{FF2B5EF4-FFF2-40B4-BE49-F238E27FC236}">
                <a16:creationId xmlns:a16="http://schemas.microsoft.com/office/drawing/2014/main" id="{0990BBB8-4BC5-43FE-ADE3-17E1AC4FA2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06763" y="655500"/>
            <a:ext cx="459140" cy="45914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40C56C9-29BC-4357-9D57-04D981BD89F3}"/>
              </a:ext>
            </a:extLst>
          </p:cNvPr>
          <p:cNvSpPr txBox="1"/>
          <p:nvPr/>
        </p:nvSpPr>
        <p:spPr>
          <a:xfrm>
            <a:off x="5278565" y="323698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26" name="Graphic 25" descr="Stopwatch 25% with solid fill">
            <a:extLst>
              <a:ext uri="{FF2B5EF4-FFF2-40B4-BE49-F238E27FC236}">
                <a16:creationId xmlns:a16="http://schemas.microsoft.com/office/drawing/2014/main" id="{69DEBAD4-04F1-4461-B0F1-945BB70A94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5681" y="3953329"/>
            <a:ext cx="459140" cy="4591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18B11D4-ECD4-44B8-89DB-ABEF996B26FD}"/>
              </a:ext>
            </a:extLst>
          </p:cNvPr>
          <p:cNvSpPr txBox="1"/>
          <p:nvPr/>
        </p:nvSpPr>
        <p:spPr>
          <a:xfrm>
            <a:off x="2042843" y="3992177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35AF14C4-4498-4F82-A0AF-3AA6BF8BA93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22380" y="3685482"/>
            <a:ext cx="439908" cy="30669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83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</a:extLst>
          </p:cNvPr>
          <p:cNvSpPr txBox="1">
            <a:spLocks/>
          </p:cNvSpPr>
          <p:nvPr/>
        </p:nvSpPr>
        <p:spPr>
          <a:xfrm>
            <a:off x="3535756" y="4209732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stCxn id="11" idx="7"/>
          </p:cNvCxnSpPr>
          <p:nvPr/>
        </p:nvCxnSpPr>
        <p:spPr>
          <a:xfrm rot="5400000" flipH="1" flipV="1">
            <a:off x="7004706" y="-69965"/>
            <a:ext cx="1151367" cy="20604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53320DE8-B89A-45C5-B774-8C0C376FD1CC}"/>
              </a:ext>
            </a:extLst>
          </p:cNvPr>
          <p:cNvCxnSpPr>
            <a:cxnSpLocks/>
          </p:cNvCxnSpPr>
          <p:nvPr/>
        </p:nvCxnSpPr>
        <p:spPr>
          <a:xfrm>
            <a:off x="5363757" y="2621004"/>
            <a:ext cx="1186422" cy="5965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49D1885-1C72-4067-9BB4-A5B87754172D}"/>
              </a:ext>
            </a:extLst>
          </p:cNvPr>
          <p:cNvGrpSpPr/>
          <p:nvPr/>
        </p:nvGrpSpPr>
        <p:grpSpPr>
          <a:xfrm>
            <a:off x="3757423" y="3634646"/>
            <a:ext cx="497773" cy="333286"/>
            <a:chOff x="878100" y="4760007"/>
            <a:chExt cx="968068" cy="569706"/>
          </a:xfrm>
        </p:grpSpPr>
        <p:pic>
          <p:nvPicPr>
            <p:cNvPr id="21" name="Graphic 20" descr="Signal with solid fill">
              <a:extLst>
                <a:ext uri="{FF2B5EF4-FFF2-40B4-BE49-F238E27FC236}">
                  <a16:creationId xmlns:a16="http://schemas.microsoft.com/office/drawing/2014/main" id="{3AC45F48-A35E-43C5-B2C6-CDE3A9420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34" name="Graphic 33" descr="Signal with solid fill">
              <a:extLst>
                <a:ext uri="{FF2B5EF4-FFF2-40B4-BE49-F238E27FC236}">
                  <a16:creationId xmlns:a16="http://schemas.microsoft.com/office/drawing/2014/main" id="{6419F9FD-DB55-4515-A669-60AA1412D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36" name="Graphic 35" descr="Stopwatch 25% with solid fill">
            <a:extLst>
              <a:ext uri="{FF2B5EF4-FFF2-40B4-BE49-F238E27FC236}">
                <a16:creationId xmlns:a16="http://schemas.microsoft.com/office/drawing/2014/main" id="{0990BBB8-4BC5-43FE-ADE3-17E1AC4FA2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06763" y="655500"/>
            <a:ext cx="459140" cy="45914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40C56C9-29BC-4357-9D57-04D981BD89F3}"/>
              </a:ext>
            </a:extLst>
          </p:cNvPr>
          <p:cNvSpPr txBox="1"/>
          <p:nvPr/>
        </p:nvSpPr>
        <p:spPr>
          <a:xfrm>
            <a:off x="5278565" y="323698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26" name="Graphic 25" descr="Stopwatch 25% with solid fill">
            <a:extLst>
              <a:ext uri="{FF2B5EF4-FFF2-40B4-BE49-F238E27FC236}">
                <a16:creationId xmlns:a16="http://schemas.microsoft.com/office/drawing/2014/main" id="{69DEBAD4-04F1-4461-B0F1-945BB70A94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5681" y="3953329"/>
            <a:ext cx="459140" cy="4591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18B11D4-ECD4-44B8-89DB-ABEF996B26FD}"/>
              </a:ext>
            </a:extLst>
          </p:cNvPr>
          <p:cNvSpPr txBox="1"/>
          <p:nvPr/>
        </p:nvSpPr>
        <p:spPr>
          <a:xfrm>
            <a:off x="2042843" y="3992177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35AF14C4-4498-4F82-A0AF-3AA6BF8BA93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22380" y="3685482"/>
            <a:ext cx="439908" cy="30669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270514C7-F1D0-4359-8766-1B89CF71E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19884" y="4232447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225585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</a:extLst>
          </p:cNvPr>
          <p:cNvSpPr txBox="1">
            <a:spLocks/>
          </p:cNvSpPr>
          <p:nvPr/>
        </p:nvSpPr>
        <p:spPr>
          <a:xfrm>
            <a:off x="3535756" y="4209732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stCxn id="11" idx="7"/>
          </p:cNvCxnSpPr>
          <p:nvPr/>
        </p:nvCxnSpPr>
        <p:spPr>
          <a:xfrm rot="5400000" flipH="1" flipV="1">
            <a:off x="7004706" y="-69965"/>
            <a:ext cx="1151367" cy="20604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53320DE8-B89A-45C5-B774-8C0C376FD1CC}"/>
              </a:ext>
            </a:extLst>
          </p:cNvPr>
          <p:cNvCxnSpPr>
            <a:cxnSpLocks/>
          </p:cNvCxnSpPr>
          <p:nvPr/>
        </p:nvCxnSpPr>
        <p:spPr>
          <a:xfrm>
            <a:off x="5363757" y="2621004"/>
            <a:ext cx="1186422" cy="5965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49D1885-1C72-4067-9BB4-A5B87754172D}"/>
              </a:ext>
            </a:extLst>
          </p:cNvPr>
          <p:cNvGrpSpPr/>
          <p:nvPr/>
        </p:nvGrpSpPr>
        <p:grpSpPr>
          <a:xfrm>
            <a:off x="3757423" y="3634646"/>
            <a:ext cx="497773" cy="333286"/>
            <a:chOff x="878100" y="4760007"/>
            <a:chExt cx="968068" cy="569706"/>
          </a:xfrm>
        </p:grpSpPr>
        <p:pic>
          <p:nvPicPr>
            <p:cNvPr id="21" name="Graphic 20" descr="Signal with solid fill">
              <a:extLst>
                <a:ext uri="{FF2B5EF4-FFF2-40B4-BE49-F238E27FC236}">
                  <a16:creationId xmlns:a16="http://schemas.microsoft.com/office/drawing/2014/main" id="{3AC45F48-A35E-43C5-B2C6-CDE3A9420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 flipV="1">
              <a:off x="1276462" y="4760007"/>
              <a:ext cx="569706" cy="569706"/>
            </a:xfrm>
            <a:prstGeom prst="rect">
              <a:avLst/>
            </a:prstGeom>
          </p:spPr>
        </p:pic>
        <p:pic>
          <p:nvPicPr>
            <p:cNvPr id="34" name="Graphic 33" descr="Signal with solid fill">
              <a:extLst>
                <a:ext uri="{FF2B5EF4-FFF2-40B4-BE49-F238E27FC236}">
                  <a16:creationId xmlns:a16="http://schemas.microsoft.com/office/drawing/2014/main" id="{6419F9FD-DB55-4515-A669-60AA1412D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 flipH="1" flipV="1">
              <a:off x="878100" y="4760007"/>
              <a:ext cx="569706" cy="569706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36" name="Graphic 35" descr="Stopwatch 25% with solid fill">
            <a:extLst>
              <a:ext uri="{FF2B5EF4-FFF2-40B4-BE49-F238E27FC236}">
                <a16:creationId xmlns:a16="http://schemas.microsoft.com/office/drawing/2014/main" id="{0990BBB8-4BC5-43FE-ADE3-17E1AC4FA2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06763" y="655500"/>
            <a:ext cx="459140" cy="45914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40C56C9-29BC-4357-9D57-04D981BD89F3}"/>
              </a:ext>
            </a:extLst>
          </p:cNvPr>
          <p:cNvSpPr txBox="1"/>
          <p:nvPr/>
        </p:nvSpPr>
        <p:spPr>
          <a:xfrm>
            <a:off x="5278565" y="323698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26" name="Graphic 25" descr="Stopwatch 25% with solid fill">
            <a:extLst>
              <a:ext uri="{FF2B5EF4-FFF2-40B4-BE49-F238E27FC236}">
                <a16:creationId xmlns:a16="http://schemas.microsoft.com/office/drawing/2014/main" id="{69DEBAD4-04F1-4461-B0F1-945BB70A94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5681" y="3953329"/>
            <a:ext cx="459140" cy="459140"/>
          </a:xfrm>
          <a:prstGeom prst="rect">
            <a:avLst/>
          </a:prstGeom>
        </p:spPr>
      </p:pic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35AF14C4-4498-4F82-A0AF-3AA6BF8BA939}"/>
              </a:ext>
            </a:extLst>
          </p:cNvPr>
          <p:cNvCxnSpPr>
            <a:cxnSpLocks/>
            <a:endCxn id="39" idx="7"/>
          </p:cNvCxnSpPr>
          <p:nvPr/>
        </p:nvCxnSpPr>
        <p:spPr>
          <a:xfrm rot="10800000" flipV="1">
            <a:off x="3189132" y="3953331"/>
            <a:ext cx="2447797" cy="32330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270514C7-F1D0-4359-8766-1B89CF71E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42789" y="4182899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514006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stCxn id="11" idx="7"/>
          </p:cNvCxnSpPr>
          <p:nvPr/>
        </p:nvCxnSpPr>
        <p:spPr>
          <a:xfrm rot="5400000" flipH="1" flipV="1">
            <a:off x="7004706" y="-69965"/>
            <a:ext cx="1151367" cy="20604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53320DE8-B89A-45C5-B774-8C0C376FD1CC}"/>
              </a:ext>
            </a:extLst>
          </p:cNvPr>
          <p:cNvCxnSpPr>
            <a:cxnSpLocks/>
          </p:cNvCxnSpPr>
          <p:nvPr/>
        </p:nvCxnSpPr>
        <p:spPr>
          <a:xfrm>
            <a:off x="5363757" y="2621004"/>
            <a:ext cx="1186422" cy="5965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36" name="Graphic 35" descr="Stopwatch 25% with solid fill">
            <a:extLst>
              <a:ext uri="{FF2B5EF4-FFF2-40B4-BE49-F238E27FC236}">
                <a16:creationId xmlns:a16="http://schemas.microsoft.com/office/drawing/2014/main" id="{0990BBB8-4BC5-43FE-ADE3-17E1AC4FA2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6763" y="655500"/>
            <a:ext cx="459140" cy="45914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40C56C9-29BC-4357-9D57-04D981BD89F3}"/>
              </a:ext>
            </a:extLst>
          </p:cNvPr>
          <p:cNvSpPr txBox="1"/>
          <p:nvPr/>
        </p:nvSpPr>
        <p:spPr>
          <a:xfrm>
            <a:off x="5278565" y="323698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5A0F11E-00BB-4E24-A93D-64B02EE8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5756" y="3557261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944831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3E7F3E-4912-4FEA-B34E-7E95D57C3114}"/>
              </a:ext>
            </a:extLst>
          </p:cNvPr>
          <p:cNvSpPr txBox="1">
            <a:spLocks/>
          </p:cNvSpPr>
          <p:nvPr/>
        </p:nvSpPr>
        <p:spPr>
          <a:xfrm>
            <a:off x="3535756" y="4209732"/>
            <a:ext cx="1237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stCxn id="11" idx="7"/>
          </p:cNvCxnSpPr>
          <p:nvPr/>
        </p:nvCxnSpPr>
        <p:spPr>
          <a:xfrm rot="5400000" flipH="1" flipV="1">
            <a:off x="7004706" y="-69965"/>
            <a:ext cx="1151367" cy="20604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53320DE8-B89A-45C5-B774-8C0C376FD1CC}"/>
              </a:ext>
            </a:extLst>
          </p:cNvPr>
          <p:cNvCxnSpPr>
            <a:cxnSpLocks/>
          </p:cNvCxnSpPr>
          <p:nvPr/>
        </p:nvCxnSpPr>
        <p:spPr>
          <a:xfrm>
            <a:off x="5363757" y="2621004"/>
            <a:ext cx="1186422" cy="5965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36" name="Graphic 35" descr="Stopwatch 25% with solid fill">
            <a:extLst>
              <a:ext uri="{FF2B5EF4-FFF2-40B4-BE49-F238E27FC236}">
                <a16:creationId xmlns:a16="http://schemas.microsoft.com/office/drawing/2014/main" id="{0990BBB8-4BC5-43FE-ADE3-17E1AC4FA2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6763" y="655500"/>
            <a:ext cx="459140" cy="45914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40C56C9-29BC-4357-9D57-04D981BD89F3}"/>
              </a:ext>
            </a:extLst>
          </p:cNvPr>
          <p:cNvSpPr txBox="1"/>
          <p:nvPr/>
        </p:nvSpPr>
        <p:spPr>
          <a:xfrm>
            <a:off x="5278565" y="323698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751D175-7830-4770-9835-29256A9CA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5756" y="3557261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765781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stCxn id="11" idx="7"/>
          </p:cNvCxnSpPr>
          <p:nvPr/>
        </p:nvCxnSpPr>
        <p:spPr>
          <a:xfrm rot="5400000" flipH="1" flipV="1">
            <a:off x="7004706" y="-69965"/>
            <a:ext cx="1151367" cy="20604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53320DE8-B89A-45C5-B774-8C0C376FD1CC}"/>
              </a:ext>
            </a:extLst>
          </p:cNvPr>
          <p:cNvCxnSpPr>
            <a:cxnSpLocks/>
          </p:cNvCxnSpPr>
          <p:nvPr/>
        </p:nvCxnSpPr>
        <p:spPr>
          <a:xfrm>
            <a:off x="5363757" y="2621004"/>
            <a:ext cx="1186422" cy="59650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36" name="Graphic 35" descr="Stopwatch 25% with solid fill">
            <a:extLst>
              <a:ext uri="{FF2B5EF4-FFF2-40B4-BE49-F238E27FC236}">
                <a16:creationId xmlns:a16="http://schemas.microsoft.com/office/drawing/2014/main" id="{0990BBB8-4BC5-43FE-ADE3-17E1AC4FA2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6763" y="655500"/>
            <a:ext cx="459140" cy="45914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40C56C9-29BC-4357-9D57-04D981BD89F3}"/>
              </a:ext>
            </a:extLst>
          </p:cNvPr>
          <p:cNvSpPr txBox="1"/>
          <p:nvPr/>
        </p:nvSpPr>
        <p:spPr>
          <a:xfrm>
            <a:off x="5278565" y="323698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70514C7-F1D0-4359-8766-1B89CF71E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5756" y="3557261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C432CE5C-9B18-432F-85DE-21C22A0DC0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36651" y="1826804"/>
            <a:ext cx="4731376" cy="3156854"/>
          </a:xfrm>
          <a:prstGeom prst="curvedConnector3">
            <a:avLst>
              <a:gd name="adj1" fmla="val -2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2253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stCxn id="11" idx="7"/>
          </p:cNvCxnSpPr>
          <p:nvPr/>
        </p:nvCxnSpPr>
        <p:spPr>
          <a:xfrm rot="5400000" flipH="1" flipV="1">
            <a:off x="7004706" y="-69965"/>
            <a:ext cx="1151367" cy="20604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36" name="Graphic 35" descr="Stopwatch 25% with solid fill">
            <a:extLst>
              <a:ext uri="{FF2B5EF4-FFF2-40B4-BE49-F238E27FC236}">
                <a16:creationId xmlns:a16="http://schemas.microsoft.com/office/drawing/2014/main" id="{0990BBB8-4BC5-43FE-ADE3-17E1AC4FA2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6763" y="655500"/>
            <a:ext cx="459140" cy="459140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270514C7-F1D0-4359-8766-1B89CF71E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5756" y="3557261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933906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stCxn id="11" idx="7"/>
          </p:cNvCxnSpPr>
          <p:nvPr/>
        </p:nvCxnSpPr>
        <p:spPr>
          <a:xfrm rot="5400000" flipH="1" flipV="1">
            <a:off x="7004706" y="-69965"/>
            <a:ext cx="1151367" cy="20604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pic>
        <p:nvPicPr>
          <p:cNvPr id="36" name="Graphic 35" descr="Stopwatch 25% with solid fill">
            <a:extLst>
              <a:ext uri="{FF2B5EF4-FFF2-40B4-BE49-F238E27FC236}">
                <a16:creationId xmlns:a16="http://schemas.microsoft.com/office/drawing/2014/main" id="{0990BBB8-4BC5-43FE-ADE3-17E1AC4FA2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6763" y="655500"/>
            <a:ext cx="459140" cy="459140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270514C7-F1D0-4359-8766-1B89CF71E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5756" y="3557261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89481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3837" y="14421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3677" y="243642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270019" y="189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stCxn id="11" idx="7"/>
          </p:cNvCxnSpPr>
          <p:nvPr/>
        </p:nvCxnSpPr>
        <p:spPr>
          <a:xfrm rot="5400000" flipH="1" flipV="1">
            <a:off x="7004706" y="-69965"/>
            <a:ext cx="1151367" cy="20604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053420" y="301064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70514C7-F1D0-4359-8766-1B89CF71E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5756" y="3557261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81847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5583" y="3604805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50881" y="2353462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5997223" y="2899804"/>
            <a:ext cx="780261" cy="77207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cxnSpLocks/>
          </p:cNvCxnSpPr>
          <p:nvPr/>
        </p:nvCxnSpPr>
        <p:spPr>
          <a:xfrm flipV="1">
            <a:off x="6101040" y="2521009"/>
            <a:ext cx="2051648" cy="15249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780624" y="292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70514C7-F1D0-4359-8766-1B89CF71E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2960" y="3474303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002887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5583" y="3604805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50881" y="2353462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5997223" y="2899804"/>
            <a:ext cx="780261" cy="77207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>
            <a:off x="5770921" y="2353462"/>
            <a:ext cx="1514742" cy="401264"/>
          </a:xfrm>
          <a:prstGeom prst="curvedConnector4">
            <a:avLst>
              <a:gd name="adj1" fmla="val 39436"/>
              <a:gd name="adj2" fmla="val 1569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780624" y="292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70514C7-F1D0-4359-8766-1B89CF71E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2960" y="3474303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76C5C-8990-434B-9631-3A2F87DED539}"/>
              </a:ext>
            </a:extLst>
          </p:cNvPr>
          <p:cNvSpPr txBox="1"/>
          <p:nvPr/>
        </p:nvSpPr>
        <p:spPr>
          <a:xfrm>
            <a:off x="5520964" y="1821920"/>
            <a:ext cx="821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</a:t>
            </a:r>
          </a:p>
        </p:txBody>
      </p:sp>
    </p:spTree>
    <p:extLst>
      <p:ext uri="{BB962C8B-B14F-4D97-AF65-F5344CB8AC3E}">
        <p14:creationId xmlns:p14="http://schemas.microsoft.com/office/powerpoint/2010/main" val="12177759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5583" y="3604805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50881" y="2353462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5997223" y="2899804"/>
            <a:ext cx="780261" cy="77207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3DAA1C-79B7-484E-B10B-56F6169BFBE8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>
            <a:off x="5770921" y="2353462"/>
            <a:ext cx="1514742" cy="401264"/>
          </a:xfrm>
          <a:prstGeom prst="curvedConnector4">
            <a:avLst>
              <a:gd name="adj1" fmla="val 39436"/>
              <a:gd name="adj2" fmla="val 1569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780624" y="292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AAD21BA-16E8-4109-AADD-14DD64A970BF}"/>
              </a:ext>
            </a:extLst>
          </p:cNvPr>
          <p:cNvSpPr txBox="1"/>
          <p:nvPr/>
        </p:nvSpPr>
        <p:spPr>
          <a:xfrm>
            <a:off x="7289635" y="227421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 (root == nullptr)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return new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if (key &lt; root-&gt;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root-&gt;left = insert(root-&gt;left,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root-&gt;right = insert(root-&gt;right,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 is right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Left rotation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4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IF 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Perform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return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70514C7-F1D0-4359-8766-1B89CF71E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2960" y="3474303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76C5C-8990-434B-9631-3A2F87DED539}"/>
              </a:ext>
            </a:extLst>
          </p:cNvPr>
          <p:cNvSpPr txBox="1"/>
          <p:nvPr/>
        </p:nvSpPr>
        <p:spPr>
          <a:xfrm>
            <a:off x="5520964" y="1821920"/>
            <a:ext cx="821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</a:t>
            </a:r>
          </a:p>
        </p:txBody>
      </p:sp>
    </p:spTree>
    <p:extLst>
      <p:ext uri="{BB962C8B-B14F-4D97-AF65-F5344CB8AC3E}">
        <p14:creationId xmlns:p14="http://schemas.microsoft.com/office/powerpoint/2010/main" val="10404814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8D838-CD50-4FB3-89A6-95E748E33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2DBAF5-5BDB-44B4-8B84-D7C0624711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1DABEFE-8205-4DA0-89E3-87AEFE0CA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 descr="Logo COP3530">
              <a:extLst>
                <a:ext uri="{FF2B5EF4-FFF2-40B4-BE49-F238E27FC236}">
                  <a16:creationId xmlns:a16="http://schemas.microsoft.com/office/drawing/2014/main" id="{2DECB4B7-D601-43D8-808A-B5B2837A97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A392C3C4-24EF-464C-AF27-688541DD9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5583" y="3604805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C3BFDD-D511-44D8-B8CA-920537CC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50881" y="2353462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0E42BD-A4A0-4752-AFA2-9252FBFD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5997223" y="2899804"/>
            <a:ext cx="780261" cy="77207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BBCB441-6DCF-4B8E-ACDA-4493126B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73742" y="13405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7EEA76-16BF-403A-B39A-CCE557392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82" y="23348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795BBC-3B2B-42ED-BBEA-BB66F3E1B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1639924" y="1796084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7D497AB-752C-4426-8098-70E34282F8F8}"/>
              </a:ext>
            </a:extLst>
          </p:cNvPr>
          <p:cNvSpPr txBox="1"/>
          <p:nvPr/>
        </p:nvSpPr>
        <p:spPr>
          <a:xfrm>
            <a:off x="2561669" y="2919600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0A7E8E8-CC7A-4B31-AD3D-0C1A47955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56674" y="275472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A32D99-1CAB-41AD-9CFD-C9E135B6D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780624" y="2927686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270514C7-F1D0-4359-8766-1B89CF71E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2960" y="3474303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76C5C-8990-434B-9631-3A2F87DED539}"/>
              </a:ext>
            </a:extLst>
          </p:cNvPr>
          <p:cNvSpPr txBox="1"/>
          <p:nvPr/>
        </p:nvSpPr>
        <p:spPr>
          <a:xfrm>
            <a:off x="5520964" y="1821920"/>
            <a:ext cx="821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</a:t>
            </a:r>
          </a:p>
        </p:txBody>
      </p:sp>
    </p:spTree>
    <p:extLst>
      <p:ext uri="{BB962C8B-B14F-4D97-AF65-F5344CB8AC3E}">
        <p14:creationId xmlns:p14="http://schemas.microsoft.com/office/powerpoint/2010/main" val="18725906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D9ED1408-503B-435B-9F46-91F192FA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EB185-B2A4-4CA3-A39A-CB51CE2F48BC}"/>
              </a:ext>
            </a:extLst>
          </p:cNvPr>
          <p:cNvSpPr txBox="1"/>
          <p:nvPr/>
        </p:nvSpPr>
        <p:spPr>
          <a:xfrm>
            <a:off x="2169939" y="1721936"/>
            <a:ext cx="2562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Insert 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1E49562-060D-4B9D-8C24-10836324B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40436" y="109824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2B77DE0-339F-4921-9FAE-79C165E74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0276" y="209247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58750F4-6216-40CB-93E1-1278C7475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3797" y="209247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25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8242FC-649D-45AE-AD1F-B0980A56C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6106618" y="1553740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5D1D56-3323-4020-A2FD-E4F03B06D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7480516" y="1553740"/>
            <a:ext cx="637019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C06E5-F7BA-4981-82C5-8BD51D2F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59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AFDA81-84EE-4CCF-98D4-60E9024B15B9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2D8EA107-07E6-4417-BFA4-B3B137E3B1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Logo COP3530">
              <a:extLst>
                <a:ext uri="{FF2B5EF4-FFF2-40B4-BE49-F238E27FC236}">
                  <a16:creationId xmlns:a16="http://schemas.microsoft.com/office/drawing/2014/main" id="{8DDCD0DA-1E8F-422A-BF98-6318A9FB4C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EB3B2F6-FC39-4839-A959-D8577894C87C}"/>
              </a:ext>
            </a:extLst>
          </p:cNvPr>
          <p:cNvSpPr txBox="1"/>
          <p:nvPr/>
        </p:nvSpPr>
        <p:spPr>
          <a:xfrm>
            <a:off x="373988" y="3855547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(root ==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nullptr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(key &lt;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right heavy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20000"/>
                  <a:lumOff val="8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Left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33003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D9ED1408-503B-435B-9F46-91F192FA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EB185-B2A4-4CA3-A39A-CB51CE2F48BC}"/>
              </a:ext>
            </a:extLst>
          </p:cNvPr>
          <p:cNvSpPr txBox="1"/>
          <p:nvPr/>
        </p:nvSpPr>
        <p:spPr>
          <a:xfrm>
            <a:off x="2169939" y="1721936"/>
            <a:ext cx="2562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Insert 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1E49562-060D-4B9D-8C24-10836324B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40436" y="109824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2B77DE0-339F-4921-9FAE-79C165E74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0276" y="209247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58750F4-6216-40CB-93E1-1278C7475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3797" y="209247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25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8242FC-649D-45AE-AD1F-B0980A56C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6106618" y="1553740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5D1D56-3323-4020-A2FD-E4F03B06D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7480516" y="1553740"/>
            <a:ext cx="637019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F3CC168F-B046-47D3-850B-A7A559B3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50674" y="32712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56A914-1D23-4C9F-8584-140C4EAAC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000217" y="2666200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C06E5-F7BA-4981-82C5-8BD51D2F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60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AFDA81-84EE-4CCF-98D4-60E9024B15B9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2D8EA107-07E6-4417-BFA4-B3B137E3B1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Logo COP3530">
              <a:extLst>
                <a:ext uri="{FF2B5EF4-FFF2-40B4-BE49-F238E27FC236}">
                  <a16:creationId xmlns:a16="http://schemas.microsoft.com/office/drawing/2014/main" id="{8DDCD0DA-1E8F-422A-BF98-6318A9FB4C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EB3B2F6-FC39-4839-A959-D8577894C87C}"/>
              </a:ext>
            </a:extLst>
          </p:cNvPr>
          <p:cNvSpPr txBox="1"/>
          <p:nvPr/>
        </p:nvSpPr>
        <p:spPr>
          <a:xfrm>
            <a:off x="373988" y="3855547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(root ==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nullptr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(key &lt;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right heavy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20000"/>
                  <a:lumOff val="8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Left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28755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6EB185-B2A4-4CA3-A39A-CB51CE2F48BC}"/>
              </a:ext>
            </a:extLst>
          </p:cNvPr>
          <p:cNvSpPr txBox="1"/>
          <p:nvPr/>
        </p:nvSpPr>
        <p:spPr>
          <a:xfrm>
            <a:off x="2169939" y="1721936"/>
            <a:ext cx="2562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Insert 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1E49562-060D-4B9D-8C24-10836324B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40436" y="109824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2B77DE0-339F-4921-9FAE-79C165E74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0276" y="209247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58750F4-6216-40CB-93E1-1278C7475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3797" y="209247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25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8242FC-649D-45AE-AD1F-B0980A56C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6106618" y="1553740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5D1D56-3323-4020-A2FD-E4F03B06D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7480516" y="1553740"/>
            <a:ext cx="637019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F3CC168F-B046-47D3-850B-A7A559B3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50674" y="32712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56A914-1D23-4C9F-8584-140C4EAAC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000217" y="2666200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A7C2D-34E8-46C7-B6ED-F9FE6B80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61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2DDD517-4757-40CA-AC85-C359C20387B7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FC59E749-916B-4820-AB4D-C4624EE6F6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Logo COP3530">
              <a:extLst>
                <a:ext uri="{FF2B5EF4-FFF2-40B4-BE49-F238E27FC236}">
                  <a16:creationId xmlns:a16="http://schemas.microsoft.com/office/drawing/2014/main" id="{09B77DCC-1CB5-4446-9FB8-053071CC86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61E54D0B-620F-40EB-B459-75FF20D8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FEEBDC-C8FC-4E49-A46C-953047E75F76}"/>
              </a:ext>
            </a:extLst>
          </p:cNvPr>
          <p:cNvSpPr txBox="1"/>
          <p:nvPr/>
        </p:nvSpPr>
        <p:spPr>
          <a:xfrm>
            <a:off x="373988" y="3855547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(root ==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nullptr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(key &lt;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right heavy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20000"/>
                  <a:lumOff val="8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Left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54513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6EB185-B2A4-4CA3-A39A-CB51CE2F48BC}"/>
              </a:ext>
            </a:extLst>
          </p:cNvPr>
          <p:cNvSpPr txBox="1"/>
          <p:nvPr/>
        </p:nvSpPr>
        <p:spPr>
          <a:xfrm>
            <a:off x="2169939" y="1721936"/>
            <a:ext cx="2562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Insert 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1E49562-060D-4B9D-8C24-10836324B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40436" y="109824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2B77DE0-339F-4921-9FAE-79C165E74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60276" y="209247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58750F4-6216-40CB-93E1-1278C7475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3797" y="2092474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25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8242FC-649D-45AE-AD1F-B0980A56C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6106618" y="1553740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5D1D56-3323-4020-A2FD-E4F03B06D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7480516" y="1553740"/>
            <a:ext cx="637019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F3CC168F-B046-47D3-850B-A7A559B3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50674" y="32712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56A914-1D23-4C9F-8584-140C4EAAC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000217" y="2666200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5E0DF6A-7005-469F-B3A2-767AE62DE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34035" y="426551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877FED-B4FA-4056-AF0F-304F00092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190754" y="3726784"/>
            <a:ext cx="637019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A7C2D-34E8-46C7-B6ED-F9FE6B80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62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2DDD517-4757-40CA-AC85-C359C20387B7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FC59E749-916B-4820-AB4D-C4624EE6F6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Logo COP3530">
              <a:extLst>
                <a:ext uri="{FF2B5EF4-FFF2-40B4-BE49-F238E27FC236}">
                  <a16:creationId xmlns:a16="http://schemas.microsoft.com/office/drawing/2014/main" id="{09B77DCC-1CB5-4446-9FB8-053071CC86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61E54D0B-620F-40EB-B459-75FF20D8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FEEBDC-C8FC-4E49-A46C-953047E75F76}"/>
              </a:ext>
            </a:extLst>
          </p:cNvPr>
          <p:cNvSpPr txBox="1"/>
          <p:nvPr/>
        </p:nvSpPr>
        <p:spPr>
          <a:xfrm>
            <a:off x="373988" y="3855547"/>
            <a:ext cx="3077116" cy="2800767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(root ==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nullptr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TreeNode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(key &lt;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root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-&gt;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key);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right heavy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20000"/>
                  <a:lumOff val="8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right subtree is left heavy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Left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ELSE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 is left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IF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tree's left subtree is right heavy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Left Right rotation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Perform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Right rotation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}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root;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40774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6EB185-B2A4-4CA3-A39A-CB51CE2F48BC}"/>
              </a:ext>
            </a:extLst>
          </p:cNvPr>
          <p:cNvSpPr txBox="1"/>
          <p:nvPr/>
        </p:nvSpPr>
        <p:spPr>
          <a:xfrm>
            <a:off x="2169939" y="1721936"/>
            <a:ext cx="2562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B6E19"/>
                </a:solidFill>
                <a:latin typeface="Gotham Bold" pitchFamily="50" charset="0"/>
              </a:rPr>
              <a:t>Insert 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1E49562-060D-4B9D-8C24-10836324B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5926" y="2233707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2B77DE0-339F-4921-9FAE-79C165E74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5766" y="3227937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58750F4-6216-40CB-93E1-1278C7475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99287" y="3227937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25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8242FC-649D-45AE-AD1F-B0980A56C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1882108" y="2689203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5D1D56-3323-4020-A2FD-E4F03B06D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3256006" y="2689203"/>
            <a:ext cx="637019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F3CC168F-B046-47D3-850B-A7A559B3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164" y="4406751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56A914-1D23-4C9F-8584-140C4EAAC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75707" y="3801663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5E0DF6A-7005-469F-B3A2-767AE62DE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09525" y="5400981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877FED-B4FA-4056-AF0F-304F00092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966244" y="4862247"/>
            <a:ext cx="637019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79B176-16A8-4A8F-B2F2-77B6437954CD}"/>
              </a:ext>
            </a:extLst>
          </p:cNvPr>
          <p:cNvSpPr txBox="1"/>
          <p:nvPr/>
        </p:nvSpPr>
        <p:spPr>
          <a:xfrm>
            <a:off x="2056776" y="4754650"/>
            <a:ext cx="1195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B6E19"/>
                </a:solidFill>
                <a:latin typeface="Consolas" panose="020B0609020204030204" pitchFamily="49" charset="0"/>
              </a:rPr>
              <a:t>Left Rotation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31E29E-1C16-4C85-A0D0-36ED5CC3B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651781" y="4589776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07A04A0-08AB-41F2-8BA6-52C59762D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19925" y="2264387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0FD99AE-119C-462B-97C7-B3BADE0DB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39765" y="3258617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CFD8E0A-900E-4CD3-9606-7E40C9436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03286" y="3258617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25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4C06319-8838-459A-B6C1-0823D7802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86107" y="2719883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A13681C-6718-44D2-88A2-B3FE9431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6960005" y="2719883"/>
            <a:ext cx="637019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E8FBD973-4DD3-4B1D-94E6-0FF356935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30163" y="4437431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BAF93C-D226-4C9E-A8E8-D73BD7476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479706" y="3832343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68A31830-7C25-47A6-AE44-9F2E50D32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00181" y="5721021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0F4F406-0C76-47CC-9679-7A3A73631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486282" y="5038541"/>
            <a:ext cx="625226" cy="68248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BA2E1A8-979A-4D7A-89C5-C9FEF773ABEA}"/>
              </a:ext>
            </a:extLst>
          </p:cNvPr>
          <p:cNvSpPr txBox="1"/>
          <p:nvPr/>
        </p:nvSpPr>
        <p:spPr>
          <a:xfrm>
            <a:off x="5752205" y="5016135"/>
            <a:ext cx="1195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B6E19"/>
                </a:solidFill>
                <a:latin typeface="Consolas" panose="020B0609020204030204" pitchFamily="49" charset="0"/>
              </a:rPr>
              <a:t>Right Rotation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96B0E89-308B-4176-A556-D821BC041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47412" y="4862247"/>
            <a:ext cx="1945026" cy="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382B3D-E844-4CE8-8132-549286388875}"/>
              </a:ext>
            </a:extLst>
          </p:cNvPr>
          <p:cNvCxnSpPr>
            <a:cxnSpLocks/>
          </p:cNvCxnSpPr>
          <p:nvPr/>
        </p:nvCxnSpPr>
        <p:spPr>
          <a:xfrm>
            <a:off x="5355163" y="4119824"/>
            <a:ext cx="0" cy="7586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5282B45-EEAD-4966-AC73-6401EA4F3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747" y="2279565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2284343-39E1-4176-B89B-C75865F7E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587" y="3273795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234DCCF-48C7-4D49-B066-7E0A63B18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42108" y="3273795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25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6870A0E-D04C-4460-86D0-E4D380274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3" idx="7"/>
          </p:cNvCxnSpPr>
          <p:nvPr/>
        </p:nvCxnSpPr>
        <p:spPr>
          <a:xfrm flipH="1">
            <a:off x="9324929" y="2735061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27648B4-142C-457E-8AF7-0BBC7FD55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10698827" y="2735061"/>
            <a:ext cx="637019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559C4E27-9B6D-459E-8F47-369EC30D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68985" y="4452609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E66D6F8-A217-4BEE-B288-CD1B7FB2D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218528" y="3847521"/>
            <a:ext cx="733818" cy="632472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6B69E95A-5D72-4573-AB65-53B80FFB1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91838" y="455843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Bold" pitchFamily="50" charset="0"/>
              </a:rPr>
              <a:t>4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398AF3E-63F2-4528-9D13-41FA35476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271932" y="3873611"/>
            <a:ext cx="640988" cy="725091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91B32-8351-4431-9E13-B384F81E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63</a:t>
            </a:fld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D3F1683-8D6C-496B-9811-5200D8203D18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3" name="Picture 2">
              <a:extLst>
                <a:ext uri="{FF2B5EF4-FFF2-40B4-BE49-F238E27FC236}">
                  <a16:creationId xmlns:a16="http://schemas.microsoft.com/office/drawing/2014/main" id="{3B70F337-2C98-475B-ADF4-C9EC20CB9A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43" descr="Logo COP3530">
              <a:extLst>
                <a:ext uri="{FF2B5EF4-FFF2-40B4-BE49-F238E27FC236}">
                  <a16:creationId xmlns:a16="http://schemas.microsoft.com/office/drawing/2014/main" id="{FBC6A99B-462C-4C04-B1D5-E6AE36181A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45" name="Title 1">
            <a:extLst>
              <a:ext uri="{FF2B5EF4-FFF2-40B4-BE49-F238E27FC236}">
                <a16:creationId xmlns:a16="http://schemas.microsoft.com/office/drawing/2014/main" id="{F6062CF7-281D-4956-AADB-096192C0C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44" y="-7933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: Insert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6631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Deletion: After BST Delete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EA28E-A953-4F54-82C3-C6380C9D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64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480ACB-3D70-4C0A-8B1B-A4B203F32AF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1BABDE4-B43E-4B41-8987-C73C55A1B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C964B95E-8579-4D39-BEF3-EA8B8D98D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C22D10C-9D32-26ED-E65A-80BDA0DBE516}"/>
              </a:ext>
            </a:extLst>
          </p:cNvPr>
          <p:cNvSpPr txBox="1"/>
          <p:nvPr/>
        </p:nvSpPr>
        <p:spPr>
          <a:xfrm>
            <a:off x="1846747" y="1806459"/>
            <a:ext cx="5968967" cy="4031873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UPDATE HEIGHTS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 is right heavy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tree's right subtree is left heavy 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Right Left rotation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&amp; update height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ELSE (including equals case)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Left rotation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&amp; update height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}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ELSE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 is left heavy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tree's left subtree is right heavy 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Left Right rotation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&amp; update height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ELSE (including equals case)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Right rotation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&amp; update height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7EEF20-57CE-4826-BC05-DA48531D4FDD}"/>
              </a:ext>
            </a:extLst>
          </p:cNvPr>
          <p:cNvSpPr/>
          <p:nvPr/>
        </p:nvSpPr>
        <p:spPr>
          <a:xfrm>
            <a:off x="2136808" y="3282215"/>
            <a:ext cx="3436219" cy="308008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D97FE3-6FA6-ED32-9177-B4EDE0E5282E}"/>
              </a:ext>
            </a:extLst>
          </p:cNvPr>
          <p:cNvSpPr/>
          <p:nvPr/>
        </p:nvSpPr>
        <p:spPr>
          <a:xfrm>
            <a:off x="2156058" y="5014646"/>
            <a:ext cx="3436219" cy="308008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327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Deletion: After BST Delete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EA28E-A953-4F54-82C3-C6380C9D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65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480ACB-3D70-4C0A-8B1B-A4B203F32AF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1BABDE4-B43E-4B41-8987-C73C55A1B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C964B95E-8579-4D39-BEF3-EA8B8D98D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C22D10C-9D32-26ED-E65A-80BDA0DBE516}"/>
              </a:ext>
            </a:extLst>
          </p:cNvPr>
          <p:cNvSpPr txBox="1"/>
          <p:nvPr/>
        </p:nvSpPr>
        <p:spPr>
          <a:xfrm>
            <a:off x="1846747" y="1806459"/>
            <a:ext cx="5968967" cy="4031873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UPDATE HEIGHTS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 is right heavy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tree's right subtree is left heavy 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Right Left rotation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&amp; update height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ELSE (including equals case)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Left rotation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&amp; update height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}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ELSE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 is left heavy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tree's left subtree is right heavy 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Left Right rotation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&amp; update height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ELSE (including equals case)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Right rotation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&amp; update height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}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34D3B93-A812-C8AE-603A-3583B62F3FAD}"/>
                  </a:ext>
                </a:extLst>
              </p14:cNvPr>
              <p14:cNvContentPartPr/>
              <p14:nvPr/>
            </p14:nvContentPartPr>
            <p14:xfrm>
              <a:off x="7950240" y="2324160"/>
              <a:ext cx="1594080" cy="175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34D3B93-A812-C8AE-603A-3583B62F3F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40880" y="2314800"/>
                <a:ext cx="1612800" cy="177804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BAB2BE0-A79D-6EED-D898-9E2911169F03}"/>
              </a:ext>
            </a:extLst>
          </p:cNvPr>
          <p:cNvSpPr/>
          <p:nvPr/>
        </p:nvSpPr>
        <p:spPr>
          <a:xfrm>
            <a:off x="9356261" y="2021354"/>
            <a:ext cx="1594080" cy="308008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Delete 6</a:t>
            </a:r>
          </a:p>
        </p:txBody>
      </p:sp>
    </p:spTree>
    <p:extLst>
      <p:ext uri="{BB962C8B-B14F-4D97-AF65-F5344CB8AC3E}">
        <p14:creationId xmlns:p14="http://schemas.microsoft.com/office/powerpoint/2010/main" val="28822622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Deletion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EA28E-A953-4F54-82C3-C6380C9D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66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480ACB-3D70-4C0A-8B1B-A4B203F32AF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1BABDE4-B43E-4B41-8987-C73C55A1B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C964B95E-8579-4D39-BEF3-EA8B8D98D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C22D10C-9D32-26ED-E65A-80BDA0DBE516}"/>
              </a:ext>
            </a:extLst>
          </p:cNvPr>
          <p:cNvSpPr txBox="1"/>
          <p:nvPr/>
        </p:nvSpPr>
        <p:spPr>
          <a:xfrm>
            <a:off x="1846747" y="1806459"/>
            <a:ext cx="5968967" cy="4031873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UPDATE HEIGHTS</a:t>
            </a:r>
          </a:p>
          <a:p>
            <a:endParaRPr lang="en-US" sz="1600" dirty="0">
              <a:solidFill>
                <a:schemeClr val="accent6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 is right heavy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tree's right subtree is left heavy 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Right Left rotation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&amp; update height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ELSE (including equals case)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Left rotation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&amp; update height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}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ELSE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 is left heavy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IF </a:t>
            </a:r>
            <a:r>
              <a:rPr lang="en-US" sz="1600" dirty="0">
                <a:solidFill>
                  <a:srgbClr val="EB6E19"/>
                </a:solidFill>
                <a:latin typeface="Consolas" panose="020B0609020204030204" pitchFamily="49" charset="0"/>
              </a:rPr>
              <a:t>tree's left subtree is right heavy 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Left Right rotation 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&amp; update height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ELSE (including equals case)</a:t>
            </a:r>
          </a:p>
          <a:p>
            <a:r>
              <a:rPr lang="en-US" sz="16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Right rotation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&amp; update height</a:t>
            </a:r>
          </a:p>
          <a:p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}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34D3B93-A812-C8AE-603A-3583B62F3FAD}"/>
                  </a:ext>
                </a:extLst>
              </p14:cNvPr>
              <p14:cNvContentPartPr/>
              <p14:nvPr/>
            </p14:nvContentPartPr>
            <p14:xfrm>
              <a:off x="7950240" y="2324160"/>
              <a:ext cx="1594080" cy="175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34D3B93-A812-C8AE-603A-3583B62F3F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40880" y="2314800"/>
                <a:ext cx="1612800" cy="177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B1DB4EF-66B5-655B-98F2-46567BD0BDCB}"/>
                  </a:ext>
                </a:extLst>
              </p14:cNvPr>
              <p14:cNvContentPartPr/>
              <p14:nvPr/>
            </p14:nvContentPartPr>
            <p14:xfrm>
              <a:off x="1276200" y="1511280"/>
              <a:ext cx="10573200" cy="5220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B1DB4EF-66B5-655B-98F2-46567BD0BDC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66840" y="1501920"/>
                <a:ext cx="10591920" cy="523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61287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Question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ABA0DA-7C2D-4C46-A8D6-A1F0A5C2BA46}"/>
              </a:ext>
            </a:extLst>
          </p:cNvPr>
          <p:cNvSpPr txBox="1"/>
          <p:nvPr/>
        </p:nvSpPr>
        <p:spPr>
          <a:xfrm>
            <a:off x="1582243" y="1590865"/>
            <a:ext cx="1021833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Apply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fol</a:t>
            </a:r>
            <a:r>
              <a:rPr lang="en-US" sz="2800" dirty="0">
                <a:solidFill>
                  <a:srgbClr val="EB6E19"/>
                </a:solidFill>
                <a:latin typeface="Gotham Bold" pitchFamily="50" charset="0"/>
              </a:rPr>
              <a:t>lowing on an AVL Tree: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</a:rPr>
              <a:t>Insert: </a:t>
            </a:r>
            <a:r>
              <a:rPr lang="en-US" sz="2400" dirty="0">
                <a:solidFill>
                  <a:srgbClr val="0081E2"/>
                </a:solidFill>
                <a:latin typeface="Consolas" panose="020B0609020204030204" pitchFamily="49" charset="0"/>
              </a:rPr>
              <a:t>20, 10, 30, 5, 15, 25, 35, 4, 13, 17, 26, 16</a:t>
            </a: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</a:rPr>
              <a:t>Delete: </a:t>
            </a:r>
            <a:r>
              <a:rPr lang="en-US" sz="2400" dirty="0">
                <a:solidFill>
                  <a:srgbClr val="0081E2"/>
                </a:solidFill>
                <a:latin typeface="Consolas" panose="020B0609020204030204" pitchFamily="49" charset="0"/>
              </a:rPr>
              <a:t>20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EA28E-A953-4F54-82C3-C6380C9D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67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480ACB-3D70-4C0A-8B1B-A4B203F32AF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1BABDE4-B43E-4B41-8987-C73C55A1B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C964B95E-8579-4D39-BEF3-EA8B8D98D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48154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Question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ABA0DA-7C2D-4C46-A8D6-A1F0A5C2BA46}"/>
              </a:ext>
            </a:extLst>
          </p:cNvPr>
          <p:cNvSpPr txBox="1"/>
          <p:nvPr/>
        </p:nvSpPr>
        <p:spPr>
          <a:xfrm>
            <a:off x="1582243" y="1590865"/>
            <a:ext cx="1021833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Apply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fol</a:t>
            </a:r>
            <a:r>
              <a:rPr lang="en-US" sz="2800" dirty="0">
                <a:solidFill>
                  <a:srgbClr val="EB6E19"/>
                </a:solidFill>
                <a:latin typeface="Gotham Bold" pitchFamily="50" charset="0"/>
              </a:rPr>
              <a:t>lowing on an AVL Tree: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</a:rPr>
              <a:t>Insert: </a:t>
            </a:r>
            <a:r>
              <a:rPr lang="en-US" sz="2400" dirty="0">
                <a:solidFill>
                  <a:srgbClr val="0081E2"/>
                </a:solidFill>
                <a:latin typeface="Consolas" panose="020B0609020204030204" pitchFamily="49" charset="0"/>
              </a:rPr>
              <a:t>20, 10, 30, 5, 15, 25, 35, 4, 13, 17, 26, 16</a:t>
            </a: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</a:rPr>
              <a:t>Delete: </a:t>
            </a:r>
            <a:r>
              <a:rPr lang="en-US" sz="2400" dirty="0">
                <a:solidFill>
                  <a:srgbClr val="0081E2"/>
                </a:solidFill>
                <a:latin typeface="Consolas" panose="020B0609020204030204" pitchFamily="49" charset="0"/>
              </a:rPr>
              <a:t>20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EA28E-A953-4F54-82C3-C6380C9D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480ACB-3D70-4C0A-8B1B-A4B203F32AF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1BABDE4-B43E-4B41-8987-C73C55A1B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C964B95E-8579-4D39-BEF3-EA8B8D98D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F59481-6137-85CD-C0DF-F20D88538867}"/>
                  </a:ext>
                </a:extLst>
              </p14:cNvPr>
              <p14:cNvContentPartPr/>
              <p14:nvPr/>
            </p14:nvContentPartPr>
            <p14:xfrm>
              <a:off x="76320" y="3029040"/>
              <a:ext cx="5842080" cy="3448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F59481-6137-85CD-C0DF-F20D885388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960" y="3019680"/>
                <a:ext cx="5860800" cy="346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58031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Question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ABA0DA-7C2D-4C46-A8D6-A1F0A5C2BA46}"/>
              </a:ext>
            </a:extLst>
          </p:cNvPr>
          <p:cNvSpPr txBox="1"/>
          <p:nvPr/>
        </p:nvSpPr>
        <p:spPr>
          <a:xfrm>
            <a:off x="1582243" y="1590865"/>
            <a:ext cx="1021833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Apply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fol</a:t>
            </a:r>
            <a:r>
              <a:rPr lang="en-US" sz="2800" dirty="0">
                <a:solidFill>
                  <a:srgbClr val="EB6E19"/>
                </a:solidFill>
                <a:latin typeface="Gotham Bold" pitchFamily="50" charset="0"/>
              </a:rPr>
              <a:t>lowing on an AVL Tree: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</a:rPr>
              <a:t>Insert: </a:t>
            </a:r>
            <a:r>
              <a:rPr lang="en-US" sz="2400" dirty="0">
                <a:solidFill>
                  <a:srgbClr val="0081E2"/>
                </a:solidFill>
                <a:latin typeface="Consolas" panose="020B0609020204030204" pitchFamily="49" charset="0"/>
              </a:rPr>
              <a:t>20, 10, 30, 5, 15, 25, 35, 4, 13, 17, 26, 16</a:t>
            </a: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</a:rPr>
              <a:t>Delete: </a:t>
            </a:r>
            <a:r>
              <a:rPr lang="en-US" sz="2400" dirty="0">
                <a:solidFill>
                  <a:srgbClr val="0081E2"/>
                </a:solidFill>
                <a:latin typeface="Consolas" panose="020B0609020204030204" pitchFamily="49" charset="0"/>
              </a:rPr>
              <a:t>20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EA28E-A953-4F54-82C3-C6380C9D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69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480ACB-3D70-4C0A-8B1B-A4B203F32AF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1BABDE4-B43E-4B41-8987-C73C55A1B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C964B95E-8579-4D39-BEF3-EA8B8D98D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F59481-6137-85CD-C0DF-F20D88538867}"/>
                  </a:ext>
                </a:extLst>
              </p14:cNvPr>
              <p14:cNvContentPartPr/>
              <p14:nvPr/>
            </p14:nvContentPartPr>
            <p14:xfrm>
              <a:off x="76320" y="3029040"/>
              <a:ext cx="5842080" cy="3448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F59481-6137-85CD-C0DF-F20D885388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960" y="3019680"/>
                <a:ext cx="5860800" cy="346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E35C37-571A-B733-4354-650ABE6543B9}"/>
                  </a:ext>
                </a:extLst>
              </p14:cNvPr>
              <p14:cNvContentPartPr/>
              <p14:nvPr/>
            </p14:nvContentPartPr>
            <p14:xfrm>
              <a:off x="1638360" y="2749680"/>
              <a:ext cx="7067880" cy="3791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E35C37-571A-B733-4354-650ABE6543B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29000" y="2740320"/>
                <a:ext cx="7086600" cy="380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34423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Question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ABA0DA-7C2D-4C46-A8D6-A1F0A5C2BA46}"/>
              </a:ext>
            </a:extLst>
          </p:cNvPr>
          <p:cNvSpPr txBox="1"/>
          <p:nvPr/>
        </p:nvSpPr>
        <p:spPr>
          <a:xfrm>
            <a:off x="1582243" y="1590865"/>
            <a:ext cx="1021833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Apply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fol</a:t>
            </a:r>
            <a:r>
              <a:rPr lang="en-US" sz="2800" dirty="0">
                <a:solidFill>
                  <a:srgbClr val="EB6E19"/>
                </a:solidFill>
                <a:latin typeface="Gotham Bold" pitchFamily="50" charset="0"/>
              </a:rPr>
              <a:t>lowing on an AVL Tree: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</a:rPr>
              <a:t>Insert: </a:t>
            </a:r>
            <a:r>
              <a:rPr lang="en-US" sz="2400" dirty="0">
                <a:solidFill>
                  <a:srgbClr val="0081E2"/>
                </a:solidFill>
                <a:latin typeface="Consolas" panose="020B0609020204030204" pitchFamily="49" charset="0"/>
              </a:rPr>
              <a:t>20, 10, 30, 5, 15, 25, 35, 4, 13, 17, 26, 16</a:t>
            </a: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</a:rPr>
              <a:t>Delete: </a:t>
            </a:r>
            <a:r>
              <a:rPr lang="en-US" sz="2400" dirty="0">
                <a:solidFill>
                  <a:srgbClr val="0081E2"/>
                </a:solidFill>
                <a:latin typeface="Consolas" panose="020B0609020204030204" pitchFamily="49" charset="0"/>
              </a:rPr>
              <a:t>20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EA28E-A953-4F54-82C3-C6380C9D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70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480ACB-3D70-4C0A-8B1B-A4B203F32AF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1BABDE4-B43E-4B41-8987-C73C55A1B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C964B95E-8579-4D39-BEF3-EA8B8D98D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F59481-6137-85CD-C0DF-F20D88538867}"/>
                  </a:ext>
                </a:extLst>
              </p14:cNvPr>
              <p14:cNvContentPartPr/>
              <p14:nvPr/>
            </p14:nvContentPartPr>
            <p14:xfrm>
              <a:off x="76320" y="3029040"/>
              <a:ext cx="5842080" cy="3448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F59481-6137-85CD-C0DF-F20D885388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960" y="3019680"/>
                <a:ext cx="5860800" cy="346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E35C37-571A-B733-4354-650ABE6543B9}"/>
                  </a:ext>
                </a:extLst>
              </p14:cNvPr>
              <p14:cNvContentPartPr/>
              <p14:nvPr/>
            </p14:nvContentPartPr>
            <p14:xfrm>
              <a:off x="1638360" y="2749680"/>
              <a:ext cx="7067880" cy="3791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E35C37-571A-B733-4354-650ABE6543B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29000" y="2740320"/>
                <a:ext cx="7086600" cy="38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0C0281B-4C3C-9D93-D06B-1BE1EDEFA312}"/>
                  </a:ext>
                </a:extLst>
              </p14:cNvPr>
              <p14:cNvContentPartPr/>
              <p14:nvPr/>
            </p14:nvContentPartPr>
            <p14:xfrm>
              <a:off x="5911920" y="2577960"/>
              <a:ext cx="2959560" cy="3753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0C0281B-4C3C-9D93-D06B-1BE1EDEFA31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02560" y="2568600"/>
                <a:ext cx="2978280" cy="377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61473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Question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ABA0DA-7C2D-4C46-A8D6-A1F0A5C2BA46}"/>
              </a:ext>
            </a:extLst>
          </p:cNvPr>
          <p:cNvSpPr txBox="1"/>
          <p:nvPr/>
        </p:nvSpPr>
        <p:spPr>
          <a:xfrm>
            <a:off x="1582243" y="1590865"/>
            <a:ext cx="1021833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Apply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fol</a:t>
            </a:r>
            <a:r>
              <a:rPr lang="en-US" sz="2800" dirty="0">
                <a:solidFill>
                  <a:srgbClr val="EB6E19"/>
                </a:solidFill>
                <a:latin typeface="Gotham Bold" pitchFamily="50" charset="0"/>
              </a:rPr>
              <a:t>lowing on an AVL Tree: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</a:rPr>
              <a:t>Insert: </a:t>
            </a:r>
            <a:r>
              <a:rPr lang="en-US" sz="2400" dirty="0">
                <a:solidFill>
                  <a:srgbClr val="0081E2"/>
                </a:solidFill>
                <a:latin typeface="Consolas" panose="020B0609020204030204" pitchFamily="49" charset="0"/>
              </a:rPr>
              <a:t>20, 10, 30, 5, 15, 25, 35, 4, 13, 17, 26, 16</a:t>
            </a: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</a:rPr>
              <a:t>Delete: </a:t>
            </a:r>
            <a:r>
              <a:rPr lang="en-US" sz="2400" dirty="0">
                <a:solidFill>
                  <a:srgbClr val="0081E2"/>
                </a:solidFill>
                <a:latin typeface="Consolas" panose="020B0609020204030204" pitchFamily="49" charset="0"/>
              </a:rPr>
              <a:t>20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EA28E-A953-4F54-82C3-C6380C9D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71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480ACB-3D70-4C0A-8B1B-A4B203F32AF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1BABDE4-B43E-4B41-8987-C73C55A1B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C964B95E-8579-4D39-BEF3-EA8B8D98D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F59481-6137-85CD-C0DF-F20D88538867}"/>
                  </a:ext>
                </a:extLst>
              </p14:cNvPr>
              <p14:cNvContentPartPr/>
              <p14:nvPr/>
            </p14:nvContentPartPr>
            <p14:xfrm>
              <a:off x="76320" y="3029040"/>
              <a:ext cx="5842080" cy="3448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F59481-6137-85CD-C0DF-F20D885388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960" y="3019680"/>
                <a:ext cx="5860800" cy="346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E35C37-571A-B733-4354-650ABE6543B9}"/>
                  </a:ext>
                </a:extLst>
              </p14:cNvPr>
              <p14:cNvContentPartPr/>
              <p14:nvPr/>
            </p14:nvContentPartPr>
            <p14:xfrm>
              <a:off x="1638360" y="2749680"/>
              <a:ext cx="7067880" cy="3791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E35C37-571A-B733-4354-650ABE6543B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29000" y="2740320"/>
                <a:ext cx="7086600" cy="38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0C0281B-4C3C-9D93-D06B-1BE1EDEFA312}"/>
                  </a:ext>
                </a:extLst>
              </p14:cNvPr>
              <p14:cNvContentPartPr/>
              <p14:nvPr/>
            </p14:nvContentPartPr>
            <p14:xfrm>
              <a:off x="5911920" y="2577960"/>
              <a:ext cx="2959560" cy="3753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0C0281B-4C3C-9D93-D06B-1BE1EDEFA31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02560" y="2568600"/>
                <a:ext cx="2978280" cy="37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67A85F1-2680-02E0-5CA6-12867B17B626}"/>
                  </a:ext>
                </a:extLst>
              </p14:cNvPr>
              <p14:cNvContentPartPr/>
              <p14:nvPr/>
            </p14:nvContentPartPr>
            <p14:xfrm>
              <a:off x="5562720" y="2470320"/>
              <a:ext cx="3206880" cy="1181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67A85F1-2680-02E0-5CA6-12867B17B62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53360" y="2460960"/>
                <a:ext cx="3225600" cy="119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35480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Question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ABA0DA-7C2D-4C46-A8D6-A1F0A5C2BA46}"/>
              </a:ext>
            </a:extLst>
          </p:cNvPr>
          <p:cNvSpPr txBox="1"/>
          <p:nvPr/>
        </p:nvSpPr>
        <p:spPr>
          <a:xfrm>
            <a:off x="1582243" y="1590865"/>
            <a:ext cx="1021833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Apply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fol</a:t>
            </a:r>
            <a:r>
              <a:rPr lang="en-US" sz="2800" dirty="0">
                <a:solidFill>
                  <a:srgbClr val="EB6E19"/>
                </a:solidFill>
                <a:latin typeface="Gotham Bold" pitchFamily="50" charset="0"/>
              </a:rPr>
              <a:t>lowing on an AVL Tree: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</a:rPr>
              <a:t>Insert: </a:t>
            </a:r>
            <a:r>
              <a:rPr lang="en-US" sz="2400" dirty="0">
                <a:solidFill>
                  <a:srgbClr val="0081E2"/>
                </a:solidFill>
                <a:latin typeface="Consolas" panose="020B0609020204030204" pitchFamily="49" charset="0"/>
              </a:rPr>
              <a:t>20, 10, 30, 5, 15, 25, 35, 4, 13, 17, 26, 16</a:t>
            </a: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</a:rPr>
              <a:t>Delete: </a:t>
            </a:r>
            <a:r>
              <a:rPr lang="en-US" sz="2400" dirty="0">
                <a:solidFill>
                  <a:srgbClr val="0081E2"/>
                </a:solidFill>
                <a:latin typeface="Consolas" panose="020B0609020204030204" pitchFamily="49" charset="0"/>
              </a:rPr>
              <a:t>20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EA28E-A953-4F54-82C3-C6380C9D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72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480ACB-3D70-4C0A-8B1B-A4B203F32AF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1BABDE4-B43E-4B41-8987-C73C55A1B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C964B95E-8579-4D39-BEF3-EA8B8D98D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F59481-6137-85CD-C0DF-F20D88538867}"/>
                  </a:ext>
                </a:extLst>
              </p14:cNvPr>
              <p14:cNvContentPartPr/>
              <p14:nvPr/>
            </p14:nvContentPartPr>
            <p14:xfrm>
              <a:off x="76320" y="3029040"/>
              <a:ext cx="5842080" cy="3448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F59481-6137-85CD-C0DF-F20D885388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960" y="3019680"/>
                <a:ext cx="5860800" cy="346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E35C37-571A-B733-4354-650ABE6543B9}"/>
                  </a:ext>
                </a:extLst>
              </p14:cNvPr>
              <p14:cNvContentPartPr/>
              <p14:nvPr/>
            </p14:nvContentPartPr>
            <p14:xfrm>
              <a:off x="1638360" y="2749680"/>
              <a:ext cx="7067880" cy="3791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E35C37-571A-B733-4354-650ABE6543B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29000" y="2740320"/>
                <a:ext cx="7086600" cy="38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0C0281B-4C3C-9D93-D06B-1BE1EDEFA312}"/>
                  </a:ext>
                </a:extLst>
              </p14:cNvPr>
              <p14:cNvContentPartPr/>
              <p14:nvPr/>
            </p14:nvContentPartPr>
            <p14:xfrm>
              <a:off x="5911920" y="2577960"/>
              <a:ext cx="2959560" cy="3753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0C0281B-4C3C-9D93-D06B-1BE1EDEFA31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02560" y="2568600"/>
                <a:ext cx="2978280" cy="37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67A85F1-2680-02E0-5CA6-12867B17B626}"/>
                  </a:ext>
                </a:extLst>
              </p14:cNvPr>
              <p14:cNvContentPartPr/>
              <p14:nvPr/>
            </p14:nvContentPartPr>
            <p14:xfrm>
              <a:off x="5562720" y="2470320"/>
              <a:ext cx="3206880" cy="1181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67A85F1-2680-02E0-5CA6-12867B17B62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53360" y="2460960"/>
                <a:ext cx="3225600" cy="11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9BA8BAC-5DB2-9376-036A-0ADFA450B557}"/>
                  </a:ext>
                </a:extLst>
              </p14:cNvPr>
              <p14:cNvContentPartPr/>
              <p14:nvPr/>
            </p14:nvContentPartPr>
            <p14:xfrm>
              <a:off x="6419880" y="3048120"/>
              <a:ext cx="5734440" cy="3302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9BA8BAC-5DB2-9376-036A-0ADFA450B55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10520" y="3038760"/>
                <a:ext cx="5753160" cy="332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36688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Question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ABA0DA-7C2D-4C46-A8D6-A1F0A5C2BA46}"/>
              </a:ext>
            </a:extLst>
          </p:cNvPr>
          <p:cNvSpPr txBox="1"/>
          <p:nvPr/>
        </p:nvSpPr>
        <p:spPr>
          <a:xfrm>
            <a:off x="1582243" y="1590865"/>
            <a:ext cx="1021833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Apply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fol</a:t>
            </a:r>
            <a:r>
              <a:rPr lang="en-US" sz="2800" dirty="0">
                <a:solidFill>
                  <a:srgbClr val="EB6E19"/>
                </a:solidFill>
                <a:latin typeface="Gotham Bold" pitchFamily="50" charset="0"/>
              </a:rPr>
              <a:t>lowing on an AVL Tree: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</a:rPr>
              <a:t>Insert: </a:t>
            </a:r>
            <a:r>
              <a:rPr lang="en-US" sz="2400" dirty="0">
                <a:solidFill>
                  <a:srgbClr val="0081E2"/>
                </a:solidFill>
                <a:latin typeface="Consolas" panose="020B0609020204030204" pitchFamily="49" charset="0"/>
              </a:rPr>
              <a:t>20, 10, 30, 5, 15, 25, 35, 4, 13, 17, 26, 16</a:t>
            </a:r>
          </a:p>
          <a:p>
            <a:pPr marL="914400" lvl="1" indent="-457200"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</a:rPr>
              <a:t>Delete: </a:t>
            </a:r>
            <a:r>
              <a:rPr lang="en-US" sz="2400" dirty="0">
                <a:solidFill>
                  <a:srgbClr val="0081E2"/>
                </a:solidFill>
                <a:latin typeface="Consolas" panose="020B0609020204030204" pitchFamily="49" charset="0"/>
              </a:rPr>
              <a:t>20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EA28E-A953-4F54-82C3-C6380C9D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73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480ACB-3D70-4C0A-8B1B-A4B203F32AF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1BABDE4-B43E-4B41-8987-C73C55A1B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C964B95E-8579-4D39-BEF3-EA8B8D98D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861748C-7CA1-A288-F907-47CDC605A59B}"/>
              </a:ext>
            </a:extLst>
          </p:cNvPr>
          <p:cNvGrpSpPr/>
          <p:nvPr/>
        </p:nvGrpSpPr>
        <p:grpSpPr>
          <a:xfrm>
            <a:off x="211756" y="2916428"/>
            <a:ext cx="6008002" cy="3652843"/>
            <a:chOff x="-673768" y="3003471"/>
            <a:chExt cx="6008002" cy="365284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36E097F-80AB-C93F-695F-59DB366EF2F9}"/>
                    </a:ext>
                  </a:extLst>
                </p14:cNvPr>
                <p14:cNvContentPartPr/>
                <p14:nvPr/>
              </p14:nvContentPartPr>
              <p14:xfrm>
                <a:off x="-400206" y="3354034"/>
                <a:ext cx="5734440" cy="3302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36E097F-80AB-C93F-695F-59DB366EF2F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-409566" y="3344674"/>
                  <a:ext cx="5753160" cy="33210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3EE4875-A721-836A-FBE1-BD3BB32FD663}"/>
                </a:ext>
              </a:extLst>
            </p:cNvPr>
            <p:cNvSpPr/>
            <p:nvPr/>
          </p:nvSpPr>
          <p:spPr>
            <a:xfrm>
              <a:off x="115504" y="3503596"/>
              <a:ext cx="3110848" cy="126763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460B2F-AD40-708B-BC73-33784D903DB3}"/>
                </a:ext>
              </a:extLst>
            </p:cNvPr>
            <p:cNvSpPr/>
            <p:nvPr/>
          </p:nvSpPr>
          <p:spPr>
            <a:xfrm>
              <a:off x="-673768" y="3003471"/>
              <a:ext cx="3301465" cy="241555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2BD7BD3-F0CA-E064-2CCE-BB4D13D93990}"/>
                  </a:ext>
                </a:extLst>
              </p14:cNvPr>
              <p14:cNvContentPartPr/>
              <p14:nvPr/>
            </p14:nvContentPartPr>
            <p14:xfrm>
              <a:off x="6711840" y="2895480"/>
              <a:ext cx="4699440" cy="3016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2BD7BD3-F0CA-E064-2CCE-BB4D13D9399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02480" y="2886120"/>
                <a:ext cx="4718160" cy="303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07395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 Rotations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aphicFrame>
        <p:nvGraphicFramePr>
          <p:cNvPr id="579" name="Table 579">
            <a:extLst>
              <a:ext uri="{FF2B5EF4-FFF2-40B4-BE49-F238E27FC236}">
                <a16:creationId xmlns:a16="http://schemas.microsoft.com/office/drawing/2014/main" id="{ACF1ACEC-03FB-4033-BCF0-220D334E5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402494"/>
              </p:ext>
            </p:extLst>
          </p:nvPr>
        </p:nvGraphicFramePr>
        <p:xfrm>
          <a:off x="182891" y="2813043"/>
          <a:ext cx="5317938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31462">
                  <a:extLst>
                    <a:ext uri="{9D8B030D-6E8A-4147-A177-3AD203B41FA5}">
                      <a16:colId xmlns:a16="http://schemas.microsoft.com/office/drawing/2014/main" val="4068063706"/>
                    </a:ext>
                  </a:extLst>
                </a:gridCol>
                <a:gridCol w="1028540">
                  <a:extLst>
                    <a:ext uri="{9D8B030D-6E8A-4147-A177-3AD203B41FA5}">
                      <a16:colId xmlns:a16="http://schemas.microsoft.com/office/drawing/2014/main" val="1765344647"/>
                    </a:ext>
                  </a:extLst>
                </a:gridCol>
                <a:gridCol w="1328968">
                  <a:extLst>
                    <a:ext uri="{9D8B030D-6E8A-4147-A177-3AD203B41FA5}">
                      <a16:colId xmlns:a16="http://schemas.microsoft.com/office/drawing/2014/main" val="2210743714"/>
                    </a:ext>
                  </a:extLst>
                </a:gridCol>
                <a:gridCol w="1328968">
                  <a:extLst>
                    <a:ext uri="{9D8B030D-6E8A-4147-A177-3AD203B41FA5}">
                      <a16:colId xmlns:a16="http://schemas.microsoft.com/office/drawing/2014/main" val="244104296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Case (Alignment)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Balance Factor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Rotation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6376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Parent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EB6E19"/>
                          </a:solidFill>
                          <a:latin typeface="Consolas" panose="020B0609020204030204" pitchFamily="49" charset="0"/>
                        </a:rPr>
                        <a:t>Child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1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16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Left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Left</a:t>
                      </a:r>
                      <a:endParaRPr 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+2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+1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Right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8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Right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Right</a:t>
                      </a:r>
                      <a:endParaRPr lang="en-US" sz="1600" dirty="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Left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682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Left Right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+2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Left Right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526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Right Left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+1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Right Left</a:t>
                      </a:r>
                    </a:p>
                  </a:txBody>
                  <a:tcPr>
                    <a:lnL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1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02781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380986-3637-4066-A762-D1554E70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26C4972-CA5C-44A4-9F24-5392B4E5B5E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1B912958-7E5F-4CEC-9A06-898A3A4BFA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56B5BF61-BB5E-4EDF-AB73-E83D3C1784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114B66C-58C0-C581-DBA9-84BC39862F62}"/>
              </a:ext>
            </a:extLst>
          </p:cNvPr>
          <p:cNvSpPr txBox="1"/>
          <p:nvPr/>
        </p:nvSpPr>
        <p:spPr>
          <a:xfrm>
            <a:off x="5791180" y="1324736"/>
            <a:ext cx="609760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>
              <a:solidFill>
                <a:schemeClr val="accent6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IF </a:t>
            </a:r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tree is right heavy </a:t>
            </a:r>
          </a:p>
          <a:p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IF </a:t>
            </a:r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tree's right subtree is left heavy </a:t>
            </a:r>
          </a:p>
          <a:p>
            <a:r>
              <a:rPr lang="en-US" sz="18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Right Left rotation</a:t>
            </a:r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&amp; update height</a:t>
            </a:r>
          </a:p>
          <a:p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ELSE </a:t>
            </a:r>
          </a:p>
          <a:p>
            <a:r>
              <a:rPr lang="en-US" sz="18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Left rotation </a:t>
            </a:r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&amp; update height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} </a:t>
            </a:r>
          </a:p>
          <a:p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ELSE IF </a:t>
            </a:r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tree is left heavy </a:t>
            </a:r>
          </a:p>
          <a:p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IF </a:t>
            </a:r>
            <a:r>
              <a:rPr lang="en-US" sz="1800" dirty="0">
                <a:solidFill>
                  <a:srgbClr val="EB6E19"/>
                </a:solidFill>
                <a:latin typeface="Consolas" panose="020B0609020204030204" pitchFamily="49" charset="0"/>
              </a:rPr>
              <a:t>tree's left subtree is right heavy </a:t>
            </a:r>
          </a:p>
          <a:p>
            <a:r>
              <a:rPr lang="en-US" sz="18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Left Right rotation </a:t>
            </a:r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&amp; update height</a:t>
            </a:r>
            <a:endParaRPr lang="en-US" sz="1800" dirty="0">
              <a:solidFill>
                <a:schemeClr val="accent1">
                  <a:lumMod val="40000"/>
                  <a:lumOff val="6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  ELSE</a:t>
            </a:r>
          </a:p>
          <a:p>
            <a:r>
              <a:rPr lang="en-US" sz="1800" dirty="0">
                <a:solidFill>
                  <a:srgbClr val="0081E2"/>
                </a:solidFill>
                <a:latin typeface="Consolas" panose="020B0609020204030204" pitchFamily="49" charset="0"/>
              </a:rPr>
              <a:t>      Perform</a:t>
            </a:r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Right rotation</a:t>
            </a:r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 &amp; update height</a:t>
            </a:r>
          </a:p>
          <a:p>
            <a:r>
              <a:rPr lang="en-US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2043125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Mentimeter</a:t>
            </a: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ABA0DA-7C2D-4C46-A8D6-A1F0A5C2BA46}"/>
              </a:ext>
            </a:extLst>
          </p:cNvPr>
          <p:cNvSpPr txBox="1"/>
          <p:nvPr/>
        </p:nvSpPr>
        <p:spPr>
          <a:xfrm>
            <a:off x="1832500" y="3044279"/>
            <a:ext cx="362826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menti.com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84 59 83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EEA28E-A953-4F54-82C3-C6380C9D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75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480ACB-3D70-4C0A-8B1B-A4B203F32AF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1BABDE4-B43E-4B41-8987-C73C55A1B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Logo COP3530">
              <a:extLst>
                <a:ext uri="{FF2B5EF4-FFF2-40B4-BE49-F238E27FC236}">
                  <a16:creationId xmlns:a16="http://schemas.microsoft.com/office/drawing/2014/main" id="{C964B95E-8579-4D39-BEF3-EA8B8D98D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2D9CAC45-6711-6FF5-9D09-663368506C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30962"/>
            <a:ext cx="3974382" cy="397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031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7A336-A79E-4734-92A9-6828E5B4A175}"/>
              </a:ext>
            </a:extLst>
          </p:cNvPr>
          <p:cNvSpPr/>
          <p:nvPr/>
        </p:nvSpPr>
        <p:spPr>
          <a:xfrm>
            <a:off x="838200" y="1499359"/>
            <a:ext cx="10730801" cy="463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of an AVL Tree with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Nodes ~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1.44 log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(n+2)</a:t>
            </a:r>
          </a:p>
        </p:txBody>
      </p:sp>
      <p:sp>
        <p:nvSpPr>
          <p:cNvPr id="43" name="Oval 3">
            <a:extLst>
              <a:ext uri="{FF2B5EF4-FFF2-40B4-BE49-F238E27FC236}">
                <a16:creationId xmlns:a16="http://schemas.microsoft.com/office/drawing/2014/main" id="{7F0BB05F-38FD-4510-9008-38C1A26A2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495" y="2354474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">
            <a:extLst>
              <a:ext uri="{FF2B5EF4-FFF2-40B4-BE49-F238E27FC236}">
                <a16:creationId xmlns:a16="http://schemas.microsoft.com/office/drawing/2014/main" id="{F19876EB-E531-4474-8D97-A821443EB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895" y="3345074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Oval 5">
            <a:extLst>
              <a:ext uri="{FF2B5EF4-FFF2-40B4-BE49-F238E27FC236}">
                <a16:creationId xmlns:a16="http://schemas.microsoft.com/office/drawing/2014/main" id="{C3BFA2C1-5855-4B7E-BB1B-988B969D8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0295" y="3345074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val 6">
            <a:extLst>
              <a:ext uri="{FF2B5EF4-FFF2-40B4-BE49-F238E27FC236}">
                <a16:creationId xmlns:a16="http://schemas.microsoft.com/office/drawing/2014/main" id="{CD155857-2701-4AA8-A6C0-248B63AD7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6295" y="4183274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Oval 7">
            <a:extLst>
              <a:ext uri="{FF2B5EF4-FFF2-40B4-BE49-F238E27FC236}">
                <a16:creationId xmlns:a16="http://schemas.microsoft.com/office/drawing/2014/main" id="{331570B4-3C96-4FF6-BDCB-27C46B785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8895" y="4183274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Oval 8">
            <a:extLst>
              <a:ext uri="{FF2B5EF4-FFF2-40B4-BE49-F238E27FC236}">
                <a16:creationId xmlns:a16="http://schemas.microsoft.com/office/drawing/2014/main" id="{9779379C-83C5-477B-A4F0-CAD65BF1A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095" y="4183274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Oval 9">
            <a:extLst>
              <a:ext uri="{FF2B5EF4-FFF2-40B4-BE49-F238E27FC236}">
                <a16:creationId xmlns:a16="http://schemas.microsoft.com/office/drawing/2014/main" id="{7E205E71-1032-425B-92C8-A8733B009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6695" y="5250074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Oval 10">
            <a:extLst>
              <a:ext uri="{FF2B5EF4-FFF2-40B4-BE49-F238E27FC236}">
                <a16:creationId xmlns:a16="http://schemas.microsoft.com/office/drawing/2014/main" id="{C665FFC4-C424-4FC9-99B6-3D87C76BA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695" y="5250074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Line 11">
            <a:extLst>
              <a:ext uri="{FF2B5EF4-FFF2-40B4-BE49-F238E27FC236}">
                <a16:creationId xmlns:a16="http://schemas.microsoft.com/office/drawing/2014/main" id="{F80AE740-9D7D-47A5-9C62-59DF766DD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87745" y="2652924"/>
            <a:ext cx="1676400" cy="8382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Line 12">
            <a:extLst>
              <a:ext uri="{FF2B5EF4-FFF2-40B4-BE49-F238E27FC236}">
                <a16:creationId xmlns:a16="http://schemas.microsoft.com/office/drawing/2014/main" id="{29A4BD48-735F-4936-A5BF-F9396EEB9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5821345" y="2652924"/>
            <a:ext cx="1752600" cy="8382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Line 13">
            <a:extLst>
              <a:ext uri="{FF2B5EF4-FFF2-40B4-BE49-F238E27FC236}">
                <a16:creationId xmlns:a16="http://schemas.microsoft.com/office/drawing/2014/main" id="{A9F24505-575B-484A-8C1E-9245503A9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4745" y="3719724"/>
            <a:ext cx="762000" cy="5334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Line 14">
            <a:extLst>
              <a:ext uri="{FF2B5EF4-FFF2-40B4-BE49-F238E27FC236}">
                <a16:creationId xmlns:a16="http://schemas.microsoft.com/office/drawing/2014/main" id="{9001C455-717B-461E-973E-BFEFED379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3611545" y="3719724"/>
            <a:ext cx="457200" cy="5334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Line 15">
            <a:extLst>
              <a:ext uri="{FF2B5EF4-FFF2-40B4-BE49-F238E27FC236}">
                <a16:creationId xmlns:a16="http://schemas.microsoft.com/office/drawing/2014/main" id="{DFF7D76B-8759-4B94-A368-8EC768BD0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5745" y="3795924"/>
            <a:ext cx="914400" cy="3810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Line 16">
            <a:extLst>
              <a:ext uri="{FF2B5EF4-FFF2-40B4-BE49-F238E27FC236}">
                <a16:creationId xmlns:a16="http://schemas.microsoft.com/office/drawing/2014/main" id="{C1B0F445-94F2-4461-A9AA-028995E97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35145" y="4557924"/>
            <a:ext cx="3810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Line 17">
            <a:extLst>
              <a:ext uri="{FF2B5EF4-FFF2-40B4-BE49-F238E27FC236}">
                <a16:creationId xmlns:a16="http://schemas.microsoft.com/office/drawing/2014/main" id="{5ABB53B9-05ED-4866-87A4-05F27239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2620945" y="4557924"/>
            <a:ext cx="3048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Oval 18">
            <a:extLst>
              <a:ext uri="{FF2B5EF4-FFF2-40B4-BE49-F238E27FC236}">
                <a16:creationId xmlns:a16="http://schemas.microsoft.com/office/drawing/2014/main" id="{206C8A87-38EC-488B-9853-06701104F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695" y="5173874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Line 19">
            <a:extLst>
              <a:ext uri="{FF2B5EF4-FFF2-40B4-BE49-F238E27FC236}">
                <a16:creationId xmlns:a16="http://schemas.microsoft.com/office/drawing/2014/main" id="{6EC15218-FB55-4402-9095-B33ABA0C8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26145" y="4634124"/>
            <a:ext cx="381000" cy="5334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20">
            <a:extLst>
              <a:ext uri="{FF2B5EF4-FFF2-40B4-BE49-F238E27FC236}">
                <a16:creationId xmlns:a16="http://schemas.microsoft.com/office/drawing/2014/main" id="{88AC1D42-75DB-4D20-8A19-576A7BB8E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270" y="4969087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</a:p>
        </p:txBody>
      </p:sp>
      <p:sp>
        <p:nvSpPr>
          <p:cNvPr id="61" name="Rectangle 21">
            <a:extLst>
              <a:ext uri="{FF2B5EF4-FFF2-40B4-BE49-F238E27FC236}">
                <a16:creationId xmlns:a16="http://schemas.microsoft.com/office/drawing/2014/main" id="{6145DDC2-E0DD-44C4-A4FB-9EA17BE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270" y="4969087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</a:p>
        </p:txBody>
      </p:sp>
      <p:sp>
        <p:nvSpPr>
          <p:cNvPr id="62" name="Rectangle 22">
            <a:extLst>
              <a:ext uri="{FF2B5EF4-FFF2-40B4-BE49-F238E27FC236}">
                <a16:creationId xmlns:a16="http://schemas.microsoft.com/office/drawing/2014/main" id="{58FB05BE-891A-45DF-8B69-9AE756821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70" y="3902287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</a:p>
        </p:txBody>
      </p:sp>
      <p:sp>
        <p:nvSpPr>
          <p:cNvPr id="63" name="Rectangle 23">
            <a:extLst>
              <a:ext uri="{FF2B5EF4-FFF2-40B4-BE49-F238E27FC236}">
                <a16:creationId xmlns:a16="http://schemas.microsoft.com/office/drawing/2014/main" id="{53A6DBA2-62CF-4EEC-A55D-CB3EB674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70" y="3978487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</a:p>
        </p:txBody>
      </p:sp>
      <p:sp>
        <p:nvSpPr>
          <p:cNvPr id="64" name="Rectangle 24">
            <a:extLst>
              <a:ext uri="{FF2B5EF4-FFF2-40B4-BE49-F238E27FC236}">
                <a16:creationId xmlns:a16="http://schemas.microsoft.com/office/drawing/2014/main" id="{0673A3BC-0968-4D05-832C-B87CCE027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270" y="3064087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</a:p>
        </p:txBody>
      </p:sp>
      <p:sp>
        <p:nvSpPr>
          <p:cNvPr id="65" name="Oval 25">
            <a:extLst>
              <a:ext uri="{FF2B5EF4-FFF2-40B4-BE49-F238E27FC236}">
                <a16:creationId xmlns:a16="http://schemas.microsoft.com/office/drawing/2014/main" id="{A9AD9ABA-C23F-4707-9E64-5B124AA02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295" y="5935874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Line 26">
            <a:extLst>
              <a:ext uri="{FF2B5EF4-FFF2-40B4-BE49-F238E27FC236}">
                <a16:creationId xmlns:a16="http://schemas.microsoft.com/office/drawing/2014/main" id="{61C440E7-D393-447D-8DE8-A36C7228E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6126145" y="5624724"/>
            <a:ext cx="457200" cy="304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Rectangle 27">
            <a:extLst>
              <a:ext uri="{FF2B5EF4-FFF2-40B4-BE49-F238E27FC236}">
                <a16:creationId xmlns:a16="http://schemas.microsoft.com/office/drawing/2014/main" id="{50A19112-AFC7-4228-9BEF-07C756470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870" y="5731087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</a:p>
        </p:txBody>
      </p:sp>
      <p:sp>
        <p:nvSpPr>
          <p:cNvPr id="68" name="Rectangle 28">
            <a:extLst>
              <a:ext uri="{FF2B5EF4-FFF2-40B4-BE49-F238E27FC236}">
                <a16:creationId xmlns:a16="http://schemas.microsoft.com/office/drawing/2014/main" id="{2D13FEFC-7F22-4D65-82FB-2B59C72C4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070" y="4892887"/>
            <a:ext cx="43922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-1</a:t>
            </a:r>
          </a:p>
        </p:txBody>
      </p:sp>
      <p:sp>
        <p:nvSpPr>
          <p:cNvPr id="69" name="Oval 29">
            <a:extLst>
              <a:ext uri="{FF2B5EF4-FFF2-40B4-BE49-F238E27FC236}">
                <a16:creationId xmlns:a16="http://schemas.microsoft.com/office/drawing/2014/main" id="{D0702BE9-915E-4D72-9BF1-277920C21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895" y="5021474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Line 30">
            <a:extLst>
              <a:ext uri="{FF2B5EF4-FFF2-40B4-BE49-F238E27FC236}">
                <a16:creationId xmlns:a16="http://schemas.microsoft.com/office/drawing/2014/main" id="{CAA5347E-F07B-4E91-A2E2-446478143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745" y="4557924"/>
            <a:ext cx="457200" cy="4572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Rectangle 31">
            <a:extLst>
              <a:ext uri="{FF2B5EF4-FFF2-40B4-BE49-F238E27FC236}">
                <a16:creationId xmlns:a16="http://schemas.microsoft.com/office/drawing/2014/main" id="{573815CC-1CC0-4F81-8352-7D4BF5A27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670" y="4892887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</a:p>
        </p:txBody>
      </p:sp>
      <p:sp>
        <p:nvSpPr>
          <p:cNvPr id="72" name="Rectangle 32">
            <a:extLst>
              <a:ext uri="{FF2B5EF4-FFF2-40B4-BE49-F238E27FC236}">
                <a16:creationId xmlns:a16="http://schemas.microsoft.com/office/drawing/2014/main" id="{58D528D5-AF74-4FBD-8A52-02D2FC5D9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70" y="3902287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</a:p>
        </p:txBody>
      </p:sp>
      <p:sp>
        <p:nvSpPr>
          <p:cNvPr id="73" name="Oval 33">
            <a:extLst>
              <a:ext uri="{FF2B5EF4-FFF2-40B4-BE49-F238E27FC236}">
                <a16:creationId xmlns:a16="http://schemas.microsoft.com/office/drawing/2014/main" id="{C40ED972-3FE4-420B-AFE5-4126B3752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7095" y="4107074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Line 34">
            <a:extLst>
              <a:ext uri="{FF2B5EF4-FFF2-40B4-BE49-F238E27FC236}">
                <a16:creationId xmlns:a16="http://schemas.microsoft.com/office/drawing/2014/main" id="{704B36BF-A2BC-4BE4-B0A2-4C2941A5F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7954945" y="3719724"/>
            <a:ext cx="762000" cy="4572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Oval 35">
            <a:extLst>
              <a:ext uri="{FF2B5EF4-FFF2-40B4-BE49-F238E27FC236}">
                <a16:creationId xmlns:a16="http://schemas.microsoft.com/office/drawing/2014/main" id="{EA6DEAE6-CE73-41EA-AC31-4CD20EA0A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0495" y="4945274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Line 36">
            <a:extLst>
              <a:ext uri="{FF2B5EF4-FFF2-40B4-BE49-F238E27FC236}">
                <a16:creationId xmlns:a16="http://schemas.microsoft.com/office/drawing/2014/main" id="{AC4A1012-AE49-4DB3-BEB9-BAAC7D659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9021745" y="4481724"/>
            <a:ext cx="304800" cy="4572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37">
            <a:extLst>
              <a:ext uri="{FF2B5EF4-FFF2-40B4-BE49-F238E27FC236}">
                <a16:creationId xmlns:a16="http://schemas.microsoft.com/office/drawing/2014/main" id="{7B0A61C5-CAB2-4D71-9348-364C9E8D3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3070" y="4664287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</a:p>
        </p:txBody>
      </p:sp>
      <p:sp>
        <p:nvSpPr>
          <p:cNvPr id="78" name="Rectangle 38">
            <a:extLst>
              <a:ext uri="{FF2B5EF4-FFF2-40B4-BE49-F238E27FC236}">
                <a16:creationId xmlns:a16="http://schemas.microsoft.com/office/drawing/2014/main" id="{2C2DBAFE-EE64-4CA3-86FD-086B67AD2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5870" y="3826087"/>
            <a:ext cx="43922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-1</a:t>
            </a:r>
          </a:p>
        </p:txBody>
      </p:sp>
      <p:sp>
        <p:nvSpPr>
          <p:cNvPr id="79" name="Rectangle 39">
            <a:extLst>
              <a:ext uri="{FF2B5EF4-FFF2-40B4-BE49-F238E27FC236}">
                <a16:creationId xmlns:a16="http://schemas.microsoft.com/office/drawing/2014/main" id="{28BBF9DC-4313-4E8B-916E-44A5D3225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5270" y="3064087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</a:p>
        </p:txBody>
      </p:sp>
      <p:sp>
        <p:nvSpPr>
          <p:cNvPr id="80" name="Rectangle 40">
            <a:extLst>
              <a:ext uri="{FF2B5EF4-FFF2-40B4-BE49-F238E27FC236}">
                <a16:creationId xmlns:a16="http://schemas.microsoft.com/office/drawing/2014/main" id="{40576410-3D50-4C33-BE96-96818D643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270" y="2073487"/>
            <a:ext cx="439223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DADE-244F-425F-897E-7705BA6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41BFFCE-F0AF-42D6-A496-80AB738038F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B66560C6-402F-4C61-92D5-D937A3BF6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Logo COP3530">
              <a:extLst>
                <a:ext uri="{FF2B5EF4-FFF2-40B4-BE49-F238E27FC236}">
                  <a16:creationId xmlns:a16="http://schemas.microsoft.com/office/drawing/2014/main" id="{1A1169CA-2492-448A-80AD-7D54FD3B9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1A4AC00-E363-7722-1B3D-90154DAB042B}"/>
              </a:ext>
            </a:extLst>
          </p:cNvPr>
          <p:cNvSpPr txBox="1"/>
          <p:nvPr/>
        </p:nvSpPr>
        <p:spPr>
          <a:xfrm>
            <a:off x="3236676" y="65092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https://en.wikipedia.org/w/index.php?title=AVL_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28369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7A336-A79E-4734-92A9-6828E5B4A175}"/>
              </a:ext>
            </a:extLst>
          </p:cNvPr>
          <p:cNvSpPr/>
          <p:nvPr/>
        </p:nvSpPr>
        <p:spPr>
          <a:xfrm>
            <a:off x="838200" y="1499359"/>
            <a:ext cx="10730801" cy="1293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of an AVL Tree Proof, Questions to ask: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maximum number of nodes in an AVL Tree of height, h? =&gt;  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minimum number of nodes in an AVL Tree of height, h? =&gt;</a:t>
            </a:r>
            <a:endParaRPr kumimoji="0" 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DADE-244F-425F-897E-7705BA6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41BFFCE-F0AF-42D6-A496-80AB738038F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B66560C6-402F-4C61-92D5-D937A3BF6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Logo COP3530">
              <a:extLst>
                <a:ext uri="{FF2B5EF4-FFF2-40B4-BE49-F238E27FC236}">
                  <a16:creationId xmlns:a16="http://schemas.microsoft.com/office/drawing/2014/main" id="{1A1169CA-2492-448A-80AD-7D54FD3B9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1A4AC00-E363-7722-1B3D-90154DAB042B}"/>
              </a:ext>
            </a:extLst>
          </p:cNvPr>
          <p:cNvSpPr txBox="1"/>
          <p:nvPr/>
        </p:nvSpPr>
        <p:spPr>
          <a:xfrm>
            <a:off x="3236676" y="65092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https://en.wikipedia.org/w/index.php?title=AVL_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10730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7A336-A79E-4734-92A9-6828E5B4A175}"/>
              </a:ext>
            </a:extLst>
          </p:cNvPr>
          <p:cNvSpPr/>
          <p:nvPr/>
        </p:nvSpPr>
        <p:spPr>
          <a:xfrm>
            <a:off x="838200" y="1499359"/>
            <a:ext cx="10730801" cy="1293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of an AVL Tree Proof, Questions to ask: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maximum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- 1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minimum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DADE-244F-425F-897E-7705BA6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41BFFCE-F0AF-42D6-A496-80AB738038F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B66560C6-402F-4C61-92D5-D937A3BF6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Logo COP3530">
              <a:extLst>
                <a:ext uri="{FF2B5EF4-FFF2-40B4-BE49-F238E27FC236}">
                  <a16:creationId xmlns:a16="http://schemas.microsoft.com/office/drawing/2014/main" id="{1A1169CA-2492-448A-80AD-7D54FD3B9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1A4AC00-E363-7722-1B3D-90154DAB042B}"/>
              </a:ext>
            </a:extLst>
          </p:cNvPr>
          <p:cNvSpPr txBox="1"/>
          <p:nvPr/>
        </p:nvSpPr>
        <p:spPr>
          <a:xfrm>
            <a:off x="3236676" y="65092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https://en.wikipedia.org/w/index.php?title=AVL_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10464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7A336-A79E-4734-92A9-6828E5B4A175}"/>
              </a:ext>
            </a:extLst>
          </p:cNvPr>
          <p:cNvSpPr/>
          <p:nvPr/>
        </p:nvSpPr>
        <p:spPr>
          <a:xfrm>
            <a:off x="838200" y="1499359"/>
            <a:ext cx="10730801" cy="1293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of an AVL Tree Proof, Questions to ask: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maximum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- 1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minimum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DADE-244F-425F-897E-7705BA6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41BFFCE-F0AF-42D6-A496-80AB738038F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B66560C6-402F-4C61-92D5-D937A3BF6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Logo COP3530">
              <a:extLst>
                <a:ext uri="{FF2B5EF4-FFF2-40B4-BE49-F238E27FC236}">
                  <a16:creationId xmlns:a16="http://schemas.microsoft.com/office/drawing/2014/main" id="{1A1169CA-2492-448A-80AD-7D54FD3B9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1A4AC00-E363-7722-1B3D-90154DAB042B}"/>
              </a:ext>
            </a:extLst>
          </p:cNvPr>
          <p:cNvSpPr txBox="1"/>
          <p:nvPr/>
        </p:nvSpPr>
        <p:spPr>
          <a:xfrm>
            <a:off x="3236676" y="65092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https://en.wikipedia.org/w/index.php?title=AVL_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A0034-6094-F036-1D2D-21D13D3BB6C8}"/>
              </a:ext>
            </a:extLst>
          </p:cNvPr>
          <p:cNvSpPr txBox="1"/>
          <p:nvPr/>
        </p:nvSpPr>
        <p:spPr>
          <a:xfrm>
            <a:off x="826843" y="2944134"/>
            <a:ext cx="10017370" cy="241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Number of Nodes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is between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and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- 1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222192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7A336-A79E-4734-92A9-6828E5B4A175}"/>
              </a:ext>
            </a:extLst>
          </p:cNvPr>
          <p:cNvSpPr/>
          <p:nvPr/>
        </p:nvSpPr>
        <p:spPr>
          <a:xfrm>
            <a:off x="838200" y="1499359"/>
            <a:ext cx="10730801" cy="1293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of an AVL Tree Proof, Questions to ask: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maximum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- 1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minimum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DADE-244F-425F-897E-7705BA6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41BFFCE-F0AF-42D6-A496-80AB738038F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B66560C6-402F-4C61-92D5-D937A3BF6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Logo COP3530">
              <a:extLst>
                <a:ext uri="{FF2B5EF4-FFF2-40B4-BE49-F238E27FC236}">
                  <a16:creationId xmlns:a16="http://schemas.microsoft.com/office/drawing/2014/main" id="{1A1169CA-2492-448A-80AD-7D54FD3B9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1A4AC00-E363-7722-1B3D-90154DAB042B}"/>
              </a:ext>
            </a:extLst>
          </p:cNvPr>
          <p:cNvSpPr txBox="1"/>
          <p:nvPr/>
        </p:nvSpPr>
        <p:spPr>
          <a:xfrm>
            <a:off x="3236676" y="65092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https://en.wikipedia.org/w/index.php?title=AVL_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A0034-6094-F036-1D2D-21D13D3BB6C8}"/>
              </a:ext>
            </a:extLst>
          </p:cNvPr>
          <p:cNvSpPr txBox="1"/>
          <p:nvPr/>
        </p:nvSpPr>
        <p:spPr>
          <a:xfrm>
            <a:off x="826843" y="2944134"/>
            <a:ext cx="10017370" cy="4829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Number of Nodes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is between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and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- 1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&lt;=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 &lt;=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- 1</a:t>
            </a:r>
          </a:p>
          <a:p>
            <a:pPr marL="3657600"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n + 1 &lt;=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657600"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log (n + 1) &lt;= log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3657600"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log (n + 1) &lt;= log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3657600"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log (n + 1) &lt;=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Minimum Height of a Tree,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∝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O(log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(n)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8797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7A336-A79E-4734-92A9-6828E5B4A175}"/>
              </a:ext>
            </a:extLst>
          </p:cNvPr>
          <p:cNvSpPr/>
          <p:nvPr/>
        </p:nvSpPr>
        <p:spPr>
          <a:xfrm>
            <a:off x="838200" y="1499359"/>
            <a:ext cx="10730801" cy="1293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of an AVL Tree Proof, Questions to ask: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maximum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- 1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minimum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DADE-244F-425F-897E-7705BA6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41BFFCE-F0AF-42D6-A496-80AB738038F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B66560C6-402F-4C61-92D5-D937A3BF6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Logo COP3530">
              <a:extLst>
                <a:ext uri="{FF2B5EF4-FFF2-40B4-BE49-F238E27FC236}">
                  <a16:creationId xmlns:a16="http://schemas.microsoft.com/office/drawing/2014/main" id="{1A1169CA-2492-448A-80AD-7D54FD3B9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1A4AC00-E363-7722-1B3D-90154DAB042B}"/>
              </a:ext>
            </a:extLst>
          </p:cNvPr>
          <p:cNvSpPr txBox="1"/>
          <p:nvPr/>
        </p:nvSpPr>
        <p:spPr>
          <a:xfrm>
            <a:off x="3236676" y="65092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https://en.wikipedia.org/w/index.php?title=AVL_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A0034-6094-F036-1D2D-21D13D3BB6C8}"/>
              </a:ext>
            </a:extLst>
          </p:cNvPr>
          <p:cNvSpPr txBox="1"/>
          <p:nvPr/>
        </p:nvSpPr>
        <p:spPr>
          <a:xfrm>
            <a:off x="826843" y="2944134"/>
            <a:ext cx="10017370" cy="4829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Number of Nodes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is between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and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- 1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&lt;= 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- 1</a:t>
            </a:r>
          </a:p>
          <a:p>
            <a:pPr marL="3657600"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n + 1 &lt;=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657600"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log (n + 1) &lt;= log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3657600"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log (n + 1) &lt;= log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3657600"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log (n + 1) &lt;= h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But we are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concerned about the maximum height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and not the minimum.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510332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8A0034-6094-F036-1D2D-21D13D3BB6C8}"/>
              </a:ext>
            </a:extLst>
          </p:cNvPr>
          <p:cNvSpPr txBox="1"/>
          <p:nvPr/>
        </p:nvSpPr>
        <p:spPr>
          <a:xfrm>
            <a:off x="826843" y="2944134"/>
            <a:ext cx="8918668" cy="462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Number of Nodes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is between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and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- 1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&lt;=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7A336-A79E-4734-92A9-6828E5B4A175}"/>
              </a:ext>
            </a:extLst>
          </p:cNvPr>
          <p:cNvSpPr/>
          <p:nvPr/>
        </p:nvSpPr>
        <p:spPr>
          <a:xfrm>
            <a:off x="838200" y="1499359"/>
            <a:ext cx="10730801" cy="1293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of an AVL Tree Proof, Questions to ask: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maximum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- 1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minimum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DADE-244F-425F-897E-7705BA6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41BFFCE-F0AF-42D6-A496-80AB738038F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B66560C6-402F-4C61-92D5-D937A3BF6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Logo COP3530">
              <a:extLst>
                <a:ext uri="{FF2B5EF4-FFF2-40B4-BE49-F238E27FC236}">
                  <a16:creationId xmlns:a16="http://schemas.microsoft.com/office/drawing/2014/main" id="{1A1169CA-2492-448A-80AD-7D54FD3B9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1A4AC00-E363-7722-1B3D-90154DAB042B}"/>
              </a:ext>
            </a:extLst>
          </p:cNvPr>
          <p:cNvSpPr txBox="1"/>
          <p:nvPr/>
        </p:nvSpPr>
        <p:spPr>
          <a:xfrm>
            <a:off x="3236676" y="65092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https://en.wikipedia.org/w/index.php?title=AVL_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76292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8A0034-6094-F036-1D2D-21D13D3BB6C8}"/>
              </a:ext>
            </a:extLst>
          </p:cNvPr>
          <p:cNvSpPr txBox="1"/>
          <p:nvPr/>
        </p:nvSpPr>
        <p:spPr>
          <a:xfrm>
            <a:off x="826843" y="2944134"/>
            <a:ext cx="8918668" cy="432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Number of Nodes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is between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and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- 1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1 +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7A336-A79E-4734-92A9-6828E5B4A175}"/>
              </a:ext>
            </a:extLst>
          </p:cNvPr>
          <p:cNvSpPr/>
          <p:nvPr/>
        </p:nvSpPr>
        <p:spPr>
          <a:xfrm>
            <a:off x="838200" y="1499359"/>
            <a:ext cx="10730801" cy="1293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of an AVL Tree Proof, Questions to ask: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maximum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- 1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minimum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</a:p>
        </p:txBody>
      </p:sp>
      <p:sp>
        <p:nvSpPr>
          <p:cNvPr id="46" name="Oval 6">
            <a:extLst>
              <a:ext uri="{FF2B5EF4-FFF2-40B4-BE49-F238E27FC236}">
                <a16:creationId xmlns:a16="http://schemas.microsoft.com/office/drawing/2014/main" id="{CD155857-2701-4AA8-A6C0-248B63AD7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7825" y="3767730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Line 16">
            <a:extLst>
              <a:ext uri="{FF2B5EF4-FFF2-40B4-BE49-F238E27FC236}">
                <a16:creationId xmlns:a16="http://schemas.microsoft.com/office/drawing/2014/main" id="{C1B0F445-94F2-4461-A9AA-028995E97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226675" y="4142380"/>
            <a:ext cx="3810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Line 17">
            <a:extLst>
              <a:ext uri="{FF2B5EF4-FFF2-40B4-BE49-F238E27FC236}">
                <a16:creationId xmlns:a16="http://schemas.microsoft.com/office/drawing/2014/main" id="{5ABB53B9-05ED-4866-87A4-05F27239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10912475" y="4142380"/>
            <a:ext cx="3048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22">
            <a:extLst>
              <a:ext uri="{FF2B5EF4-FFF2-40B4-BE49-F238E27FC236}">
                <a16:creationId xmlns:a16="http://schemas.microsoft.com/office/drawing/2014/main" id="{58FB05BE-891A-45DF-8B69-9AE756821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0" y="3486743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DADE-244F-425F-897E-7705BA6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41BFFCE-F0AF-42D6-A496-80AB738038F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B66560C6-402F-4C61-92D5-D937A3BF6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Logo COP3530">
              <a:extLst>
                <a:ext uri="{FF2B5EF4-FFF2-40B4-BE49-F238E27FC236}">
                  <a16:creationId xmlns:a16="http://schemas.microsoft.com/office/drawing/2014/main" id="{1A1169CA-2492-448A-80AD-7D54FD3B9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1A4AC00-E363-7722-1B3D-90154DAB042B}"/>
              </a:ext>
            </a:extLst>
          </p:cNvPr>
          <p:cNvSpPr txBox="1"/>
          <p:nvPr/>
        </p:nvSpPr>
        <p:spPr>
          <a:xfrm>
            <a:off x="3236676" y="65092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https://en.wikipedia.org/w/index.php?title=AVL_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ACD2BB8-D913-5E85-0473-78E33CAF7FEA}"/>
              </a:ext>
            </a:extLst>
          </p:cNvPr>
          <p:cNvSpPr/>
          <p:nvPr/>
        </p:nvSpPr>
        <p:spPr>
          <a:xfrm>
            <a:off x="9847408" y="4828180"/>
            <a:ext cx="760267" cy="1156632"/>
          </a:xfrm>
          <a:prstGeom prst="triangle">
            <a:avLst/>
          </a:prstGeom>
          <a:noFill/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A99FBA98-83D5-F429-BC05-50913CF87EF0}"/>
              </a:ext>
            </a:extLst>
          </p:cNvPr>
          <p:cNvSpPr/>
          <p:nvPr/>
        </p:nvSpPr>
        <p:spPr>
          <a:xfrm>
            <a:off x="10837142" y="4828180"/>
            <a:ext cx="731860" cy="816883"/>
          </a:xfrm>
          <a:prstGeom prst="triangle">
            <a:avLst/>
          </a:prstGeom>
          <a:noFill/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095FEC1A-C8D3-71FF-57AD-178391F1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6080" y="4597967"/>
            <a:ext cx="565861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h-1</a:t>
            </a:r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9FF578F7-1F1E-E652-7FCD-08C1156CD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144" y="4567001"/>
            <a:ext cx="565861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E1334B-CF05-2935-982B-F02BE4EED808}"/>
              </a:ext>
            </a:extLst>
          </p:cNvPr>
          <p:cNvSpPr txBox="1"/>
          <p:nvPr/>
        </p:nvSpPr>
        <p:spPr>
          <a:xfrm>
            <a:off x="6096000" y="3718217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DD4551-1389-8208-9AA9-714A7EA70062}"/>
              </a:ext>
            </a:extLst>
          </p:cNvPr>
          <p:cNvSpPr txBox="1"/>
          <p:nvPr/>
        </p:nvSpPr>
        <p:spPr>
          <a:xfrm>
            <a:off x="6096000" y="4003880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(B)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A606CB-E5D2-A738-61D8-5B8091758E34}"/>
              </a:ext>
            </a:extLst>
          </p:cNvPr>
          <p:cNvSpPr txBox="1"/>
          <p:nvPr/>
        </p:nvSpPr>
        <p:spPr>
          <a:xfrm>
            <a:off x="6575659" y="4344058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(C)</a:t>
            </a:r>
          </a:p>
        </p:txBody>
      </p:sp>
    </p:spTree>
    <p:extLst>
      <p:ext uri="{BB962C8B-B14F-4D97-AF65-F5344CB8AC3E}">
        <p14:creationId xmlns:p14="http://schemas.microsoft.com/office/powerpoint/2010/main" val="303785838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8A0034-6094-F036-1D2D-21D13D3BB6C8}"/>
              </a:ext>
            </a:extLst>
          </p:cNvPr>
          <p:cNvSpPr txBox="1"/>
          <p:nvPr/>
        </p:nvSpPr>
        <p:spPr>
          <a:xfrm>
            <a:off x="826843" y="2944134"/>
            <a:ext cx="8918668" cy="475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Number of Nodes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is between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and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- 1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1 +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                  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Substitute h-1 in the equation C: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 +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70AD47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70AD47">
                    <a:lumMod val="60000"/>
                    <a:lumOff val="4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Substitute above equation in C: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1 +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 +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h-3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2 + 2N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40000"/>
                  <a:lumOff val="6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7A336-A79E-4734-92A9-6828E5B4A175}"/>
              </a:ext>
            </a:extLst>
          </p:cNvPr>
          <p:cNvSpPr/>
          <p:nvPr/>
        </p:nvSpPr>
        <p:spPr>
          <a:xfrm>
            <a:off x="838200" y="1499359"/>
            <a:ext cx="10730801" cy="1293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of an AVL Tree Proof, Questions to ask: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maximum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- 1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minimum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</a:p>
        </p:txBody>
      </p:sp>
      <p:sp>
        <p:nvSpPr>
          <p:cNvPr id="46" name="Oval 6">
            <a:extLst>
              <a:ext uri="{FF2B5EF4-FFF2-40B4-BE49-F238E27FC236}">
                <a16:creationId xmlns:a16="http://schemas.microsoft.com/office/drawing/2014/main" id="{CD155857-2701-4AA8-A6C0-248B63AD7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7825" y="3767730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Line 16">
            <a:extLst>
              <a:ext uri="{FF2B5EF4-FFF2-40B4-BE49-F238E27FC236}">
                <a16:creationId xmlns:a16="http://schemas.microsoft.com/office/drawing/2014/main" id="{C1B0F445-94F2-4461-A9AA-028995E97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226675" y="4142380"/>
            <a:ext cx="3810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Line 17">
            <a:extLst>
              <a:ext uri="{FF2B5EF4-FFF2-40B4-BE49-F238E27FC236}">
                <a16:creationId xmlns:a16="http://schemas.microsoft.com/office/drawing/2014/main" id="{5ABB53B9-05ED-4866-87A4-05F27239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10912475" y="4142380"/>
            <a:ext cx="3048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22">
            <a:extLst>
              <a:ext uri="{FF2B5EF4-FFF2-40B4-BE49-F238E27FC236}">
                <a16:creationId xmlns:a16="http://schemas.microsoft.com/office/drawing/2014/main" id="{58FB05BE-891A-45DF-8B69-9AE756821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0" y="3486743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DADE-244F-425F-897E-7705BA6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41BFFCE-F0AF-42D6-A496-80AB738038F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B66560C6-402F-4C61-92D5-D937A3BF6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Logo COP3530">
              <a:extLst>
                <a:ext uri="{FF2B5EF4-FFF2-40B4-BE49-F238E27FC236}">
                  <a16:creationId xmlns:a16="http://schemas.microsoft.com/office/drawing/2014/main" id="{1A1169CA-2492-448A-80AD-7D54FD3B9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1A4AC00-E363-7722-1B3D-90154DAB042B}"/>
              </a:ext>
            </a:extLst>
          </p:cNvPr>
          <p:cNvSpPr txBox="1"/>
          <p:nvPr/>
        </p:nvSpPr>
        <p:spPr>
          <a:xfrm>
            <a:off x="3236676" y="65092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https://en.wikipedia.org/w/index.php?title=AVL_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ACD2BB8-D913-5E85-0473-78E33CAF7FEA}"/>
              </a:ext>
            </a:extLst>
          </p:cNvPr>
          <p:cNvSpPr/>
          <p:nvPr/>
        </p:nvSpPr>
        <p:spPr>
          <a:xfrm>
            <a:off x="9847408" y="4828180"/>
            <a:ext cx="760267" cy="1156632"/>
          </a:xfrm>
          <a:prstGeom prst="triangle">
            <a:avLst/>
          </a:prstGeom>
          <a:noFill/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A99FBA98-83D5-F429-BC05-50913CF87EF0}"/>
              </a:ext>
            </a:extLst>
          </p:cNvPr>
          <p:cNvSpPr/>
          <p:nvPr/>
        </p:nvSpPr>
        <p:spPr>
          <a:xfrm>
            <a:off x="10837142" y="4828180"/>
            <a:ext cx="731860" cy="816883"/>
          </a:xfrm>
          <a:prstGeom prst="triangle">
            <a:avLst/>
          </a:prstGeom>
          <a:noFill/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095FEC1A-C8D3-71FF-57AD-178391F1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6080" y="4597967"/>
            <a:ext cx="565861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h-1</a:t>
            </a:r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9FF578F7-1F1E-E652-7FCD-08C1156CD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144" y="4567001"/>
            <a:ext cx="565861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ED9395-6FBF-4D6A-059C-0E851A0C0E31}"/>
              </a:ext>
            </a:extLst>
          </p:cNvPr>
          <p:cNvSpPr txBox="1"/>
          <p:nvPr/>
        </p:nvSpPr>
        <p:spPr>
          <a:xfrm>
            <a:off x="6096000" y="3718217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7C4994-4078-2354-7D1B-9FA31147BFD5}"/>
              </a:ext>
            </a:extLst>
          </p:cNvPr>
          <p:cNvSpPr txBox="1"/>
          <p:nvPr/>
        </p:nvSpPr>
        <p:spPr>
          <a:xfrm>
            <a:off x="6096000" y="4003880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(B)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86C2A2-85AD-A63A-963B-47CDC8E58E8D}"/>
              </a:ext>
            </a:extLst>
          </p:cNvPr>
          <p:cNvSpPr txBox="1"/>
          <p:nvPr/>
        </p:nvSpPr>
        <p:spPr>
          <a:xfrm>
            <a:off x="6575659" y="4344058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(C)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DB4451-3301-33C2-7C7D-15658AB0789B}"/>
              </a:ext>
            </a:extLst>
          </p:cNvPr>
          <p:cNvSpPr txBox="1"/>
          <p:nvPr/>
        </p:nvSpPr>
        <p:spPr>
          <a:xfrm>
            <a:off x="5966197" y="554230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(D)</a:t>
            </a:r>
          </a:p>
        </p:txBody>
      </p:sp>
    </p:spTree>
    <p:extLst>
      <p:ext uri="{BB962C8B-B14F-4D97-AF65-F5344CB8AC3E}">
        <p14:creationId xmlns:p14="http://schemas.microsoft.com/office/powerpoint/2010/main" val="32801757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8A0034-6094-F036-1D2D-21D13D3BB6C8}"/>
              </a:ext>
            </a:extLst>
          </p:cNvPr>
          <p:cNvSpPr txBox="1"/>
          <p:nvPr/>
        </p:nvSpPr>
        <p:spPr>
          <a:xfrm>
            <a:off x="826843" y="2944134"/>
            <a:ext cx="8918668" cy="2633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1 +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                  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-2500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2.2.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h-4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7A336-A79E-4734-92A9-6828E5B4A175}"/>
              </a:ext>
            </a:extLst>
          </p:cNvPr>
          <p:cNvSpPr/>
          <p:nvPr/>
        </p:nvSpPr>
        <p:spPr>
          <a:xfrm>
            <a:off x="838200" y="1499359"/>
            <a:ext cx="10730801" cy="877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of an AVL Tree Proof, Questions to ask: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minimum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</a:p>
        </p:txBody>
      </p:sp>
      <p:sp>
        <p:nvSpPr>
          <p:cNvPr id="46" name="Oval 6">
            <a:extLst>
              <a:ext uri="{FF2B5EF4-FFF2-40B4-BE49-F238E27FC236}">
                <a16:creationId xmlns:a16="http://schemas.microsoft.com/office/drawing/2014/main" id="{CD155857-2701-4AA8-A6C0-248B63AD7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7825" y="3767730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Line 16">
            <a:extLst>
              <a:ext uri="{FF2B5EF4-FFF2-40B4-BE49-F238E27FC236}">
                <a16:creationId xmlns:a16="http://schemas.microsoft.com/office/drawing/2014/main" id="{C1B0F445-94F2-4461-A9AA-028995E97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226675" y="4142380"/>
            <a:ext cx="3810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Line 17">
            <a:extLst>
              <a:ext uri="{FF2B5EF4-FFF2-40B4-BE49-F238E27FC236}">
                <a16:creationId xmlns:a16="http://schemas.microsoft.com/office/drawing/2014/main" id="{5ABB53B9-05ED-4866-87A4-05F27239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10912475" y="4142380"/>
            <a:ext cx="3048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22">
            <a:extLst>
              <a:ext uri="{FF2B5EF4-FFF2-40B4-BE49-F238E27FC236}">
                <a16:creationId xmlns:a16="http://schemas.microsoft.com/office/drawing/2014/main" id="{58FB05BE-891A-45DF-8B69-9AE756821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0" y="3486743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DADE-244F-425F-897E-7705BA6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41BFFCE-F0AF-42D6-A496-80AB738038F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B66560C6-402F-4C61-92D5-D937A3BF6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Logo COP3530">
              <a:extLst>
                <a:ext uri="{FF2B5EF4-FFF2-40B4-BE49-F238E27FC236}">
                  <a16:creationId xmlns:a16="http://schemas.microsoft.com/office/drawing/2014/main" id="{1A1169CA-2492-448A-80AD-7D54FD3B9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1A4AC00-E363-7722-1B3D-90154DAB042B}"/>
              </a:ext>
            </a:extLst>
          </p:cNvPr>
          <p:cNvSpPr txBox="1"/>
          <p:nvPr/>
        </p:nvSpPr>
        <p:spPr>
          <a:xfrm>
            <a:off x="3236676" y="65092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https://en.wikipedia.org/w/index.php?title=AVL_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ACD2BB8-D913-5E85-0473-78E33CAF7FEA}"/>
              </a:ext>
            </a:extLst>
          </p:cNvPr>
          <p:cNvSpPr/>
          <p:nvPr/>
        </p:nvSpPr>
        <p:spPr>
          <a:xfrm>
            <a:off x="9847408" y="4828180"/>
            <a:ext cx="760267" cy="1156632"/>
          </a:xfrm>
          <a:prstGeom prst="triangle">
            <a:avLst/>
          </a:prstGeom>
          <a:noFill/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A99FBA98-83D5-F429-BC05-50913CF87EF0}"/>
              </a:ext>
            </a:extLst>
          </p:cNvPr>
          <p:cNvSpPr/>
          <p:nvPr/>
        </p:nvSpPr>
        <p:spPr>
          <a:xfrm>
            <a:off x="10837142" y="4828180"/>
            <a:ext cx="731860" cy="816883"/>
          </a:xfrm>
          <a:prstGeom prst="triangle">
            <a:avLst/>
          </a:prstGeom>
          <a:noFill/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095FEC1A-C8D3-71FF-57AD-178391F1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6080" y="4597967"/>
            <a:ext cx="565861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h-1</a:t>
            </a:r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9FF578F7-1F1E-E652-7FCD-08C1156CD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144" y="4567001"/>
            <a:ext cx="565861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332AAB-D28F-3E48-372D-574CC247688B}"/>
              </a:ext>
            </a:extLst>
          </p:cNvPr>
          <p:cNvSpPr txBox="1"/>
          <p:nvPr/>
        </p:nvSpPr>
        <p:spPr>
          <a:xfrm>
            <a:off x="5713228" y="3009045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55EA0B-A180-8144-B448-BE1E63F6C9C7}"/>
              </a:ext>
            </a:extLst>
          </p:cNvPr>
          <p:cNvSpPr txBox="1"/>
          <p:nvPr/>
        </p:nvSpPr>
        <p:spPr>
          <a:xfrm>
            <a:off x="5713228" y="3294708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(B)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DFF99F-9F51-888E-E720-BE2131198F66}"/>
              </a:ext>
            </a:extLst>
          </p:cNvPr>
          <p:cNvSpPr txBox="1"/>
          <p:nvPr/>
        </p:nvSpPr>
        <p:spPr>
          <a:xfrm>
            <a:off x="6533129" y="3671730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(C)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AB932F-6798-A3CC-2F5C-4457B902FDB8}"/>
              </a:ext>
            </a:extLst>
          </p:cNvPr>
          <p:cNvSpPr txBox="1"/>
          <p:nvPr/>
        </p:nvSpPr>
        <p:spPr>
          <a:xfrm>
            <a:off x="5939849" y="3948729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8BBD44-4EE0-7B61-9B88-01C8F51E9F8A}"/>
              </a:ext>
            </a:extLst>
          </p:cNvPr>
          <p:cNvSpPr txBox="1"/>
          <p:nvPr/>
        </p:nvSpPr>
        <p:spPr>
          <a:xfrm>
            <a:off x="2124833" y="4248561"/>
            <a:ext cx="2223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Replace h with h-2 in D: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BEB1BE-848E-DF5B-B42B-4893C07DDD78}"/>
              </a:ext>
            </a:extLst>
          </p:cNvPr>
          <p:cNvSpPr txBox="1"/>
          <p:nvPr/>
        </p:nvSpPr>
        <p:spPr>
          <a:xfrm>
            <a:off x="1365019" y="4751988"/>
            <a:ext cx="3073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Substitute above equation, E in D: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FC24E1-76E3-93C3-9DA5-D469AE2D0796}"/>
              </a:ext>
            </a:extLst>
          </p:cNvPr>
          <p:cNvSpPr txBox="1"/>
          <p:nvPr/>
        </p:nvSpPr>
        <p:spPr>
          <a:xfrm>
            <a:off x="6001370" y="4240125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DAD37F-4EE0-44CD-60E2-BCF2DB5AADB8}"/>
              </a:ext>
            </a:extLst>
          </p:cNvPr>
          <p:cNvSpPr txBox="1"/>
          <p:nvPr/>
        </p:nvSpPr>
        <p:spPr>
          <a:xfrm>
            <a:off x="6096000" y="4732822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(F)</a:t>
            </a:r>
          </a:p>
        </p:txBody>
      </p:sp>
    </p:spTree>
    <p:extLst>
      <p:ext uri="{BB962C8B-B14F-4D97-AF65-F5344CB8AC3E}">
        <p14:creationId xmlns:p14="http://schemas.microsoft.com/office/powerpoint/2010/main" val="276137343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800E0-6336-3043-F208-161D771F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B7D705-4120-808E-1CB0-1BFE48E47502}"/>
              </a:ext>
            </a:extLst>
          </p:cNvPr>
          <p:cNvSpPr txBox="1"/>
          <p:nvPr/>
        </p:nvSpPr>
        <p:spPr>
          <a:xfrm>
            <a:off x="826843" y="2944134"/>
            <a:ext cx="8918668" cy="396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1 +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                  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-2500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2.2.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-2500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-2500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2.2.2.N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A51E2-48E5-E80A-BF23-CF4CE04A6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1F03B2-ACC6-0A66-E087-8E9BF165A6C3}"/>
              </a:ext>
            </a:extLst>
          </p:cNvPr>
          <p:cNvSpPr/>
          <p:nvPr/>
        </p:nvSpPr>
        <p:spPr>
          <a:xfrm>
            <a:off x="838200" y="1499359"/>
            <a:ext cx="10730801" cy="877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of an AVL Tree Proof, Questions to ask: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minimum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</a:p>
        </p:txBody>
      </p:sp>
      <p:sp>
        <p:nvSpPr>
          <p:cNvPr id="46" name="Oval 6">
            <a:extLst>
              <a:ext uri="{FF2B5EF4-FFF2-40B4-BE49-F238E27FC236}">
                <a16:creationId xmlns:a16="http://schemas.microsoft.com/office/drawing/2014/main" id="{2615CB34-C253-5769-E6B3-2B78B8476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7825" y="3767730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Line 16">
            <a:extLst>
              <a:ext uri="{FF2B5EF4-FFF2-40B4-BE49-F238E27FC236}">
                <a16:creationId xmlns:a16="http://schemas.microsoft.com/office/drawing/2014/main" id="{5F2CDCD5-332F-DA05-ED78-33B66ED76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226675" y="4142380"/>
            <a:ext cx="3810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Line 17">
            <a:extLst>
              <a:ext uri="{FF2B5EF4-FFF2-40B4-BE49-F238E27FC236}">
                <a16:creationId xmlns:a16="http://schemas.microsoft.com/office/drawing/2014/main" id="{F2F42A14-3D4C-9D17-0D7E-7A1A75668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10912475" y="4142380"/>
            <a:ext cx="3048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22">
            <a:extLst>
              <a:ext uri="{FF2B5EF4-FFF2-40B4-BE49-F238E27FC236}">
                <a16:creationId xmlns:a16="http://schemas.microsoft.com/office/drawing/2014/main" id="{28363907-EBF9-B025-7277-B4EF74144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0" y="3486743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B0771-FB15-4B87-C8EB-F39885EE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AAC2F54-8580-A0C8-01DC-EBD6665D360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CB59E2A5-FDC0-8AD1-D093-CF31CFA472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Logo COP3530">
              <a:extLst>
                <a:ext uri="{FF2B5EF4-FFF2-40B4-BE49-F238E27FC236}">
                  <a16:creationId xmlns:a16="http://schemas.microsoft.com/office/drawing/2014/main" id="{04784341-1A1E-8D4A-AF7F-2A593E3059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8AF7CC3-2CF6-9440-68F5-F83F996AC0B0}"/>
              </a:ext>
            </a:extLst>
          </p:cNvPr>
          <p:cNvSpPr txBox="1"/>
          <p:nvPr/>
        </p:nvSpPr>
        <p:spPr>
          <a:xfrm>
            <a:off x="3236676" y="65092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https://en.wikipedia.org/w/index.php?title=AVL_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1FD8428-DE48-5BE3-C37C-7CFE8735426C}"/>
              </a:ext>
            </a:extLst>
          </p:cNvPr>
          <p:cNvSpPr/>
          <p:nvPr/>
        </p:nvSpPr>
        <p:spPr>
          <a:xfrm>
            <a:off x="9847408" y="4828180"/>
            <a:ext cx="760267" cy="1156632"/>
          </a:xfrm>
          <a:prstGeom prst="triangle">
            <a:avLst/>
          </a:prstGeom>
          <a:noFill/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A9E021C-FA0F-9ECE-3B7A-FE46C540834C}"/>
              </a:ext>
            </a:extLst>
          </p:cNvPr>
          <p:cNvSpPr/>
          <p:nvPr/>
        </p:nvSpPr>
        <p:spPr>
          <a:xfrm>
            <a:off x="10837142" y="4828180"/>
            <a:ext cx="731860" cy="816883"/>
          </a:xfrm>
          <a:prstGeom prst="triangle">
            <a:avLst/>
          </a:prstGeom>
          <a:noFill/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F83C4957-52EF-A401-6AFA-FB68D9A8A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6080" y="4597967"/>
            <a:ext cx="565861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h-1</a:t>
            </a:r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DFBFE651-8364-2A50-8CA7-52F6346EE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144" y="4567001"/>
            <a:ext cx="565861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EFB21A-7ACC-B59B-A293-E25C73EF7F1B}"/>
              </a:ext>
            </a:extLst>
          </p:cNvPr>
          <p:cNvSpPr txBox="1"/>
          <p:nvPr/>
        </p:nvSpPr>
        <p:spPr>
          <a:xfrm>
            <a:off x="5713228" y="3009045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CF54CF-7B52-8B26-CD50-BD2AA7748205}"/>
              </a:ext>
            </a:extLst>
          </p:cNvPr>
          <p:cNvSpPr txBox="1"/>
          <p:nvPr/>
        </p:nvSpPr>
        <p:spPr>
          <a:xfrm>
            <a:off x="5713228" y="3294708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(B)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25B25A-466B-9471-4460-1D5D4CE3D6A1}"/>
              </a:ext>
            </a:extLst>
          </p:cNvPr>
          <p:cNvSpPr txBox="1"/>
          <p:nvPr/>
        </p:nvSpPr>
        <p:spPr>
          <a:xfrm>
            <a:off x="6533129" y="3671730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(C)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EBDF0C-9A1C-757F-F6B4-4565DC61A042}"/>
              </a:ext>
            </a:extLst>
          </p:cNvPr>
          <p:cNvSpPr txBox="1"/>
          <p:nvPr/>
        </p:nvSpPr>
        <p:spPr>
          <a:xfrm>
            <a:off x="5939849" y="3948729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47564C-7EE0-23EE-AB31-2A4E76F40EEB}"/>
              </a:ext>
            </a:extLst>
          </p:cNvPr>
          <p:cNvSpPr txBox="1"/>
          <p:nvPr/>
        </p:nvSpPr>
        <p:spPr>
          <a:xfrm>
            <a:off x="2124833" y="4248561"/>
            <a:ext cx="2223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Replace h with h-2 in D: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0FA2AD-1359-9D7B-A24C-BE9B46DC5431}"/>
              </a:ext>
            </a:extLst>
          </p:cNvPr>
          <p:cNvSpPr txBox="1"/>
          <p:nvPr/>
        </p:nvSpPr>
        <p:spPr>
          <a:xfrm>
            <a:off x="1365019" y="4751988"/>
            <a:ext cx="3073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Substitute above equation, E in D: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EA315D-B3B2-A6C7-6DDC-6D28518B6ABA}"/>
              </a:ext>
            </a:extLst>
          </p:cNvPr>
          <p:cNvSpPr txBox="1"/>
          <p:nvPr/>
        </p:nvSpPr>
        <p:spPr>
          <a:xfrm>
            <a:off x="6001370" y="4240125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CEC7CE-63F4-D5A0-555C-E19357A47B7D}"/>
              </a:ext>
            </a:extLst>
          </p:cNvPr>
          <p:cNvSpPr txBox="1"/>
          <p:nvPr/>
        </p:nvSpPr>
        <p:spPr>
          <a:xfrm>
            <a:off x="6096000" y="4732822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(F)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09E857-5BF1-CEB6-02D1-A13DBF32978E}"/>
              </a:ext>
            </a:extLst>
          </p:cNvPr>
          <p:cNvSpPr txBox="1"/>
          <p:nvPr/>
        </p:nvSpPr>
        <p:spPr>
          <a:xfrm>
            <a:off x="6096000" y="5058748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(G)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02ABD6-CAF2-7882-16DC-98CCEE99043D}"/>
              </a:ext>
            </a:extLst>
          </p:cNvPr>
          <p:cNvSpPr txBox="1"/>
          <p:nvPr/>
        </p:nvSpPr>
        <p:spPr>
          <a:xfrm>
            <a:off x="1047519" y="5793916"/>
            <a:ext cx="3073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Substitute above equation, G in F: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32A586-DE3C-1A6D-EF11-C329E695EFDD}"/>
              </a:ext>
            </a:extLst>
          </p:cNvPr>
          <p:cNvSpPr txBox="1"/>
          <p:nvPr/>
        </p:nvSpPr>
        <p:spPr>
          <a:xfrm>
            <a:off x="1982070" y="5046720"/>
            <a:ext cx="2223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Replace h with h-4 in D: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036B56-0DC8-4F98-179F-3E1AA58993C7}"/>
              </a:ext>
            </a:extLst>
          </p:cNvPr>
          <p:cNvSpPr txBox="1"/>
          <p:nvPr/>
        </p:nvSpPr>
        <p:spPr>
          <a:xfrm>
            <a:off x="6267863" y="6070915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(H)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A9B3BE-ED31-B536-4419-0204C982BBC8}"/>
              </a:ext>
            </a:extLst>
          </p:cNvPr>
          <p:cNvSpPr txBox="1"/>
          <p:nvPr/>
        </p:nvSpPr>
        <p:spPr>
          <a:xfrm>
            <a:off x="2987298" y="6056415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Generalize: </a:t>
            </a:r>
          </a:p>
        </p:txBody>
      </p:sp>
    </p:spTree>
    <p:extLst>
      <p:ext uri="{BB962C8B-B14F-4D97-AF65-F5344CB8AC3E}">
        <p14:creationId xmlns:p14="http://schemas.microsoft.com/office/powerpoint/2010/main" val="89975045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8A0034-6094-F036-1D2D-21D13D3BB6C8}"/>
              </a:ext>
            </a:extLst>
          </p:cNvPr>
          <p:cNvSpPr txBox="1"/>
          <p:nvPr/>
        </p:nvSpPr>
        <p:spPr>
          <a:xfrm>
            <a:off x="1003207" y="2484889"/>
            <a:ext cx="8918668" cy="3272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For, i = h/2 - 1,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h/2 - 1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h/2 - 1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h/2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3000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-2500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7A336-A79E-4734-92A9-6828E5B4A175}"/>
              </a:ext>
            </a:extLst>
          </p:cNvPr>
          <p:cNvSpPr/>
          <p:nvPr/>
        </p:nvSpPr>
        <p:spPr>
          <a:xfrm>
            <a:off x="838200" y="1499359"/>
            <a:ext cx="10730801" cy="877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of an AVL Tree Proof, Questions to ask: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minimum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</a:p>
        </p:txBody>
      </p:sp>
      <p:sp>
        <p:nvSpPr>
          <p:cNvPr id="46" name="Oval 6">
            <a:extLst>
              <a:ext uri="{FF2B5EF4-FFF2-40B4-BE49-F238E27FC236}">
                <a16:creationId xmlns:a16="http://schemas.microsoft.com/office/drawing/2014/main" id="{CD155857-2701-4AA8-A6C0-248B63AD7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7825" y="3767730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Line 16">
            <a:extLst>
              <a:ext uri="{FF2B5EF4-FFF2-40B4-BE49-F238E27FC236}">
                <a16:creationId xmlns:a16="http://schemas.microsoft.com/office/drawing/2014/main" id="{C1B0F445-94F2-4461-A9AA-028995E97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226675" y="4142380"/>
            <a:ext cx="3810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Line 17">
            <a:extLst>
              <a:ext uri="{FF2B5EF4-FFF2-40B4-BE49-F238E27FC236}">
                <a16:creationId xmlns:a16="http://schemas.microsoft.com/office/drawing/2014/main" id="{5ABB53B9-05ED-4866-87A4-05F27239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10912475" y="4142380"/>
            <a:ext cx="3048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22">
            <a:extLst>
              <a:ext uri="{FF2B5EF4-FFF2-40B4-BE49-F238E27FC236}">
                <a16:creationId xmlns:a16="http://schemas.microsoft.com/office/drawing/2014/main" id="{58FB05BE-891A-45DF-8B69-9AE756821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0" y="3486743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DADE-244F-425F-897E-7705BA6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41BFFCE-F0AF-42D6-A496-80AB738038F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B66560C6-402F-4C61-92D5-D937A3BF6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Logo COP3530">
              <a:extLst>
                <a:ext uri="{FF2B5EF4-FFF2-40B4-BE49-F238E27FC236}">
                  <a16:creationId xmlns:a16="http://schemas.microsoft.com/office/drawing/2014/main" id="{1A1169CA-2492-448A-80AD-7D54FD3B9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1A4AC00-E363-7722-1B3D-90154DAB042B}"/>
              </a:ext>
            </a:extLst>
          </p:cNvPr>
          <p:cNvSpPr txBox="1"/>
          <p:nvPr/>
        </p:nvSpPr>
        <p:spPr>
          <a:xfrm>
            <a:off x="3236676" y="65092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https://en.wikipedia.org/w/index.php?title=AVL_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ACD2BB8-D913-5E85-0473-78E33CAF7FEA}"/>
              </a:ext>
            </a:extLst>
          </p:cNvPr>
          <p:cNvSpPr/>
          <p:nvPr/>
        </p:nvSpPr>
        <p:spPr>
          <a:xfrm>
            <a:off x="9847408" y="4828180"/>
            <a:ext cx="760267" cy="1156632"/>
          </a:xfrm>
          <a:prstGeom prst="triangle">
            <a:avLst/>
          </a:prstGeom>
          <a:noFill/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A99FBA98-83D5-F429-BC05-50913CF87EF0}"/>
              </a:ext>
            </a:extLst>
          </p:cNvPr>
          <p:cNvSpPr/>
          <p:nvPr/>
        </p:nvSpPr>
        <p:spPr>
          <a:xfrm>
            <a:off x="10837142" y="4828180"/>
            <a:ext cx="731860" cy="816883"/>
          </a:xfrm>
          <a:prstGeom prst="triangle">
            <a:avLst/>
          </a:prstGeom>
          <a:noFill/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095FEC1A-C8D3-71FF-57AD-178391F1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6080" y="4597967"/>
            <a:ext cx="565861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h-1</a:t>
            </a:r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9FF578F7-1F1E-E652-7FCD-08C1156CD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144" y="4567001"/>
            <a:ext cx="565861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393FF2-B2F5-C3A7-0204-CE48AA0E0750}"/>
              </a:ext>
            </a:extLst>
          </p:cNvPr>
          <p:cNvSpPr txBox="1"/>
          <p:nvPr/>
        </p:nvSpPr>
        <p:spPr>
          <a:xfrm>
            <a:off x="5916428" y="2489316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4BDECB-4635-C3F3-9569-4497CA3579D7}"/>
              </a:ext>
            </a:extLst>
          </p:cNvPr>
          <p:cNvSpPr txBox="1"/>
          <p:nvPr/>
        </p:nvSpPr>
        <p:spPr>
          <a:xfrm>
            <a:off x="5916428" y="2774979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F56F9-7BB1-C9E9-ED0A-3E6A5F746F4A}"/>
              </a:ext>
            </a:extLst>
          </p:cNvPr>
          <p:cNvSpPr txBox="1"/>
          <p:nvPr/>
        </p:nvSpPr>
        <p:spPr>
          <a:xfrm>
            <a:off x="6203600" y="311474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(H)</a:t>
            </a:r>
          </a:p>
        </p:txBody>
      </p:sp>
    </p:spTree>
    <p:extLst>
      <p:ext uri="{BB962C8B-B14F-4D97-AF65-F5344CB8AC3E}">
        <p14:creationId xmlns:p14="http://schemas.microsoft.com/office/powerpoint/2010/main" val="180607658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8A0034-6094-F036-1D2D-21D13D3BB6C8}"/>
              </a:ext>
            </a:extLst>
          </p:cNvPr>
          <p:cNvSpPr txBox="1"/>
          <p:nvPr/>
        </p:nvSpPr>
        <p:spPr>
          <a:xfrm>
            <a:off x="1003207" y="2484889"/>
            <a:ext cx="8918668" cy="4596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For, i = h/2 - 1,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h/2 - 1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h/2 - 1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h/2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pt-BR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N</a:t>
            </a:r>
            <a:r>
              <a:rPr kumimoji="0" lang="pt-BR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log</a:t>
            </a:r>
            <a:r>
              <a:rPr kumimoji="0" lang="pt-BR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2</a:t>
            </a:r>
            <a:r>
              <a:rPr kumimoji="0" lang="pt-BR" sz="2000" b="0" i="0" u="none" strike="noStrike" kern="1200" cap="none" spc="0" normalizeH="0" baseline="3000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h/2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pt-BR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N</a:t>
            </a:r>
            <a:r>
              <a:rPr kumimoji="0" lang="pt-BR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(h/2) log</a:t>
            </a:r>
            <a:r>
              <a:rPr kumimoji="0" lang="pt-BR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2.log</a:t>
            </a:r>
            <a:r>
              <a:rPr kumimoji="0" lang="pt-BR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N</a:t>
            </a:r>
            <a:r>
              <a:rPr kumimoji="0" lang="pt-BR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&gt;= 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 &lt;= 2. log</a:t>
            </a:r>
            <a:r>
              <a:rPr kumimoji="0" lang="pt-BR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N</a:t>
            </a:r>
            <a:r>
              <a:rPr kumimoji="0" lang="pt-BR" sz="2000" b="0" i="0" u="none" strike="noStrike" kern="1200" cap="none" spc="0" normalizeH="0" baseline="-2500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3000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-2500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7A336-A79E-4734-92A9-6828E5B4A175}"/>
              </a:ext>
            </a:extLst>
          </p:cNvPr>
          <p:cNvSpPr/>
          <p:nvPr/>
        </p:nvSpPr>
        <p:spPr>
          <a:xfrm>
            <a:off x="838200" y="1499359"/>
            <a:ext cx="10730801" cy="877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of an AVL Tree Proof, Questions to ask: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minimum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</a:p>
        </p:txBody>
      </p:sp>
      <p:sp>
        <p:nvSpPr>
          <p:cNvPr id="46" name="Oval 6">
            <a:extLst>
              <a:ext uri="{FF2B5EF4-FFF2-40B4-BE49-F238E27FC236}">
                <a16:creationId xmlns:a16="http://schemas.microsoft.com/office/drawing/2014/main" id="{CD155857-2701-4AA8-A6C0-248B63AD7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7825" y="3767730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Line 16">
            <a:extLst>
              <a:ext uri="{FF2B5EF4-FFF2-40B4-BE49-F238E27FC236}">
                <a16:creationId xmlns:a16="http://schemas.microsoft.com/office/drawing/2014/main" id="{C1B0F445-94F2-4461-A9AA-028995E97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226675" y="4142380"/>
            <a:ext cx="3810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Line 17">
            <a:extLst>
              <a:ext uri="{FF2B5EF4-FFF2-40B4-BE49-F238E27FC236}">
                <a16:creationId xmlns:a16="http://schemas.microsoft.com/office/drawing/2014/main" id="{5ABB53B9-05ED-4866-87A4-05F27239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10912475" y="4142380"/>
            <a:ext cx="3048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22">
            <a:extLst>
              <a:ext uri="{FF2B5EF4-FFF2-40B4-BE49-F238E27FC236}">
                <a16:creationId xmlns:a16="http://schemas.microsoft.com/office/drawing/2014/main" id="{58FB05BE-891A-45DF-8B69-9AE756821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0" y="3486743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DADE-244F-425F-897E-7705BA6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41BFFCE-F0AF-42D6-A496-80AB738038F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B66560C6-402F-4C61-92D5-D937A3BF6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Logo COP3530">
              <a:extLst>
                <a:ext uri="{FF2B5EF4-FFF2-40B4-BE49-F238E27FC236}">
                  <a16:creationId xmlns:a16="http://schemas.microsoft.com/office/drawing/2014/main" id="{1A1169CA-2492-448A-80AD-7D54FD3B9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1A4AC00-E363-7722-1B3D-90154DAB042B}"/>
              </a:ext>
            </a:extLst>
          </p:cNvPr>
          <p:cNvSpPr txBox="1"/>
          <p:nvPr/>
        </p:nvSpPr>
        <p:spPr>
          <a:xfrm>
            <a:off x="3236676" y="65092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https://en.wikipedia.org/w/index.php?title=AVL_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ACD2BB8-D913-5E85-0473-78E33CAF7FEA}"/>
              </a:ext>
            </a:extLst>
          </p:cNvPr>
          <p:cNvSpPr/>
          <p:nvPr/>
        </p:nvSpPr>
        <p:spPr>
          <a:xfrm>
            <a:off x="9847408" y="4828180"/>
            <a:ext cx="760267" cy="1156632"/>
          </a:xfrm>
          <a:prstGeom prst="triangle">
            <a:avLst/>
          </a:prstGeom>
          <a:noFill/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A99FBA98-83D5-F429-BC05-50913CF87EF0}"/>
              </a:ext>
            </a:extLst>
          </p:cNvPr>
          <p:cNvSpPr/>
          <p:nvPr/>
        </p:nvSpPr>
        <p:spPr>
          <a:xfrm>
            <a:off x="10837142" y="4828180"/>
            <a:ext cx="731860" cy="816883"/>
          </a:xfrm>
          <a:prstGeom prst="triangle">
            <a:avLst/>
          </a:prstGeom>
          <a:noFill/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095FEC1A-C8D3-71FF-57AD-178391F1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6080" y="4597967"/>
            <a:ext cx="565861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h-1</a:t>
            </a:r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9FF578F7-1F1E-E652-7FCD-08C1156CD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144" y="4567001"/>
            <a:ext cx="565861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8EAA1D-CF25-CF4C-3A4E-17327AABB0C4}"/>
              </a:ext>
            </a:extLst>
          </p:cNvPr>
          <p:cNvSpPr txBox="1"/>
          <p:nvPr/>
        </p:nvSpPr>
        <p:spPr>
          <a:xfrm>
            <a:off x="5916428" y="2489316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80798C-CC0A-7A3A-88F2-D1A3CB5F4F96}"/>
              </a:ext>
            </a:extLst>
          </p:cNvPr>
          <p:cNvSpPr txBox="1"/>
          <p:nvPr/>
        </p:nvSpPr>
        <p:spPr>
          <a:xfrm>
            <a:off x="5916428" y="2774979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(B)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180EC1-0BEA-E693-C551-851C2C673D34}"/>
              </a:ext>
            </a:extLst>
          </p:cNvPr>
          <p:cNvSpPr txBox="1"/>
          <p:nvPr/>
        </p:nvSpPr>
        <p:spPr>
          <a:xfrm>
            <a:off x="6203600" y="311474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- (H)</a:t>
            </a:r>
          </a:p>
        </p:txBody>
      </p:sp>
    </p:spTree>
    <p:extLst>
      <p:ext uri="{BB962C8B-B14F-4D97-AF65-F5344CB8AC3E}">
        <p14:creationId xmlns:p14="http://schemas.microsoft.com/office/powerpoint/2010/main" val="8260661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8A0034-6094-F036-1D2D-21D13D3BB6C8}"/>
              </a:ext>
            </a:extLst>
          </p:cNvPr>
          <p:cNvSpPr txBox="1"/>
          <p:nvPr/>
        </p:nvSpPr>
        <p:spPr>
          <a:xfrm>
            <a:off x="826843" y="2944134"/>
            <a:ext cx="8918668" cy="228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Maximum Height of a Tree,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inux Biolinum" panose="02000503000000000000" pitchFamily="2" charset="0"/>
                <a:ea typeface="Linux Biolinum" panose="02000503000000000000" pitchFamily="2" charset="0"/>
                <a:cs typeface="Linux Biolinum" panose="02000503000000000000" pitchFamily="2" charset="0"/>
              </a:rPr>
              <a:t>∝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O(log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(n))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7A336-A79E-4734-92A9-6828E5B4A175}"/>
              </a:ext>
            </a:extLst>
          </p:cNvPr>
          <p:cNvSpPr/>
          <p:nvPr/>
        </p:nvSpPr>
        <p:spPr>
          <a:xfrm>
            <a:off x="838200" y="1499359"/>
            <a:ext cx="10730801" cy="1293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of an AVL Tree Proof, Questions to ask: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maximum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2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- 1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are the minimum number of nodes in an AVL Tree of height, h? =&gt;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= N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</a:t>
            </a:r>
          </a:p>
        </p:txBody>
      </p:sp>
      <p:sp>
        <p:nvSpPr>
          <p:cNvPr id="46" name="Oval 6">
            <a:extLst>
              <a:ext uri="{FF2B5EF4-FFF2-40B4-BE49-F238E27FC236}">
                <a16:creationId xmlns:a16="http://schemas.microsoft.com/office/drawing/2014/main" id="{CD155857-2701-4AA8-A6C0-248B63AD7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7825" y="3767730"/>
            <a:ext cx="444500" cy="444500"/>
          </a:xfrm>
          <a:prstGeom prst="ellipse">
            <a:avLst/>
          </a:prstGeom>
          <a:noFill/>
          <a:ln w="12700">
            <a:solidFill>
              <a:srgbClr val="EB6E1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Line 16">
            <a:extLst>
              <a:ext uri="{FF2B5EF4-FFF2-40B4-BE49-F238E27FC236}">
                <a16:creationId xmlns:a16="http://schemas.microsoft.com/office/drawing/2014/main" id="{C1B0F445-94F2-4461-A9AA-028995E97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226675" y="4142380"/>
            <a:ext cx="3810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Line 17">
            <a:extLst>
              <a:ext uri="{FF2B5EF4-FFF2-40B4-BE49-F238E27FC236}">
                <a16:creationId xmlns:a16="http://schemas.microsoft.com/office/drawing/2014/main" id="{5ABB53B9-05ED-4866-87A4-05F27239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10912475" y="4142380"/>
            <a:ext cx="304800" cy="685800"/>
          </a:xfrm>
          <a:prstGeom prst="line">
            <a:avLst/>
          </a:prstGeom>
          <a:noFill/>
          <a:ln w="12700">
            <a:solidFill>
              <a:srgbClr val="0081E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22">
            <a:extLst>
              <a:ext uri="{FF2B5EF4-FFF2-40B4-BE49-F238E27FC236}">
                <a16:creationId xmlns:a16="http://schemas.microsoft.com/office/drawing/2014/main" id="{58FB05BE-891A-45DF-8B69-9AE756821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0" y="3486743"/>
            <a:ext cx="312586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DADE-244F-425F-897E-7705BA63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41BFFCE-F0AF-42D6-A496-80AB738038F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82" name="Picture 2">
              <a:extLst>
                <a:ext uri="{FF2B5EF4-FFF2-40B4-BE49-F238E27FC236}">
                  <a16:creationId xmlns:a16="http://schemas.microsoft.com/office/drawing/2014/main" id="{B66560C6-402F-4C61-92D5-D937A3BF6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82" descr="Logo COP3530">
              <a:extLst>
                <a:ext uri="{FF2B5EF4-FFF2-40B4-BE49-F238E27FC236}">
                  <a16:creationId xmlns:a16="http://schemas.microsoft.com/office/drawing/2014/main" id="{1A1169CA-2492-448A-80AD-7D54FD3B95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1A4AC00-E363-7722-1B3D-90154DAB042B}"/>
              </a:ext>
            </a:extLst>
          </p:cNvPr>
          <p:cNvSpPr txBox="1"/>
          <p:nvPr/>
        </p:nvSpPr>
        <p:spPr>
          <a:xfrm>
            <a:off x="3236676" y="6509247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https://en.wikipedia.org/w/index.php?title=AVL_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ACD2BB8-D913-5E85-0473-78E33CAF7FEA}"/>
              </a:ext>
            </a:extLst>
          </p:cNvPr>
          <p:cNvSpPr/>
          <p:nvPr/>
        </p:nvSpPr>
        <p:spPr>
          <a:xfrm>
            <a:off x="9847408" y="4828180"/>
            <a:ext cx="760267" cy="1156632"/>
          </a:xfrm>
          <a:prstGeom prst="triangle">
            <a:avLst/>
          </a:prstGeom>
          <a:noFill/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A99FBA98-83D5-F429-BC05-50913CF87EF0}"/>
              </a:ext>
            </a:extLst>
          </p:cNvPr>
          <p:cNvSpPr/>
          <p:nvPr/>
        </p:nvSpPr>
        <p:spPr>
          <a:xfrm>
            <a:off x="10837142" y="4828180"/>
            <a:ext cx="731860" cy="816883"/>
          </a:xfrm>
          <a:prstGeom prst="triangle">
            <a:avLst/>
          </a:prstGeom>
          <a:noFill/>
          <a:ln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095FEC1A-C8D3-71FF-57AD-178391F1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6080" y="4597967"/>
            <a:ext cx="565861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h-1</a:t>
            </a:r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9FF578F7-1F1E-E652-7FCD-08C1156CD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144" y="4567001"/>
            <a:ext cx="565861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h-2</a:t>
            </a:r>
          </a:p>
        </p:txBody>
      </p:sp>
    </p:spTree>
    <p:extLst>
      <p:ext uri="{BB962C8B-B14F-4D97-AF65-F5344CB8AC3E}">
        <p14:creationId xmlns:p14="http://schemas.microsoft.com/office/powerpoint/2010/main" val="69265844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AVL Insert, Delete and Search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9D22D3-D376-40DF-B82E-3044990062A6}"/>
              </a:ext>
            </a:extLst>
          </p:cNvPr>
          <p:cNvSpPr txBox="1"/>
          <p:nvPr/>
        </p:nvSpPr>
        <p:spPr>
          <a:xfrm>
            <a:off x="1244356" y="1669518"/>
            <a:ext cx="7978392" cy="1309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Worst Case ~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Height = log 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And Common Operations will be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O(log n)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89FACAC-8B28-4BA4-892F-4A05C772B899}"/>
              </a:ext>
            </a:extLst>
          </p:cNvPr>
          <p:cNvGrpSpPr/>
          <p:nvPr/>
        </p:nvGrpSpPr>
        <p:grpSpPr>
          <a:xfrm>
            <a:off x="1467932" y="3152775"/>
            <a:ext cx="8110813" cy="3340100"/>
            <a:chOff x="1538270" y="2700983"/>
            <a:chExt cx="8110813" cy="3340100"/>
          </a:xfrm>
        </p:grpSpPr>
        <p:sp>
          <p:nvSpPr>
            <p:cNvPr id="17" name="Oval 3">
              <a:extLst>
                <a:ext uri="{FF2B5EF4-FFF2-40B4-BE49-F238E27FC236}">
                  <a16:creationId xmlns:a16="http://schemas.microsoft.com/office/drawing/2014/main" id="{D36C3F90-E683-4A9B-8411-20506B3DE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495" y="27009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4">
              <a:extLst>
                <a:ext uri="{FF2B5EF4-FFF2-40B4-BE49-F238E27FC236}">
                  <a16:creationId xmlns:a16="http://schemas.microsoft.com/office/drawing/2014/main" id="{40C91B10-6294-4E85-9911-70ACB009D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895" y="36915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FBFAF647-9A3C-47AA-95BA-2F8FE75F7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0295" y="36915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val 6">
              <a:extLst>
                <a:ext uri="{FF2B5EF4-FFF2-40B4-BE49-F238E27FC236}">
                  <a16:creationId xmlns:a16="http://schemas.microsoft.com/office/drawing/2014/main" id="{A2A33979-3DE4-478C-8D69-B7016A99E7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6295" y="45297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7">
              <a:extLst>
                <a:ext uri="{FF2B5EF4-FFF2-40B4-BE49-F238E27FC236}">
                  <a16:creationId xmlns:a16="http://schemas.microsoft.com/office/drawing/2014/main" id="{988B982A-0B3F-4314-8978-C151ECC53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8895" y="45297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8">
              <a:extLst>
                <a:ext uri="{FF2B5EF4-FFF2-40B4-BE49-F238E27FC236}">
                  <a16:creationId xmlns:a16="http://schemas.microsoft.com/office/drawing/2014/main" id="{5029F512-4E63-4A7B-B473-BAEFF89CD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1095" y="45297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9">
              <a:extLst>
                <a:ext uri="{FF2B5EF4-FFF2-40B4-BE49-F238E27FC236}">
                  <a16:creationId xmlns:a16="http://schemas.microsoft.com/office/drawing/2014/main" id="{8D7EF289-3C0E-4D51-9B0C-F8093E4FD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6695" y="55965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10">
              <a:extLst>
                <a:ext uri="{FF2B5EF4-FFF2-40B4-BE49-F238E27FC236}">
                  <a16:creationId xmlns:a16="http://schemas.microsoft.com/office/drawing/2014/main" id="{106ACC4F-8141-43A7-A790-897B4BC07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695" y="55965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11">
              <a:extLst>
                <a:ext uri="{FF2B5EF4-FFF2-40B4-BE49-F238E27FC236}">
                  <a16:creationId xmlns:a16="http://schemas.microsoft.com/office/drawing/2014/main" id="{AD208812-7DAC-4928-A20A-6BC34C7F4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7745" y="2999433"/>
              <a:ext cx="1676400" cy="8382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Line 12">
              <a:extLst>
                <a:ext uri="{FF2B5EF4-FFF2-40B4-BE49-F238E27FC236}">
                  <a16:creationId xmlns:a16="http://schemas.microsoft.com/office/drawing/2014/main" id="{097F07F3-2235-4A23-969C-97BED54B6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1345" y="2999433"/>
              <a:ext cx="1752600" cy="8382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Line 13">
              <a:extLst>
                <a:ext uri="{FF2B5EF4-FFF2-40B4-BE49-F238E27FC236}">
                  <a16:creationId xmlns:a16="http://schemas.microsoft.com/office/drawing/2014/main" id="{EA3C0F4C-B659-4B58-B994-B17F747D6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745" y="4066233"/>
              <a:ext cx="762000" cy="5334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Line 14">
              <a:extLst>
                <a:ext uri="{FF2B5EF4-FFF2-40B4-BE49-F238E27FC236}">
                  <a16:creationId xmlns:a16="http://schemas.microsoft.com/office/drawing/2014/main" id="{DBDCF317-6068-408C-BB66-4A79679EA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1545" y="4066233"/>
              <a:ext cx="457200" cy="5334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Line 15">
              <a:extLst>
                <a:ext uri="{FF2B5EF4-FFF2-40B4-BE49-F238E27FC236}">
                  <a16:creationId xmlns:a16="http://schemas.microsoft.com/office/drawing/2014/main" id="{6A3D359A-C796-409C-8147-E413A6E99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35745" y="4042420"/>
              <a:ext cx="865702" cy="5827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Line 16">
              <a:extLst>
                <a:ext uri="{FF2B5EF4-FFF2-40B4-BE49-F238E27FC236}">
                  <a16:creationId xmlns:a16="http://schemas.microsoft.com/office/drawing/2014/main" id="{E54886C8-9A0B-43F2-A386-702F1767A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5145" y="4904433"/>
              <a:ext cx="381000" cy="6858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Line 17">
              <a:extLst>
                <a:ext uri="{FF2B5EF4-FFF2-40B4-BE49-F238E27FC236}">
                  <a16:creationId xmlns:a16="http://schemas.microsoft.com/office/drawing/2014/main" id="{AD257C14-BAF6-4319-A43E-F20913F06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0945" y="4904433"/>
              <a:ext cx="304800" cy="6858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Oval 18">
              <a:extLst>
                <a:ext uri="{FF2B5EF4-FFF2-40B4-BE49-F238E27FC236}">
                  <a16:creationId xmlns:a16="http://schemas.microsoft.com/office/drawing/2014/main" id="{B9BB1F79-BFCE-4637-826E-4F6807B6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7695" y="55203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Line 19">
              <a:extLst>
                <a:ext uri="{FF2B5EF4-FFF2-40B4-BE49-F238E27FC236}">
                  <a16:creationId xmlns:a16="http://schemas.microsoft.com/office/drawing/2014/main" id="{3299165F-6397-40A8-9581-5D709E60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26145" y="4980633"/>
              <a:ext cx="381000" cy="5334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0FBADC9-0E43-4C4E-955A-EB004BA9E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270" y="5315596"/>
              <a:ext cx="186013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926BB91C-B58A-45AF-958D-BF488C9E2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2270" y="5315596"/>
              <a:ext cx="186013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0982AB01-263D-4900-80E3-212CB41702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7670" y="4324996"/>
              <a:ext cx="186013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</p:txBody>
        </p:sp>
        <p:sp>
          <p:nvSpPr>
            <p:cNvPr id="43" name="Oval 29">
              <a:extLst>
                <a:ext uri="{FF2B5EF4-FFF2-40B4-BE49-F238E27FC236}">
                  <a16:creationId xmlns:a16="http://schemas.microsoft.com/office/drawing/2014/main" id="{17C51F88-E33B-44E5-88BC-600B2683A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6895" y="53679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Line 30">
              <a:extLst>
                <a:ext uri="{FF2B5EF4-FFF2-40B4-BE49-F238E27FC236}">
                  <a16:creationId xmlns:a16="http://schemas.microsoft.com/office/drawing/2014/main" id="{DCF5F8F5-0DA8-4A7E-90DA-802265C5B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5745" y="4904433"/>
              <a:ext cx="457200" cy="4572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A717614E-FBC4-4D82-B2CB-229FE76C5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5670" y="5239396"/>
              <a:ext cx="186013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</p:txBody>
        </p:sp>
        <p:sp>
          <p:nvSpPr>
            <p:cNvPr id="47" name="Oval 33">
              <a:extLst>
                <a:ext uri="{FF2B5EF4-FFF2-40B4-BE49-F238E27FC236}">
                  <a16:creationId xmlns:a16="http://schemas.microsoft.com/office/drawing/2014/main" id="{82CAFBEA-6D69-4539-A295-0C0EC75E2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7095" y="44535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Line 34">
              <a:extLst>
                <a:ext uri="{FF2B5EF4-FFF2-40B4-BE49-F238E27FC236}">
                  <a16:creationId xmlns:a16="http://schemas.microsoft.com/office/drawing/2014/main" id="{D3B39AA5-D876-4993-9EC8-954533338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4945" y="4066233"/>
              <a:ext cx="762000" cy="4572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Oval 35">
              <a:extLst>
                <a:ext uri="{FF2B5EF4-FFF2-40B4-BE49-F238E27FC236}">
                  <a16:creationId xmlns:a16="http://schemas.microsoft.com/office/drawing/2014/main" id="{D4912241-575B-4F10-87CB-0E50DC820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495" y="5291783"/>
              <a:ext cx="444500" cy="444500"/>
            </a:xfrm>
            <a:prstGeom prst="ellipse">
              <a:avLst/>
            </a:prstGeom>
            <a:noFill/>
            <a:ln w="12700">
              <a:solidFill>
                <a:srgbClr val="EB6E1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Line 36">
              <a:extLst>
                <a:ext uri="{FF2B5EF4-FFF2-40B4-BE49-F238E27FC236}">
                  <a16:creationId xmlns:a16="http://schemas.microsoft.com/office/drawing/2014/main" id="{83B0BADD-2D76-4F6D-A6A6-77B5B3B7D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21745" y="4828233"/>
              <a:ext cx="304800" cy="457200"/>
            </a:xfrm>
            <a:prstGeom prst="line">
              <a:avLst/>
            </a:prstGeom>
            <a:noFill/>
            <a:ln w="12700">
              <a:solidFill>
                <a:srgbClr val="0081E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CE63F04E-DCC2-4C70-9227-F69A8AF14E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3070" y="5010796"/>
              <a:ext cx="186013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923CB34A-6CFB-4156-A421-EFFFE19F19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5870" y="4172596"/>
              <a:ext cx="186013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479EE8C0-ABE1-4044-B780-6C6B25B43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5270" y="3410596"/>
              <a:ext cx="186013" cy="3699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617D34-31E0-463B-B287-D8EC304F1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59160FC-21C0-461B-8EF6-CA5D3C502390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4A21A7D0-2748-4E98-8726-A96336BAF2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38" descr="Logo COP3530">
              <a:extLst>
                <a:ext uri="{FF2B5EF4-FFF2-40B4-BE49-F238E27FC236}">
                  <a16:creationId xmlns:a16="http://schemas.microsoft.com/office/drawing/2014/main" id="{2360F3B1-9A04-4D6D-8939-432771624F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1733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6041" y="2666197"/>
            <a:ext cx="5170715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5210EB-A325-4EDF-B666-F8DA6FE5E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91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C17DD5-C8D7-459A-B82F-5D80A8E4E83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257A413F-5974-4C25-BE86-7A627843A8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Logo COP3530">
              <a:extLst>
                <a:ext uri="{FF2B5EF4-FFF2-40B4-BE49-F238E27FC236}">
                  <a16:creationId xmlns:a16="http://schemas.microsoft.com/office/drawing/2014/main" id="{7E28180E-70B2-4A7A-9610-32E0957AA3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780100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9D5D4F-8054-48EF-9170-C7D04C6E7DC6}"/>
              </a:ext>
            </a:extLst>
          </p:cNvPr>
          <p:cNvSpPr txBox="1"/>
          <p:nvPr/>
        </p:nvSpPr>
        <p:spPr>
          <a:xfrm>
            <a:off x="578855" y="2521189"/>
            <a:ext cx="110342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Red Black Tree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942A47-F878-461B-9B02-DFC3B14C1CD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2190FC63-877C-4512-AAB2-266C95A603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Logo COP3530">
              <a:extLst>
                <a:ext uri="{FF2B5EF4-FFF2-40B4-BE49-F238E27FC236}">
                  <a16:creationId xmlns:a16="http://schemas.microsoft.com/office/drawing/2014/main" id="{B85299EF-C0F6-4BAC-A95A-6F78A730F6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735139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1">
            <a:extLst>
              <a:ext uri="{FF2B5EF4-FFF2-40B4-BE49-F238E27FC236}">
                <a16:creationId xmlns:a16="http://schemas.microsoft.com/office/drawing/2014/main" id="{66A63486-40DE-4210-8426-16A278F577F2}"/>
              </a:ext>
            </a:extLst>
          </p:cNvPr>
          <p:cNvGrpSpPr>
            <a:grpSpLocks/>
          </p:cNvGrpSpPr>
          <p:nvPr/>
        </p:nvGrpSpPr>
        <p:grpSpPr bwMode="auto">
          <a:xfrm>
            <a:off x="9088158" y="3292998"/>
            <a:ext cx="2330450" cy="3060700"/>
            <a:chOff x="5759450" y="1782233"/>
            <a:chExt cx="2330450" cy="30607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83ED15A-C718-4446-B598-D5E9CC59F3B6}"/>
                </a:ext>
              </a:extLst>
            </p:cNvPr>
            <p:cNvSpPr/>
            <p:nvPr/>
          </p:nvSpPr>
          <p:spPr>
            <a:xfrm>
              <a:off x="6978650" y="1782233"/>
              <a:ext cx="533400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11</a:t>
              </a:r>
            </a:p>
          </p:txBody>
        </p:sp>
        <p:grpSp>
          <p:nvGrpSpPr>
            <p:cNvPr id="12" name="Group 17">
              <a:extLst>
                <a:ext uri="{FF2B5EF4-FFF2-40B4-BE49-F238E27FC236}">
                  <a16:creationId xmlns:a16="http://schemas.microsoft.com/office/drawing/2014/main" id="{8A8A6FE6-6483-4A4B-8EC4-75EC6D0029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69050" y="2625195"/>
              <a:ext cx="1676400" cy="533400"/>
              <a:chOff x="6324600" y="2286529"/>
              <a:chExt cx="1676400" cy="533400"/>
            </a:xfrm>
          </p:grpSpPr>
          <p:sp>
            <p:nvSpPr>
              <p:cNvPr id="25" name="Oval 5">
                <a:extLst>
                  <a:ext uri="{FF2B5EF4-FFF2-40B4-BE49-F238E27FC236}">
                    <a16:creationId xmlns:a16="http://schemas.microsoft.com/office/drawing/2014/main" id="{D839FF78-2A98-4887-9298-3B9B21A63C4B}"/>
                  </a:ext>
                </a:extLst>
              </p:cNvPr>
              <p:cNvSpPr/>
              <p:nvPr/>
            </p:nvSpPr>
            <p:spPr>
              <a:xfrm>
                <a:off x="6324600" y="2286529"/>
                <a:ext cx="533400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6" name="Oval 6">
                <a:extLst>
                  <a:ext uri="{FF2B5EF4-FFF2-40B4-BE49-F238E27FC236}">
                    <a16:creationId xmlns:a16="http://schemas.microsoft.com/office/drawing/2014/main" id="{1CA406C1-4736-4A52-A0AC-88E427160148}"/>
                  </a:ext>
                </a:extLst>
              </p:cNvPr>
              <p:cNvSpPr/>
              <p:nvPr/>
            </p:nvSpPr>
            <p:spPr>
              <a:xfrm>
                <a:off x="7467600" y="2286529"/>
                <a:ext cx="533400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14</a:t>
                </a:r>
              </a:p>
            </p:txBody>
          </p:sp>
        </p:grpSp>
        <p:grpSp>
          <p:nvGrpSpPr>
            <p:cNvPr id="13" name="Group 18">
              <a:extLst>
                <a:ext uri="{FF2B5EF4-FFF2-40B4-BE49-F238E27FC236}">
                  <a16:creationId xmlns:a16="http://schemas.microsoft.com/office/drawing/2014/main" id="{2D993707-462C-4882-B697-D29EE7DCC6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51600" y="4309533"/>
              <a:ext cx="1638300" cy="533400"/>
              <a:chOff x="6426200" y="4000500"/>
              <a:chExt cx="1638300" cy="5334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2F5E1A3-AEAA-4338-A995-1E6B4FD3DAB8}"/>
                  </a:ext>
                </a:extLst>
              </p:cNvPr>
              <p:cNvSpPr/>
              <p:nvPr/>
            </p:nvSpPr>
            <p:spPr>
              <a:xfrm>
                <a:off x="6426200" y="4000500"/>
                <a:ext cx="533400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E6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910B4B8-55E8-4F87-869F-6A4C75AE8BBC}"/>
                  </a:ext>
                </a:extLst>
              </p:cNvPr>
              <p:cNvSpPr/>
              <p:nvPr/>
            </p:nvSpPr>
            <p:spPr>
              <a:xfrm>
                <a:off x="7531100" y="4000500"/>
                <a:ext cx="533400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E6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8</a:t>
                </a:r>
              </a:p>
            </p:txBody>
          </p:sp>
        </p:grpSp>
        <p:grpSp>
          <p:nvGrpSpPr>
            <p:cNvPr id="14" name="Group 2">
              <a:extLst>
                <a:ext uri="{FF2B5EF4-FFF2-40B4-BE49-F238E27FC236}">
                  <a16:creationId xmlns:a16="http://schemas.microsoft.com/office/drawing/2014/main" id="{6F5DD013-9936-4726-9835-4141DACAF2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59450" y="3466570"/>
              <a:ext cx="1752600" cy="533400"/>
              <a:chOff x="5715000" y="3123671"/>
              <a:chExt cx="1752600" cy="5334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944444C-EB1C-4882-B0E8-916EEF2AB831}"/>
                  </a:ext>
                </a:extLst>
              </p:cNvPr>
              <p:cNvSpPr/>
              <p:nvPr/>
            </p:nvSpPr>
            <p:spPr>
              <a:xfrm>
                <a:off x="6934200" y="3123671"/>
                <a:ext cx="533400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6736053-A5C6-424C-BD82-FEC0DB0CDCC9}"/>
                  </a:ext>
                </a:extLst>
              </p:cNvPr>
              <p:cNvSpPr/>
              <p:nvPr/>
            </p:nvSpPr>
            <p:spPr>
              <a:xfrm>
                <a:off x="5715000" y="3123671"/>
                <a:ext cx="533400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974652A-C7A1-4E6A-9EA0-0796A1490999}"/>
                </a:ext>
              </a:extLst>
            </p:cNvPr>
            <p:cNvCxnSpPr>
              <a:stCxn id="11" idx="3"/>
            </p:cNvCxnSpPr>
            <p:nvPr/>
          </p:nvCxnSpPr>
          <p:spPr>
            <a:xfrm flipH="1">
              <a:off x="6635750" y="2237845"/>
              <a:ext cx="420688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F963B1D-1166-429F-8B31-F202FBA86AFC}"/>
                </a:ext>
              </a:extLst>
            </p:cNvPr>
            <p:cNvCxnSpPr>
              <a:stCxn id="11" idx="5"/>
            </p:cNvCxnSpPr>
            <p:nvPr/>
          </p:nvCxnSpPr>
          <p:spPr>
            <a:xfrm>
              <a:off x="7434263" y="2237845"/>
              <a:ext cx="344487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385A8D2-FC17-4C8B-B091-EB1669BDD720}"/>
                </a:ext>
              </a:extLst>
            </p:cNvPr>
            <p:cNvCxnSpPr/>
            <p:nvPr/>
          </p:nvCxnSpPr>
          <p:spPr>
            <a:xfrm flipH="1">
              <a:off x="6026150" y="3079220"/>
              <a:ext cx="420688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04B4BB-9B7A-42B8-8EE0-1A5262256917}"/>
                </a:ext>
              </a:extLst>
            </p:cNvPr>
            <p:cNvCxnSpPr/>
            <p:nvPr/>
          </p:nvCxnSpPr>
          <p:spPr>
            <a:xfrm>
              <a:off x="6824663" y="3079220"/>
              <a:ext cx="420687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CC9354C-1064-46BF-A1D3-9CA71E126AED}"/>
                </a:ext>
              </a:extLst>
            </p:cNvPr>
            <p:cNvCxnSpPr/>
            <p:nvPr/>
          </p:nvCxnSpPr>
          <p:spPr>
            <a:xfrm flipH="1">
              <a:off x="6718300" y="3922183"/>
              <a:ext cx="338138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F3A8A9D-3954-4C7F-8A41-7B29360F034E}"/>
                </a:ext>
              </a:extLst>
            </p:cNvPr>
            <p:cNvCxnSpPr/>
            <p:nvPr/>
          </p:nvCxnSpPr>
          <p:spPr>
            <a:xfrm>
              <a:off x="7434263" y="3922183"/>
              <a:ext cx="388937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17DE453-1D16-4115-A120-C38102EE3934}"/>
              </a:ext>
            </a:extLst>
          </p:cNvPr>
          <p:cNvSpPr txBox="1"/>
          <p:nvPr/>
        </p:nvSpPr>
        <p:spPr>
          <a:xfrm>
            <a:off x="705561" y="2176866"/>
            <a:ext cx="89159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411706" y="82159"/>
            <a:ext cx="867645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Red Black Tree Properties</a:t>
            </a:r>
          </a:p>
        </p:txBody>
      </p:sp>
    </p:spTree>
    <p:extLst>
      <p:ext uri="{BB962C8B-B14F-4D97-AF65-F5344CB8AC3E}">
        <p14:creationId xmlns:p14="http://schemas.microsoft.com/office/powerpoint/2010/main" val="126746470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1">
            <a:extLst>
              <a:ext uri="{FF2B5EF4-FFF2-40B4-BE49-F238E27FC236}">
                <a16:creationId xmlns:a16="http://schemas.microsoft.com/office/drawing/2014/main" id="{66A63486-40DE-4210-8426-16A278F577F2}"/>
              </a:ext>
            </a:extLst>
          </p:cNvPr>
          <p:cNvGrpSpPr>
            <a:grpSpLocks/>
          </p:cNvGrpSpPr>
          <p:nvPr/>
        </p:nvGrpSpPr>
        <p:grpSpPr bwMode="auto">
          <a:xfrm>
            <a:off x="9088158" y="3292998"/>
            <a:ext cx="2330450" cy="3060700"/>
            <a:chOff x="5759450" y="1782233"/>
            <a:chExt cx="2330450" cy="30607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83ED15A-C718-4446-B598-D5E9CC59F3B6}"/>
                </a:ext>
              </a:extLst>
            </p:cNvPr>
            <p:cNvSpPr/>
            <p:nvPr/>
          </p:nvSpPr>
          <p:spPr>
            <a:xfrm>
              <a:off x="6978650" y="1782233"/>
              <a:ext cx="533400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11</a:t>
              </a:r>
            </a:p>
          </p:txBody>
        </p:sp>
        <p:grpSp>
          <p:nvGrpSpPr>
            <p:cNvPr id="12" name="Group 17">
              <a:extLst>
                <a:ext uri="{FF2B5EF4-FFF2-40B4-BE49-F238E27FC236}">
                  <a16:creationId xmlns:a16="http://schemas.microsoft.com/office/drawing/2014/main" id="{8A8A6FE6-6483-4A4B-8EC4-75EC6D0029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69050" y="2625195"/>
              <a:ext cx="1676400" cy="533400"/>
              <a:chOff x="6324600" y="2286529"/>
              <a:chExt cx="1676400" cy="533400"/>
            </a:xfrm>
          </p:grpSpPr>
          <p:sp>
            <p:nvSpPr>
              <p:cNvPr id="25" name="Oval 5">
                <a:extLst>
                  <a:ext uri="{FF2B5EF4-FFF2-40B4-BE49-F238E27FC236}">
                    <a16:creationId xmlns:a16="http://schemas.microsoft.com/office/drawing/2014/main" id="{D839FF78-2A98-4887-9298-3B9B21A63C4B}"/>
                  </a:ext>
                </a:extLst>
              </p:cNvPr>
              <p:cNvSpPr/>
              <p:nvPr/>
            </p:nvSpPr>
            <p:spPr>
              <a:xfrm>
                <a:off x="6324600" y="2286529"/>
                <a:ext cx="533400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6" name="Oval 6">
                <a:extLst>
                  <a:ext uri="{FF2B5EF4-FFF2-40B4-BE49-F238E27FC236}">
                    <a16:creationId xmlns:a16="http://schemas.microsoft.com/office/drawing/2014/main" id="{1CA406C1-4736-4A52-A0AC-88E427160148}"/>
                  </a:ext>
                </a:extLst>
              </p:cNvPr>
              <p:cNvSpPr/>
              <p:nvPr/>
            </p:nvSpPr>
            <p:spPr>
              <a:xfrm>
                <a:off x="7467600" y="2286529"/>
                <a:ext cx="533400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14</a:t>
                </a:r>
              </a:p>
            </p:txBody>
          </p:sp>
        </p:grpSp>
        <p:grpSp>
          <p:nvGrpSpPr>
            <p:cNvPr id="13" name="Group 18">
              <a:extLst>
                <a:ext uri="{FF2B5EF4-FFF2-40B4-BE49-F238E27FC236}">
                  <a16:creationId xmlns:a16="http://schemas.microsoft.com/office/drawing/2014/main" id="{2D993707-462C-4882-B697-D29EE7DCC6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51600" y="4309533"/>
              <a:ext cx="1638300" cy="533400"/>
              <a:chOff x="6426200" y="4000500"/>
              <a:chExt cx="1638300" cy="5334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2F5E1A3-AEAA-4338-A995-1E6B4FD3DAB8}"/>
                  </a:ext>
                </a:extLst>
              </p:cNvPr>
              <p:cNvSpPr/>
              <p:nvPr/>
            </p:nvSpPr>
            <p:spPr>
              <a:xfrm>
                <a:off x="6426200" y="4000500"/>
                <a:ext cx="533400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E6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910B4B8-55E8-4F87-869F-6A4C75AE8BBC}"/>
                  </a:ext>
                </a:extLst>
              </p:cNvPr>
              <p:cNvSpPr/>
              <p:nvPr/>
            </p:nvSpPr>
            <p:spPr>
              <a:xfrm>
                <a:off x="7531100" y="4000500"/>
                <a:ext cx="533400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E6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8</a:t>
                </a:r>
              </a:p>
            </p:txBody>
          </p:sp>
        </p:grpSp>
        <p:grpSp>
          <p:nvGrpSpPr>
            <p:cNvPr id="14" name="Group 2">
              <a:extLst>
                <a:ext uri="{FF2B5EF4-FFF2-40B4-BE49-F238E27FC236}">
                  <a16:creationId xmlns:a16="http://schemas.microsoft.com/office/drawing/2014/main" id="{6F5DD013-9936-4726-9835-4141DACAF2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59450" y="3466570"/>
              <a:ext cx="1752600" cy="533400"/>
              <a:chOff x="5715000" y="3123671"/>
              <a:chExt cx="1752600" cy="5334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944444C-EB1C-4882-B0E8-916EEF2AB831}"/>
                  </a:ext>
                </a:extLst>
              </p:cNvPr>
              <p:cNvSpPr/>
              <p:nvPr/>
            </p:nvSpPr>
            <p:spPr>
              <a:xfrm>
                <a:off x="6934200" y="3123671"/>
                <a:ext cx="533400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6736053-A5C6-424C-BD82-FEC0DB0CDCC9}"/>
                  </a:ext>
                </a:extLst>
              </p:cNvPr>
              <p:cNvSpPr/>
              <p:nvPr/>
            </p:nvSpPr>
            <p:spPr>
              <a:xfrm>
                <a:off x="5715000" y="3123671"/>
                <a:ext cx="533400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974652A-C7A1-4E6A-9EA0-0796A1490999}"/>
                </a:ext>
              </a:extLst>
            </p:cNvPr>
            <p:cNvCxnSpPr>
              <a:stCxn id="11" idx="3"/>
            </p:cNvCxnSpPr>
            <p:nvPr/>
          </p:nvCxnSpPr>
          <p:spPr>
            <a:xfrm flipH="1">
              <a:off x="6635750" y="2237845"/>
              <a:ext cx="420688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F963B1D-1166-429F-8B31-F202FBA86AFC}"/>
                </a:ext>
              </a:extLst>
            </p:cNvPr>
            <p:cNvCxnSpPr>
              <a:stCxn id="11" idx="5"/>
            </p:cNvCxnSpPr>
            <p:nvPr/>
          </p:nvCxnSpPr>
          <p:spPr>
            <a:xfrm>
              <a:off x="7434263" y="2237845"/>
              <a:ext cx="344487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385A8D2-FC17-4C8B-B091-EB1669BDD720}"/>
                </a:ext>
              </a:extLst>
            </p:cNvPr>
            <p:cNvCxnSpPr/>
            <p:nvPr/>
          </p:nvCxnSpPr>
          <p:spPr>
            <a:xfrm flipH="1">
              <a:off x="6026150" y="3079220"/>
              <a:ext cx="420688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04B4BB-9B7A-42B8-8EE0-1A5262256917}"/>
                </a:ext>
              </a:extLst>
            </p:cNvPr>
            <p:cNvCxnSpPr/>
            <p:nvPr/>
          </p:nvCxnSpPr>
          <p:spPr>
            <a:xfrm>
              <a:off x="6824663" y="3079220"/>
              <a:ext cx="420687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CC9354C-1064-46BF-A1D3-9CA71E126AED}"/>
                </a:ext>
              </a:extLst>
            </p:cNvPr>
            <p:cNvCxnSpPr/>
            <p:nvPr/>
          </p:nvCxnSpPr>
          <p:spPr>
            <a:xfrm flipH="1">
              <a:off x="6718300" y="3922183"/>
              <a:ext cx="338138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F3A8A9D-3954-4C7F-8A41-7B29360F034E}"/>
                </a:ext>
              </a:extLst>
            </p:cNvPr>
            <p:cNvCxnSpPr/>
            <p:nvPr/>
          </p:nvCxnSpPr>
          <p:spPr>
            <a:xfrm>
              <a:off x="7434263" y="3922183"/>
              <a:ext cx="388937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17DE453-1D16-4115-A120-C38102EE3934}"/>
              </a:ext>
            </a:extLst>
          </p:cNvPr>
          <p:cNvSpPr txBox="1"/>
          <p:nvPr/>
        </p:nvSpPr>
        <p:spPr>
          <a:xfrm>
            <a:off x="705560" y="2176866"/>
            <a:ext cx="846038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Color is stored as a Boolean in the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TreeNode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class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Fixing the tree invariants by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rotation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or through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color flips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411706" y="82159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Red Black Tree General Idea</a:t>
            </a:r>
          </a:p>
        </p:txBody>
      </p:sp>
    </p:spTree>
    <p:extLst>
      <p:ext uri="{BB962C8B-B14F-4D97-AF65-F5344CB8AC3E}">
        <p14:creationId xmlns:p14="http://schemas.microsoft.com/office/powerpoint/2010/main" val="110982672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117DE453-1D16-4115-A120-C38102EE3934}"/>
              </a:ext>
            </a:extLst>
          </p:cNvPr>
          <p:cNvSpPr txBox="1"/>
          <p:nvPr/>
        </p:nvSpPr>
        <p:spPr>
          <a:xfrm>
            <a:off x="705560" y="2176866"/>
            <a:ext cx="800477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Insert the item into the binary search tree as usual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Color it red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If the tree is empty, color it black and make it a root, we are done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411706" y="82159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Red Black Tree Insertion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93FF381-5511-4B12-ACC4-319089049113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A7E08D4E-58F3-43A1-9093-1F65C5B37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Logo COP3530">
              <a:extLst>
                <a:ext uri="{FF2B5EF4-FFF2-40B4-BE49-F238E27FC236}">
                  <a16:creationId xmlns:a16="http://schemas.microsoft.com/office/drawing/2014/main" id="{16242B6A-77D7-467A-9E7E-8D89488044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390744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117DE453-1D16-4115-A120-C38102EE3934}"/>
              </a:ext>
            </a:extLst>
          </p:cNvPr>
          <p:cNvSpPr txBox="1"/>
          <p:nvPr/>
        </p:nvSpPr>
        <p:spPr>
          <a:xfrm>
            <a:off x="705560" y="2176866"/>
            <a:ext cx="800477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Insert the item into the binary search tree as usual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Color it red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If the tree is empty, color it black and make it a root, we are done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411706" y="82159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Red Black Tree Insertion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3E63332-4219-497C-8843-C66391387937}"/>
              </a:ext>
            </a:extLst>
          </p:cNvPr>
          <p:cNvGrpSpPr/>
          <p:nvPr/>
        </p:nvGrpSpPr>
        <p:grpSpPr>
          <a:xfrm>
            <a:off x="9201279" y="4905377"/>
            <a:ext cx="1841363" cy="533400"/>
            <a:chOff x="9201279" y="4905377"/>
            <a:chExt cx="1841363" cy="5334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9277288-D0D2-4255-9F46-E309DDE1B3DF}"/>
                </a:ext>
              </a:extLst>
            </p:cNvPr>
            <p:cNvSpPr/>
            <p:nvPr/>
          </p:nvSpPr>
          <p:spPr bwMode="auto">
            <a:xfrm>
              <a:off x="10509242" y="4905377"/>
              <a:ext cx="533400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BC5E2B8C-77B7-4DF4-B80F-3D4AEE74D036}"/>
                </a:ext>
              </a:extLst>
            </p:cNvPr>
            <p:cNvSpPr/>
            <p:nvPr/>
          </p:nvSpPr>
          <p:spPr bwMode="auto">
            <a:xfrm>
              <a:off x="9201279" y="4905377"/>
              <a:ext cx="533400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2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B49D872F-63A7-49C1-8959-79D75CF5E736}"/>
                </a:ext>
              </a:extLst>
            </p:cNvPr>
            <p:cNvCxnSpPr/>
            <p:nvPr/>
          </p:nvCxnSpPr>
          <p:spPr>
            <a:xfrm>
              <a:off x="10047008" y="5172077"/>
              <a:ext cx="25958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D0107CF-B5DF-4C22-AD1F-3440CB391B1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2CA145F4-6A01-4E34-B1F7-A729C8ED41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Logo COP3530">
              <a:extLst>
                <a:ext uri="{FF2B5EF4-FFF2-40B4-BE49-F238E27FC236}">
                  <a16:creationId xmlns:a16="http://schemas.microsoft.com/office/drawing/2014/main" id="{58CA498C-BE02-4C64-90A3-B8B2887D41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206704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1">
            <a:extLst>
              <a:ext uri="{FF2B5EF4-FFF2-40B4-BE49-F238E27FC236}">
                <a16:creationId xmlns:a16="http://schemas.microsoft.com/office/drawing/2014/main" id="{66A63486-40DE-4210-8426-16A278F577F2}"/>
              </a:ext>
            </a:extLst>
          </p:cNvPr>
          <p:cNvGrpSpPr>
            <a:grpSpLocks/>
          </p:cNvGrpSpPr>
          <p:nvPr/>
        </p:nvGrpSpPr>
        <p:grpSpPr bwMode="auto">
          <a:xfrm>
            <a:off x="9088158" y="3292998"/>
            <a:ext cx="2330450" cy="3060700"/>
            <a:chOff x="5759450" y="1782233"/>
            <a:chExt cx="2330450" cy="30607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83ED15A-C718-4446-B598-D5E9CC59F3B6}"/>
                </a:ext>
              </a:extLst>
            </p:cNvPr>
            <p:cNvSpPr/>
            <p:nvPr/>
          </p:nvSpPr>
          <p:spPr>
            <a:xfrm>
              <a:off x="6978650" y="1782233"/>
              <a:ext cx="533400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11</a:t>
              </a:r>
            </a:p>
          </p:txBody>
        </p:sp>
        <p:grpSp>
          <p:nvGrpSpPr>
            <p:cNvPr id="12" name="Group 17">
              <a:extLst>
                <a:ext uri="{FF2B5EF4-FFF2-40B4-BE49-F238E27FC236}">
                  <a16:creationId xmlns:a16="http://schemas.microsoft.com/office/drawing/2014/main" id="{8A8A6FE6-6483-4A4B-8EC4-75EC6D0029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69050" y="2625195"/>
              <a:ext cx="1676400" cy="533400"/>
              <a:chOff x="6324600" y="2286529"/>
              <a:chExt cx="1676400" cy="533400"/>
            </a:xfrm>
          </p:grpSpPr>
          <p:sp>
            <p:nvSpPr>
              <p:cNvPr id="25" name="Oval 5">
                <a:extLst>
                  <a:ext uri="{FF2B5EF4-FFF2-40B4-BE49-F238E27FC236}">
                    <a16:creationId xmlns:a16="http://schemas.microsoft.com/office/drawing/2014/main" id="{D839FF78-2A98-4887-9298-3B9B21A63C4B}"/>
                  </a:ext>
                </a:extLst>
              </p:cNvPr>
              <p:cNvSpPr/>
              <p:nvPr/>
            </p:nvSpPr>
            <p:spPr>
              <a:xfrm>
                <a:off x="6324600" y="2286529"/>
                <a:ext cx="533400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6" name="Oval 6">
                <a:extLst>
                  <a:ext uri="{FF2B5EF4-FFF2-40B4-BE49-F238E27FC236}">
                    <a16:creationId xmlns:a16="http://schemas.microsoft.com/office/drawing/2014/main" id="{1CA406C1-4736-4A52-A0AC-88E427160148}"/>
                  </a:ext>
                </a:extLst>
              </p:cNvPr>
              <p:cNvSpPr/>
              <p:nvPr/>
            </p:nvSpPr>
            <p:spPr>
              <a:xfrm>
                <a:off x="7467600" y="2286529"/>
                <a:ext cx="533400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14</a:t>
                </a:r>
              </a:p>
            </p:txBody>
          </p:sp>
        </p:grpSp>
        <p:grpSp>
          <p:nvGrpSpPr>
            <p:cNvPr id="13" name="Group 18">
              <a:extLst>
                <a:ext uri="{FF2B5EF4-FFF2-40B4-BE49-F238E27FC236}">
                  <a16:creationId xmlns:a16="http://schemas.microsoft.com/office/drawing/2014/main" id="{2D993707-462C-4882-B697-D29EE7DCC6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51600" y="4309533"/>
              <a:ext cx="1638300" cy="533400"/>
              <a:chOff x="6426200" y="4000500"/>
              <a:chExt cx="1638300" cy="5334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2F5E1A3-AEAA-4338-A995-1E6B4FD3DAB8}"/>
                  </a:ext>
                </a:extLst>
              </p:cNvPr>
              <p:cNvSpPr/>
              <p:nvPr/>
            </p:nvSpPr>
            <p:spPr>
              <a:xfrm>
                <a:off x="6426200" y="4000500"/>
                <a:ext cx="533400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E6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910B4B8-55E8-4F87-869F-6A4C75AE8BBC}"/>
                  </a:ext>
                </a:extLst>
              </p:cNvPr>
              <p:cNvSpPr/>
              <p:nvPr/>
            </p:nvSpPr>
            <p:spPr>
              <a:xfrm>
                <a:off x="7531100" y="4000500"/>
                <a:ext cx="533400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E6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8</a:t>
                </a:r>
              </a:p>
            </p:txBody>
          </p:sp>
        </p:grpSp>
        <p:grpSp>
          <p:nvGrpSpPr>
            <p:cNvPr id="14" name="Group 2">
              <a:extLst>
                <a:ext uri="{FF2B5EF4-FFF2-40B4-BE49-F238E27FC236}">
                  <a16:creationId xmlns:a16="http://schemas.microsoft.com/office/drawing/2014/main" id="{6F5DD013-9936-4726-9835-4141DACAF2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59450" y="3466570"/>
              <a:ext cx="1752600" cy="533400"/>
              <a:chOff x="5715000" y="3123671"/>
              <a:chExt cx="1752600" cy="5334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944444C-EB1C-4882-B0E8-916EEF2AB831}"/>
                  </a:ext>
                </a:extLst>
              </p:cNvPr>
              <p:cNvSpPr/>
              <p:nvPr/>
            </p:nvSpPr>
            <p:spPr>
              <a:xfrm>
                <a:off x="6934200" y="3123671"/>
                <a:ext cx="533400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6736053-A5C6-424C-BD82-FEC0DB0CDCC9}"/>
                  </a:ext>
                </a:extLst>
              </p:cNvPr>
              <p:cNvSpPr/>
              <p:nvPr/>
            </p:nvSpPr>
            <p:spPr>
              <a:xfrm>
                <a:off x="5715000" y="3123671"/>
                <a:ext cx="533400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974652A-C7A1-4E6A-9EA0-0796A1490999}"/>
                </a:ext>
              </a:extLst>
            </p:cNvPr>
            <p:cNvCxnSpPr>
              <a:stCxn id="11" idx="3"/>
            </p:cNvCxnSpPr>
            <p:nvPr/>
          </p:nvCxnSpPr>
          <p:spPr>
            <a:xfrm flipH="1">
              <a:off x="6635750" y="2237845"/>
              <a:ext cx="420688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F963B1D-1166-429F-8B31-F202FBA86AFC}"/>
                </a:ext>
              </a:extLst>
            </p:cNvPr>
            <p:cNvCxnSpPr>
              <a:stCxn id="11" idx="5"/>
            </p:cNvCxnSpPr>
            <p:nvPr/>
          </p:nvCxnSpPr>
          <p:spPr>
            <a:xfrm>
              <a:off x="7434263" y="2237845"/>
              <a:ext cx="344487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385A8D2-FC17-4C8B-B091-EB1669BDD720}"/>
                </a:ext>
              </a:extLst>
            </p:cNvPr>
            <p:cNvCxnSpPr/>
            <p:nvPr/>
          </p:nvCxnSpPr>
          <p:spPr>
            <a:xfrm flipH="1">
              <a:off x="6026150" y="3079220"/>
              <a:ext cx="420688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04B4BB-9B7A-42B8-8EE0-1A5262256917}"/>
                </a:ext>
              </a:extLst>
            </p:cNvPr>
            <p:cNvCxnSpPr/>
            <p:nvPr/>
          </p:nvCxnSpPr>
          <p:spPr>
            <a:xfrm>
              <a:off x="6824663" y="3079220"/>
              <a:ext cx="420687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CC9354C-1064-46BF-A1D3-9CA71E126AED}"/>
                </a:ext>
              </a:extLst>
            </p:cNvPr>
            <p:cNvCxnSpPr/>
            <p:nvPr/>
          </p:nvCxnSpPr>
          <p:spPr>
            <a:xfrm flipH="1">
              <a:off x="6718300" y="3922183"/>
              <a:ext cx="338138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F3A8A9D-3954-4C7F-8A41-7B29360F034E}"/>
                </a:ext>
              </a:extLst>
            </p:cNvPr>
            <p:cNvCxnSpPr/>
            <p:nvPr/>
          </p:nvCxnSpPr>
          <p:spPr>
            <a:xfrm>
              <a:off x="7434263" y="3922183"/>
              <a:ext cx="388937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17DE453-1D16-4115-A120-C38102EE3934}"/>
              </a:ext>
            </a:extLst>
          </p:cNvPr>
          <p:cNvSpPr txBox="1"/>
          <p:nvPr/>
        </p:nvSpPr>
        <p:spPr>
          <a:xfrm>
            <a:off x="705560" y="2176866"/>
            <a:ext cx="80047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Insert the item into the binary search tree as usual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Color it red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If the parent is black, we are done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411706" y="82159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Red Black Tree Insertion</a:t>
            </a:r>
          </a:p>
        </p:txBody>
      </p:sp>
    </p:spTree>
    <p:extLst>
      <p:ext uri="{BB962C8B-B14F-4D97-AF65-F5344CB8AC3E}">
        <p14:creationId xmlns:p14="http://schemas.microsoft.com/office/powerpoint/2010/main" val="91580231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1">
            <a:extLst>
              <a:ext uri="{FF2B5EF4-FFF2-40B4-BE49-F238E27FC236}">
                <a16:creationId xmlns:a16="http://schemas.microsoft.com/office/drawing/2014/main" id="{66A63486-40DE-4210-8426-16A278F577F2}"/>
              </a:ext>
            </a:extLst>
          </p:cNvPr>
          <p:cNvGrpSpPr>
            <a:grpSpLocks/>
          </p:cNvGrpSpPr>
          <p:nvPr/>
        </p:nvGrpSpPr>
        <p:grpSpPr bwMode="auto">
          <a:xfrm>
            <a:off x="9088158" y="3292998"/>
            <a:ext cx="2330450" cy="3060700"/>
            <a:chOff x="5759450" y="1782233"/>
            <a:chExt cx="2330450" cy="30607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83ED15A-C718-4446-B598-D5E9CC59F3B6}"/>
                </a:ext>
              </a:extLst>
            </p:cNvPr>
            <p:cNvSpPr/>
            <p:nvPr/>
          </p:nvSpPr>
          <p:spPr>
            <a:xfrm>
              <a:off x="6978650" y="1782233"/>
              <a:ext cx="533400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11</a:t>
              </a:r>
            </a:p>
          </p:txBody>
        </p:sp>
        <p:grpSp>
          <p:nvGrpSpPr>
            <p:cNvPr id="12" name="Group 17">
              <a:extLst>
                <a:ext uri="{FF2B5EF4-FFF2-40B4-BE49-F238E27FC236}">
                  <a16:creationId xmlns:a16="http://schemas.microsoft.com/office/drawing/2014/main" id="{8A8A6FE6-6483-4A4B-8EC4-75EC6D0029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69050" y="2625195"/>
              <a:ext cx="1676400" cy="533400"/>
              <a:chOff x="6324600" y="2286529"/>
              <a:chExt cx="1676400" cy="533400"/>
            </a:xfrm>
          </p:grpSpPr>
          <p:sp>
            <p:nvSpPr>
              <p:cNvPr id="25" name="Oval 5">
                <a:extLst>
                  <a:ext uri="{FF2B5EF4-FFF2-40B4-BE49-F238E27FC236}">
                    <a16:creationId xmlns:a16="http://schemas.microsoft.com/office/drawing/2014/main" id="{D839FF78-2A98-4887-9298-3B9B21A63C4B}"/>
                  </a:ext>
                </a:extLst>
              </p:cNvPr>
              <p:cNvSpPr/>
              <p:nvPr/>
            </p:nvSpPr>
            <p:spPr>
              <a:xfrm>
                <a:off x="6324600" y="2286529"/>
                <a:ext cx="533400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6" name="Oval 6">
                <a:extLst>
                  <a:ext uri="{FF2B5EF4-FFF2-40B4-BE49-F238E27FC236}">
                    <a16:creationId xmlns:a16="http://schemas.microsoft.com/office/drawing/2014/main" id="{1CA406C1-4736-4A52-A0AC-88E427160148}"/>
                  </a:ext>
                </a:extLst>
              </p:cNvPr>
              <p:cNvSpPr/>
              <p:nvPr/>
            </p:nvSpPr>
            <p:spPr>
              <a:xfrm>
                <a:off x="7467600" y="2286529"/>
                <a:ext cx="533400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14</a:t>
                </a:r>
              </a:p>
            </p:txBody>
          </p:sp>
        </p:grpSp>
        <p:grpSp>
          <p:nvGrpSpPr>
            <p:cNvPr id="13" name="Group 18">
              <a:extLst>
                <a:ext uri="{FF2B5EF4-FFF2-40B4-BE49-F238E27FC236}">
                  <a16:creationId xmlns:a16="http://schemas.microsoft.com/office/drawing/2014/main" id="{2D993707-462C-4882-B697-D29EE7DCC6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51600" y="4309533"/>
              <a:ext cx="1638300" cy="533400"/>
              <a:chOff x="6426200" y="4000500"/>
              <a:chExt cx="1638300" cy="5334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2F5E1A3-AEAA-4338-A995-1E6B4FD3DAB8}"/>
                  </a:ext>
                </a:extLst>
              </p:cNvPr>
              <p:cNvSpPr/>
              <p:nvPr/>
            </p:nvSpPr>
            <p:spPr>
              <a:xfrm>
                <a:off x="6426200" y="4000500"/>
                <a:ext cx="533400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E6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910B4B8-55E8-4F87-869F-6A4C75AE8BBC}"/>
                  </a:ext>
                </a:extLst>
              </p:cNvPr>
              <p:cNvSpPr/>
              <p:nvPr/>
            </p:nvSpPr>
            <p:spPr>
              <a:xfrm>
                <a:off x="7531100" y="4000500"/>
                <a:ext cx="533400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E6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8</a:t>
                </a:r>
              </a:p>
            </p:txBody>
          </p:sp>
        </p:grpSp>
        <p:grpSp>
          <p:nvGrpSpPr>
            <p:cNvPr id="14" name="Group 2">
              <a:extLst>
                <a:ext uri="{FF2B5EF4-FFF2-40B4-BE49-F238E27FC236}">
                  <a16:creationId xmlns:a16="http://schemas.microsoft.com/office/drawing/2014/main" id="{6F5DD013-9936-4726-9835-4141DACAF2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59450" y="3466570"/>
              <a:ext cx="1752600" cy="533400"/>
              <a:chOff x="5715000" y="3123671"/>
              <a:chExt cx="1752600" cy="5334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944444C-EB1C-4882-B0E8-916EEF2AB831}"/>
                  </a:ext>
                </a:extLst>
              </p:cNvPr>
              <p:cNvSpPr/>
              <p:nvPr/>
            </p:nvSpPr>
            <p:spPr>
              <a:xfrm>
                <a:off x="6934200" y="3123671"/>
                <a:ext cx="533400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6736053-A5C6-424C-BD82-FEC0DB0CDCC9}"/>
                  </a:ext>
                </a:extLst>
              </p:cNvPr>
              <p:cNvSpPr/>
              <p:nvPr/>
            </p:nvSpPr>
            <p:spPr>
              <a:xfrm>
                <a:off x="5715000" y="3123671"/>
                <a:ext cx="533400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974652A-C7A1-4E6A-9EA0-0796A1490999}"/>
                </a:ext>
              </a:extLst>
            </p:cNvPr>
            <p:cNvCxnSpPr>
              <a:stCxn id="11" idx="3"/>
            </p:cNvCxnSpPr>
            <p:nvPr/>
          </p:nvCxnSpPr>
          <p:spPr>
            <a:xfrm flipH="1">
              <a:off x="6635750" y="2237845"/>
              <a:ext cx="420688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F963B1D-1166-429F-8B31-F202FBA86AFC}"/>
                </a:ext>
              </a:extLst>
            </p:cNvPr>
            <p:cNvCxnSpPr>
              <a:stCxn id="11" idx="5"/>
            </p:cNvCxnSpPr>
            <p:nvPr/>
          </p:nvCxnSpPr>
          <p:spPr>
            <a:xfrm>
              <a:off x="7434263" y="2237845"/>
              <a:ext cx="344487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385A8D2-FC17-4C8B-B091-EB1669BDD720}"/>
                </a:ext>
              </a:extLst>
            </p:cNvPr>
            <p:cNvCxnSpPr/>
            <p:nvPr/>
          </p:nvCxnSpPr>
          <p:spPr>
            <a:xfrm flipH="1">
              <a:off x="6026150" y="3079220"/>
              <a:ext cx="420688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04B4BB-9B7A-42B8-8EE0-1A5262256917}"/>
                </a:ext>
              </a:extLst>
            </p:cNvPr>
            <p:cNvCxnSpPr/>
            <p:nvPr/>
          </p:nvCxnSpPr>
          <p:spPr>
            <a:xfrm>
              <a:off x="6824663" y="3079220"/>
              <a:ext cx="420687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CC9354C-1064-46BF-A1D3-9CA71E126AED}"/>
                </a:ext>
              </a:extLst>
            </p:cNvPr>
            <p:cNvCxnSpPr/>
            <p:nvPr/>
          </p:nvCxnSpPr>
          <p:spPr>
            <a:xfrm flipH="1">
              <a:off x="6718300" y="3922183"/>
              <a:ext cx="338138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F3A8A9D-3954-4C7F-8A41-7B29360F034E}"/>
                </a:ext>
              </a:extLst>
            </p:cNvPr>
            <p:cNvCxnSpPr/>
            <p:nvPr/>
          </p:nvCxnSpPr>
          <p:spPr>
            <a:xfrm>
              <a:off x="7434263" y="3922183"/>
              <a:ext cx="388937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17DE453-1D16-4115-A120-C38102EE3934}"/>
              </a:ext>
            </a:extLst>
          </p:cNvPr>
          <p:cNvSpPr txBox="1"/>
          <p:nvPr/>
        </p:nvSpPr>
        <p:spPr>
          <a:xfrm>
            <a:off x="705560" y="2176866"/>
            <a:ext cx="800477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Insert the item into the binary search tree as usual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Color it red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If the parent is red, look at the aunt/uncle or parent’s sibling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411706" y="82159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Red Black Tree Insertion</a:t>
            </a:r>
          </a:p>
        </p:txBody>
      </p:sp>
    </p:spTree>
    <p:extLst>
      <p:ext uri="{BB962C8B-B14F-4D97-AF65-F5344CB8AC3E}">
        <p14:creationId xmlns:p14="http://schemas.microsoft.com/office/powerpoint/2010/main" val="249627366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117DE453-1D16-4115-A120-C38102EE3934}"/>
              </a:ext>
            </a:extLst>
          </p:cNvPr>
          <p:cNvSpPr txBox="1"/>
          <p:nvPr/>
        </p:nvSpPr>
        <p:spPr>
          <a:xfrm>
            <a:off x="705560" y="2176866"/>
            <a:ext cx="109987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If the uncle is red,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flip colors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If the uncle is black,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rotate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After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Rotation                   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After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Color Flip (P, GP)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411706" y="82159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Red Black Tree Insertion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52226F-2030-4EAA-A739-66A38A45841B}"/>
              </a:ext>
            </a:extLst>
          </p:cNvPr>
          <p:cNvGrpSpPr/>
          <p:nvPr/>
        </p:nvGrpSpPr>
        <p:grpSpPr>
          <a:xfrm>
            <a:off x="2062678" y="5044942"/>
            <a:ext cx="1638300" cy="1376363"/>
            <a:chOff x="2062678" y="5044942"/>
            <a:chExt cx="1638300" cy="1376363"/>
          </a:xfrm>
        </p:grpSpPr>
        <p:grpSp>
          <p:nvGrpSpPr>
            <p:cNvPr id="29" name="Group 18">
              <a:extLst>
                <a:ext uri="{FF2B5EF4-FFF2-40B4-BE49-F238E27FC236}">
                  <a16:creationId xmlns:a16="http://schemas.microsoft.com/office/drawing/2014/main" id="{6800DF84-98DE-4851-8459-5829CBD320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2678" y="5887905"/>
              <a:ext cx="1638300" cy="533400"/>
              <a:chOff x="6426200" y="4000500"/>
              <a:chExt cx="1638300" cy="53340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A920BD0-9C0D-45C8-A0A8-FA24639ECFDF}"/>
                  </a:ext>
                </a:extLst>
              </p:cNvPr>
              <p:cNvSpPr/>
              <p:nvPr/>
            </p:nvSpPr>
            <p:spPr>
              <a:xfrm>
                <a:off x="6426200" y="4000500"/>
                <a:ext cx="533400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E6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R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B1C5719-C675-44BC-B133-9206EC8EDC50}"/>
                  </a:ext>
                </a:extLst>
              </p:cNvPr>
              <p:cNvSpPr/>
              <p:nvPr/>
            </p:nvSpPr>
            <p:spPr>
              <a:xfrm>
                <a:off x="7531100" y="4000500"/>
                <a:ext cx="533400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E6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R</a:t>
                </a:r>
              </a:p>
            </p:txBody>
          </p:sp>
        </p:grp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04E8633-4CC6-4D5D-A035-3DC840F9146D}"/>
                </a:ext>
              </a:extLst>
            </p:cNvPr>
            <p:cNvSpPr/>
            <p:nvPr/>
          </p:nvSpPr>
          <p:spPr bwMode="auto">
            <a:xfrm>
              <a:off x="2589728" y="5044942"/>
              <a:ext cx="533400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B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528F305-B016-4530-9689-B247F120376F}"/>
                </a:ext>
              </a:extLst>
            </p:cNvPr>
            <p:cNvCxnSpPr/>
            <p:nvPr/>
          </p:nvCxnSpPr>
          <p:spPr bwMode="auto">
            <a:xfrm flipH="1">
              <a:off x="2329378" y="5500555"/>
              <a:ext cx="338138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C9CA832-B908-49BD-AD63-D3C3FECE7619}"/>
                </a:ext>
              </a:extLst>
            </p:cNvPr>
            <p:cNvCxnSpPr/>
            <p:nvPr/>
          </p:nvCxnSpPr>
          <p:spPr bwMode="auto">
            <a:xfrm>
              <a:off x="3045341" y="5500555"/>
              <a:ext cx="388937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FF533BB-C6A5-4611-8E23-274637E9E646}"/>
              </a:ext>
            </a:extLst>
          </p:cNvPr>
          <p:cNvGrpSpPr/>
          <p:nvPr/>
        </p:nvGrpSpPr>
        <p:grpSpPr>
          <a:xfrm>
            <a:off x="7582974" y="5046530"/>
            <a:ext cx="1752600" cy="1374775"/>
            <a:chOff x="7582974" y="5046530"/>
            <a:chExt cx="1752600" cy="1374775"/>
          </a:xfrm>
        </p:grpSpPr>
        <p:sp>
          <p:nvSpPr>
            <p:cNvPr id="41" name="Oval 5">
              <a:extLst>
                <a:ext uri="{FF2B5EF4-FFF2-40B4-BE49-F238E27FC236}">
                  <a16:creationId xmlns:a16="http://schemas.microsoft.com/office/drawing/2014/main" id="{19F9486A-22BB-4032-983A-9F463F9F61EF}"/>
                </a:ext>
              </a:extLst>
            </p:cNvPr>
            <p:cNvSpPr/>
            <p:nvPr/>
          </p:nvSpPr>
          <p:spPr bwMode="auto">
            <a:xfrm>
              <a:off x="8192574" y="5046530"/>
              <a:ext cx="533400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9CEFA13-DB58-4F40-B26D-28CEE0C72A4B}"/>
                </a:ext>
              </a:extLst>
            </p:cNvPr>
            <p:cNvSpPr/>
            <p:nvPr/>
          </p:nvSpPr>
          <p:spPr bwMode="auto">
            <a:xfrm>
              <a:off x="7582974" y="5887905"/>
              <a:ext cx="533400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B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9CD4117-89B0-446C-B987-698B907DC9E2}"/>
                </a:ext>
              </a:extLst>
            </p:cNvPr>
            <p:cNvCxnSpPr/>
            <p:nvPr/>
          </p:nvCxnSpPr>
          <p:spPr bwMode="auto">
            <a:xfrm flipH="1">
              <a:off x="7849674" y="5500555"/>
              <a:ext cx="420688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9394359-E82B-45EE-9E0F-0962E8E8DFF1}"/>
                </a:ext>
              </a:extLst>
            </p:cNvPr>
            <p:cNvCxnSpPr/>
            <p:nvPr/>
          </p:nvCxnSpPr>
          <p:spPr bwMode="auto">
            <a:xfrm>
              <a:off x="8648187" y="5500555"/>
              <a:ext cx="420687" cy="38735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6F5D15B-8E33-4482-8D96-2AD174FA1CDD}"/>
                </a:ext>
              </a:extLst>
            </p:cNvPr>
            <p:cNvSpPr/>
            <p:nvPr/>
          </p:nvSpPr>
          <p:spPr bwMode="auto">
            <a:xfrm>
              <a:off x="8802174" y="5887905"/>
              <a:ext cx="533400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FEE1595-B1D2-40D9-BD99-ABEB53821A60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E5E78AD8-9CB3-40F6-A09C-2BF30BBCB9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Logo COP3530">
              <a:extLst>
                <a:ext uri="{FF2B5EF4-FFF2-40B4-BE49-F238E27FC236}">
                  <a16:creationId xmlns:a16="http://schemas.microsoft.com/office/drawing/2014/main" id="{133432A6-3DA8-4582-9579-1890584BD9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411410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E145BF-F7EF-4089-A55D-0C2CAC0D4F2C}"/>
              </a:ext>
            </a:extLst>
          </p:cNvPr>
          <p:cNvSpPr txBox="1"/>
          <p:nvPr/>
        </p:nvSpPr>
        <p:spPr>
          <a:xfrm>
            <a:off x="840377" y="1436005"/>
            <a:ext cx="251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3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C246B2F-3BEF-4E56-8667-FA65DA0C223C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DB4A3AF-CED9-416D-A08B-ED24E2D7D9F3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085B28C-EE7C-4C41-991F-C030AFB8E2F5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6300B80-7C4F-4B1B-B90B-882B8504A8B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FB0D059-7596-4B19-9EFB-922B692C2026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2" name="Group 18">
                  <a:extLst>
                    <a:ext uri="{FF2B5EF4-FFF2-40B4-BE49-F238E27FC236}">
                      <a16:creationId xmlns:a16="http://schemas.microsoft.com/office/drawing/2014/main" id="{4C85925F-514A-46FA-A491-6EDF46B635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5FC8A433-FB95-478C-AED0-28BACBA776D9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AF803A96-565D-4801-A69D-6A26A375FB01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C4B6B493-C273-4260-BABA-81DD07BE1297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87A0013B-C411-4BD9-A208-464E234F2418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6EE5D826-E5AA-4F57-A2E0-8A708BA35979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0F7E1B55-8DDD-49B3-B5F6-A328F7332393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47" name="Oval 5">
                  <a:extLst>
                    <a:ext uri="{FF2B5EF4-FFF2-40B4-BE49-F238E27FC236}">
                      <a16:creationId xmlns:a16="http://schemas.microsoft.com/office/drawing/2014/main" id="{9E95117C-590B-4A8E-B263-149DF6EB3CF7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E5E400D-F2C0-4784-AE34-2E798BF7324B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30163197-A4F8-42A3-A144-C755C8DD7F9B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34459176-F47B-4B79-8B0F-B61AAFEFFAC3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5AAD7DAC-0E9A-4540-B6AB-7A6C0E0D9B10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E63FE3A-8819-4ED9-A430-172ABA1FF945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ECB465A8-3D2F-482C-98FE-9E93077818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3" descr="Logo COP3530">
              <a:extLst>
                <a:ext uri="{FF2B5EF4-FFF2-40B4-BE49-F238E27FC236}">
                  <a16:creationId xmlns:a16="http://schemas.microsoft.com/office/drawing/2014/main" id="{CACA253C-E266-4612-ABCC-B82B388AE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450693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4" name="Oval 5">
            <a:extLst>
              <a:ext uri="{FF2B5EF4-FFF2-40B4-BE49-F238E27FC236}">
                <a16:creationId xmlns:a16="http://schemas.microsoft.com/office/drawing/2014/main" id="{CA4FF408-611F-421C-BE6F-13AA4A189BA7}"/>
              </a:ext>
            </a:extLst>
          </p:cNvPr>
          <p:cNvSpPr/>
          <p:nvPr/>
        </p:nvSpPr>
        <p:spPr bwMode="auto">
          <a:xfrm>
            <a:off x="1280342" y="2323380"/>
            <a:ext cx="533400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E145BF-F7EF-4089-A55D-0C2CAC0D4F2C}"/>
              </a:ext>
            </a:extLst>
          </p:cNvPr>
          <p:cNvSpPr txBox="1"/>
          <p:nvPr/>
        </p:nvSpPr>
        <p:spPr>
          <a:xfrm>
            <a:off x="840377" y="1436005"/>
            <a:ext cx="251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3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5085EEA-E42E-4DFF-83E3-BD41BDD6FDE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6DBDF89-0442-44E8-84D5-892AB1D167D9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428B2E0-D6C9-4EE9-BA3F-CE383222FF79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B56FCDA-41D4-484E-987F-1179ABE0CABA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EF4D52C-3FF9-427A-B5DA-A6D1BAE1B667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2" name="Group 18">
                  <a:extLst>
                    <a:ext uri="{FF2B5EF4-FFF2-40B4-BE49-F238E27FC236}">
                      <a16:creationId xmlns:a16="http://schemas.microsoft.com/office/drawing/2014/main" id="{5BE46EC6-2DF2-407C-9835-61C3B06AC9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5A45467E-75D6-442E-A81C-0156024F3040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1C7B0CBB-38C9-4344-9011-44083E6E1474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B22F0A1B-27D0-4D92-B2B2-69F9B4565DE9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325FDE85-2407-4D18-8164-8CD09AD9AF75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3251E5E6-F590-4C3A-AEC8-CE30753521FC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AA2949C7-09A1-465D-9561-797E16AD2577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47" name="Oval 5">
                  <a:extLst>
                    <a:ext uri="{FF2B5EF4-FFF2-40B4-BE49-F238E27FC236}">
                      <a16:creationId xmlns:a16="http://schemas.microsoft.com/office/drawing/2014/main" id="{65D6A226-1698-473E-9304-69AD03823D82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0A17E02-DE59-4D10-878A-808E8AB0D59C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57D949CA-F1D0-46DF-8340-0BF92658E63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21980F88-0BBC-49CC-9BFA-360F033036AA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8016E3EF-FB6F-4628-9F1B-B596AF521E11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D1A717D-201C-42C2-A53B-BC2EDF31A3F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FCE2913B-D66C-490B-B854-26209335A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Logo COP3530">
              <a:extLst>
                <a:ext uri="{FF2B5EF4-FFF2-40B4-BE49-F238E27FC236}">
                  <a16:creationId xmlns:a16="http://schemas.microsoft.com/office/drawing/2014/main" id="{364D5345-3F62-448A-BFEF-30B4A97378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102493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EF4C3BF-B2AE-44B0-995D-D47CC4865F2C}"/>
              </a:ext>
            </a:extLst>
          </p:cNvPr>
          <p:cNvGrpSpPr/>
          <p:nvPr/>
        </p:nvGrpSpPr>
        <p:grpSpPr>
          <a:xfrm>
            <a:off x="1280342" y="2323380"/>
            <a:ext cx="1841363" cy="533400"/>
            <a:chOff x="9201279" y="4905377"/>
            <a:chExt cx="1841363" cy="5334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AE5D171-4C71-4B26-906F-55D563283F76}"/>
                </a:ext>
              </a:extLst>
            </p:cNvPr>
            <p:cNvSpPr/>
            <p:nvPr/>
          </p:nvSpPr>
          <p:spPr bwMode="auto">
            <a:xfrm>
              <a:off x="10509242" y="4905377"/>
              <a:ext cx="533400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Oval 5">
              <a:extLst>
                <a:ext uri="{FF2B5EF4-FFF2-40B4-BE49-F238E27FC236}">
                  <a16:creationId xmlns:a16="http://schemas.microsoft.com/office/drawing/2014/main" id="{CA4FF408-611F-421C-BE6F-13AA4A189BA7}"/>
                </a:ext>
              </a:extLst>
            </p:cNvPr>
            <p:cNvSpPr/>
            <p:nvPr/>
          </p:nvSpPr>
          <p:spPr bwMode="auto">
            <a:xfrm>
              <a:off x="9201279" y="4905377"/>
              <a:ext cx="533400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7BACCD5-E172-48FE-A0A2-4D1D65ED9682}"/>
                </a:ext>
              </a:extLst>
            </p:cNvPr>
            <p:cNvCxnSpPr/>
            <p:nvPr/>
          </p:nvCxnSpPr>
          <p:spPr>
            <a:xfrm>
              <a:off x="10047008" y="5172077"/>
              <a:ext cx="25958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4E145BF-F7EF-4089-A55D-0C2CAC0D4F2C}"/>
              </a:ext>
            </a:extLst>
          </p:cNvPr>
          <p:cNvSpPr txBox="1"/>
          <p:nvPr/>
        </p:nvSpPr>
        <p:spPr>
          <a:xfrm>
            <a:off x="840377" y="1436005"/>
            <a:ext cx="251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3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5D3E8EA-0952-4A21-AB22-40CF3F7B768F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21FE719-9946-4D76-8BB2-7EC2A69F00EC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DE03A71-3ACC-48CF-8A3B-A1789EF26135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6C87EC3-F614-43EE-9D80-14F11341F6A1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2B3BD0BD-8C55-4C6F-B516-E27A84BCA73B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1" name="Group 18">
                  <a:extLst>
                    <a:ext uri="{FF2B5EF4-FFF2-40B4-BE49-F238E27FC236}">
                      <a16:creationId xmlns:a16="http://schemas.microsoft.com/office/drawing/2014/main" id="{39D864DA-8A11-400D-A4DD-81E7CE848BA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35165F50-F15A-4B48-AC13-3208AFA685B5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C8097575-22CA-4DA3-BBA9-A49D2BF2E21E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3AD31B50-933B-41D3-873E-8F0AFBF400D0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22BFB9B3-8474-4823-BE57-576165D05124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224209EA-DA62-4241-B627-8ED43D389C5E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B82CF4B8-3754-4B56-B07C-791ED76411B7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46" name="Oval 5">
                  <a:extLst>
                    <a:ext uri="{FF2B5EF4-FFF2-40B4-BE49-F238E27FC236}">
                      <a16:creationId xmlns:a16="http://schemas.microsoft.com/office/drawing/2014/main" id="{9ADA7916-191F-4FA0-8C31-C90C721A54F2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0FF281AD-5ABE-4F28-AD32-952C4A1A5534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E6D9F23A-B77B-43E3-9023-5ACB77A9948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0398C55A-2E7D-44D9-82F9-042AA088CDC1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D4D9CCE9-4862-4ED2-BBE8-529A0C488A23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EBC1494-0718-4AB5-A283-E712AA847915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0E2E7C52-A95A-479A-859C-3401A446D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9" descr="Logo COP3530">
              <a:extLst>
                <a:ext uri="{FF2B5EF4-FFF2-40B4-BE49-F238E27FC236}">
                  <a16:creationId xmlns:a16="http://schemas.microsoft.com/office/drawing/2014/main" id="{C1D90931-1DF2-4572-B187-5713D445BF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627684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413426-75A0-4F69-B96A-A12FB7809172}"/>
              </a:ext>
            </a:extLst>
          </p:cNvPr>
          <p:cNvSpPr/>
          <p:nvPr/>
        </p:nvSpPr>
        <p:spPr bwMode="auto">
          <a:xfrm>
            <a:off x="2063078" y="2305684"/>
            <a:ext cx="533400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251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24851D8-278A-42BC-A6A3-3AE5632E5B95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2B2318F-E1EB-4719-A883-D1AF40F6F603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D9319C8-C762-4E5E-82AF-45A21D79343D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41F6361-D4B7-4D7E-8DD8-1AE0062B6998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FC686D24-4339-4CB0-8CE2-C9B224360499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5" name="Group 18">
                  <a:extLst>
                    <a:ext uri="{FF2B5EF4-FFF2-40B4-BE49-F238E27FC236}">
                      <a16:creationId xmlns:a16="http://schemas.microsoft.com/office/drawing/2014/main" id="{BECE96E6-D29F-4302-852E-41FF98A117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EA459E74-8DA9-4A85-8CA2-538D79DB2C8D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3F15F957-B0FB-44F8-9CF4-3D9EFAF9795F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99482EA0-A2C2-49B3-804C-45786BB34C4C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3A35AD9F-AA6B-4CE0-9D61-FED2FD6D48A4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CEC8EBD5-058A-416E-89A1-666AF7ECE7E5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427EFF0-FF30-4F64-8355-7CE0C3B8A828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0" name="Oval 5">
                  <a:extLst>
                    <a:ext uri="{FF2B5EF4-FFF2-40B4-BE49-F238E27FC236}">
                      <a16:creationId xmlns:a16="http://schemas.microsoft.com/office/drawing/2014/main" id="{928291F2-9665-4896-91F4-5CAA3B4CD562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23E3D6ED-DCB8-4DB4-A652-7F101511841C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D07DB3A8-F75F-4C39-B933-D051FF09D48F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C3B7435E-985E-4B79-98D7-E28F68407FAA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7CFAE1A6-EA88-41D0-AEE6-1A35D26996E3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E939F87-3052-4A37-BBCF-748021FEF02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E18F8C6D-E86F-47B3-B130-13B9C09B86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Logo COP3530">
              <a:extLst>
                <a:ext uri="{FF2B5EF4-FFF2-40B4-BE49-F238E27FC236}">
                  <a16:creationId xmlns:a16="http://schemas.microsoft.com/office/drawing/2014/main" id="{68E9504D-020A-4895-9F48-4CBCF15ABF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051485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413426-75A0-4F69-B96A-A12FB7809172}"/>
              </a:ext>
            </a:extLst>
          </p:cNvPr>
          <p:cNvSpPr/>
          <p:nvPr/>
        </p:nvSpPr>
        <p:spPr bwMode="auto">
          <a:xfrm>
            <a:off x="2063078" y="2305684"/>
            <a:ext cx="533400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251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</a:t>
            </a:r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F1191FF2-A2A7-45CF-A947-B534D7086FDB}"/>
              </a:ext>
            </a:extLst>
          </p:cNvPr>
          <p:cNvSpPr/>
          <p:nvPr/>
        </p:nvSpPr>
        <p:spPr bwMode="auto">
          <a:xfrm>
            <a:off x="1410971" y="3213723"/>
            <a:ext cx="533400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ADC06C-5479-4638-BA8E-31A347857306}"/>
              </a:ext>
            </a:extLst>
          </p:cNvPr>
          <p:cNvCxnSpPr>
            <a:cxnSpLocks/>
            <a:endCxn id="35" idx="0"/>
          </p:cNvCxnSpPr>
          <p:nvPr/>
        </p:nvCxnSpPr>
        <p:spPr bwMode="auto">
          <a:xfrm flipH="1">
            <a:off x="1677671" y="2792288"/>
            <a:ext cx="498182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FE599EE-CCE8-49FE-B078-2E4FBFB027D5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D3DBF24-88E0-4BFB-8556-EB30DBDAFE3F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81C992F-E3A6-418C-9C83-CE0CC394354B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EADD574-197F-4162-89D2-3BDA3CB1B038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234F4677-24A4-4E42-B11B-1366A85B51DD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5" name="Group 18">
                  <a:extLst>
                    <a:ext uri="{FF2B5EF4-FFF2-40B4-BE49-F238E27FC236}">
                      <a16:creationId xmlns:a16="http://schemas.microsoft.com/office/drawing/2014/main" id="{925098C6-B506-4ABE-A4AA-4670A937F4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6E7BC2F4-1A0E-45CD-8DFA-5CA40CDFBC78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4B447554-385D-41BE-91C0-D93F42357BD6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DCD5FC59-6110-41E7-ABD0-6ECEB6FF8E27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12A023DD-B519-4D1C-87FB-76A7C95A8B02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F33A527A-6138-4460-A625-DCCCCE853C10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C27678E-7B14-4E1D-8F91-E957440EA88E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0" name="Oval 5">
                  <a:extLst>
                    <a:ext uri="{FF2B5EF4-FFF2-40B4-BE49-F238E27FC236}">
                      <a16:creationId xmlns:a16="http://schemas.microsoft.com/office/drawing/2014/main" id="{A73A3C78-E206-4FF1-9B9A-817CBB4B764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05F1D496-B4C8-4559-A3B0-16641A5B5828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0182158F-A734-4124-9B1D-29641AD775F8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A6F63757-1375-4201-A198-DB7E58F1102F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ACE9A551-D977-4488-AFBC-035257D6E20D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00ADAAD-A4E2-4692-B9C3-A7A2A0870578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6BE61007-CCE4-471B-8B18-18C214C4B5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 descr="Logo COP3530">
              <a:extLst>
                <a:ext uri="{FF2B5EF4-FFF2-40B4-BE49-F238E27FC236}">
                  <a16:creationId xmlns:a16="http://schemas.microsoft.com/office/drawing/2014/main" id="{9027311A-6780-4BE1-9EE5-EF0B868C8F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054055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413426-75A0-4F69-B96A-A12FB7809172}"/>
              </a:ext>
            </a:extLst>
          </p:cNvPr>
          <p:cNvSpPr/>
          <p:nvPr/>
        </p:nvSpPr>
        <p:spPr bwMode="auto">
          <a:xfrm>
            <a:off x="2063078" y="2305684"/>
            <a:ext cx="533400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251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5</a:t>
            </a:r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F1191FF2-A2A7-45CF-A947-B534D7086FDB}"/>
              </a:ext>
            </a:extLst>
          </p:cNvPr>
          <p:cNvSpPr/>
          <p:nvPr/>
        </p:nvSpPr>
        <p:spPr bwMode="auto">
          <a:xfrm>
            <a:off x="1410971" y="3213723"/>
            <a:ext cx="533400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ADC06C-5479-4638-BA8E-31A347857306}"/>
              </a:ext>
            </a:extLst>
          </p:cNvPr>
          <p:cNvCxnSpPr>
            <a:cxnSpLocks/>
            <a:endCxn id="35" idx="0"/>
          </p:cNvCxnSpPr>
          <p:nvPr/>
        </p:nvCxnSpPr>
        <p:spPr bwMode="auto">
          <a:xfrm flipH="1">
            <a:off x="1677671" y="2792288"/>
            <a:ext cx="498182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8E7E849-2763-4C3A-B442-90EBEC0A6F6A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481415B-C9C1-4BAF-AE75-1B1290F2219F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9F8FA88-9AAC-46D8-8675-212EEDB69A32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85340A0-141A-4631-B799-4A6D2BB55DF1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5892814D-0F19-4F21-8440-F812CE3D82A6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5" name="Group 18">
                  <a:extLst>
                    <a:ext uri="{FF2B5EF4-FFF2-40B4-BE49-F238E27FC236}">
                      <a16:creationId xmlns:a16="http://schemas.microsoft.com/office/drawing/2014/main" id="{D32CDB7B-5E92-41D0-BE93-0D4857BCCBC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CF13966D-078B-4D8C-8106-546AF6FFEDAC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F1E6FB66-8225-4ADE-B9C0-AA93F6D3A450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B6D9F4AE-349C-42E5-8493-C6279450B51E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8401F31F-8DC7-4E0B-8923-1DBED9BE48CE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F42A424A-24AB-4C74-850D-883B8F105972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B882C65A-4857-45A0-B6A3-72C8EAD41B38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0" name="Oval 5">
                  <a:extLst>
                    <a:ext uri="{FF2B5EF4-FFF2-40B4-BE49-F238E27FC236}">
                      <a16:creationId xmlns:a16="http://schemas.microsoft.com/office/drawing/2014/main" id="{81F67B74-F9A9-49A4-B2C5-81D86673DC9E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CF6EE667-B01A-432B-B92F-E11DA7B338B6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6C58306F-B95B-49E5-899B-B61D6604E1B7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AD80ADEF-B1EE-45A6-9891-8C1FD245E123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67C61D6A-FA3C-415D-8F23-3F39361FAD98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F1B88EF-8794-40F6-A6CC-AB7BDBA7C6AC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57CB167F-5EE7-4855-8581-9870CB54AC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 descr="Logo COP3530">
              <a:extLst>
                <a:ext uri="{FF2B5EF4-FFF2-40B4-BE49-F238E27FC236}">
                  <a16:creationId xmlns:a16="http://schemas.microsoft.com/office/drawing/2014/main" id="{4B2604D3-CC18-4187-AAD5-344BDB7D0C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334657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413426-75A0-4F69-B96A-A12FB7809172}"/>
              </a:ext>
            </a:extLst>
          </p:cNvPr>
          <p:cNvSpPr/>
          <p:nvPr/>
        </p:nvSpPr>
        <p:spPr bwMode="auto">
          <a:xfrm>
            <a:off x="2063078" y="2305684"/>
            <a:ext cx="533400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251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5</a:t>
            </a:r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F1191FF2-A2A7-45CF-A947-B534D7086FDB}"/>
              </a:ext>
            </a:extLst>
          </p:cNvPr>
          <p:cNvSpPr/>
          <p:nvPr/>
        </p:nvSpPr>
        <p:spPr bwMode="auto">
          <a:xfrm>
            <a:off x="1410971" y="3213723"/>
            <a:ext cx="533400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FC156C3B-4516-4A2D-8955-E8EFD1CD5570}"/>
              </a:ext>
            </a:extLst>
          </p:cNvPr>
          <p:cNvSpPr/>
          <p:nvPr/>
        </p:nvSpPr>
        <p:spPr bwMode="auto">
          <a:xfrm>
            <a:off x="2734045" y="3213723"/>
            <a:ext cx="533400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ADC06C-5479-4638-BA8E-31A347857306}"/>
              </a:ext>
            </a:extLst>
          </p:cNvPr>
          <p:cNvCxnSpPr>
            <a:cxnSpLocks/>
            <a:endCxn id="35" idx="0"/>
          </p:cNvCxnSpPr>
          <p:nvPr/>
        </p:nvCxnSpPr>
        <p:spPr bwMode="auto">
          <a:xfrm flipH="1">
            <a:off x="1677671" y="2792288"/>
            <a:ext cx="498182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D35BA8-A34D-4727-B8E9-3EDC712B0FC0}"/>
              </a:ext>
            </a:extLst>
          </p:cNvPr>
          <p:cNvCxnSpPr>
            <a:cxnSpLocks/>
          </p:cNvCxnSpPr>
          <p:nvPr/>
        </p:nvCxnSpPr>
        <p:spPr bwMode="auto">
          <a:xfrm>
            <a:off x="2503191" y="2792288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04E81CC-F028-4582-B5BC-62CB4DD02321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E848147-5541-404F-AAC8-3A74A66C9A15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9088A64-B61E-411F-A277-A78B382D55E7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9C1C85D-A002-435C-AB03-BB1DF70ACDD0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B6770AE3-3C9D-4DC5-9C28-03AFFA4F3B95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5" name="Group 18">
                  <a:extLst>
                    <a:ext uri="{FF2B5EF4-FFF2-40B4-BE49-F238E27FC236}">
                      <a16:creationId xmlns:a16="http://schemas.microsoft.com/office/drawing/2014/main" id="{D39B4FEF-4CD2-4D65-9E74-8F8454E913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07415F10-B041-423A-AFC5-FFD2A695E89A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75E8AC93-1772-47F1-9E4F-2D52B2FB0BDB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1DA68831-8279-46FC-AD8F-A76F266EA4E1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73E7A5BC-EC85-41FF-844C-C527B69402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736BC932-C064-4D01-9BD5-7DD1823BF4ED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132D408-072D-423E-A1EC-447E3CE07C0E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0" name="Oval 5">
                  <a:extLst>
                    <a:ext uri="{FF2B5EF4-FFF2-40B4-BE49-F238E27FC236}">
                      <a16:creationId xmlns:a16="http://schemas.microsoft.com/office/drawing/2014/main" id="{C6F2BE5B-0758-49C4-9328-82FCA13FDC1A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FD1D5403-969E-4E5C-A420-FAA58B536669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7481154D-A5DB-4254-8CDF-9F9F6A20782C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092B113C-13F7-4F7D-BFE8-3C1EE01F45E1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68325E41-E92E-43A0-9B94-970BFA239AC2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85D310D-D4B7-4282-94BC-4166F8660C2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52060B6B-A25F-4AF2-B5CD-48B231FBD1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9" descr="Logo COP3530">
              <a:extLst>
                <a:ext uri="{FF2B5EF4-FFF2-40B4-BE49-F238E27FC236}">
                  <a16:creationId xmlns:a16="http://schemas.microsoft.com/office/drawing/2014/main" id="{13F20A94-ED63-4F0B-8439-E3918E6A6E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435787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413426-75A0-4F69-B96A-A12FB7809172}"/>
              </a:ext>
            </a:extLst>
          </p:cNvPr>
          <p:cNvSpPr/>
          <p:nvPr/>
        </p:nvSpPr>
        <p:spPr bwMode="auto">
          <a:xfrm>
            <a:off x="2063078" y="2305684"/>
            <a:ext cx="533400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251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7</a:t>
            </a:r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F1191FF2-A2A7-45CF-A947-B534D7086FDB}"/>
              </a:ext>
            </a:extLst>
          </p:cNvPr>
          <p:cNvSpPr/>
          <p:nvPr/>
        </p:nvSpPr>
        <p:spPr bwMode="auto">
          <a:xfrm>
            <a:off x="1410971" y="3213723"/>
            <a:ext cx="533400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FC156C3B-4516-4A2D-8955-E8EFD1CD5570}"/>
              </a:ext>
            </a:extLst>
          </p:cNvPr>
          <p:cNvSpPr/>
          <p:nvPr/>
        </p:nvSpPr>
        <p:spPr bwMode="auto">
          <a:xfrm>
            <a:off x="2734045" y="3213723"/>
            <a:ext cx="533400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ADC06C-5479-4638-BA8E-31A347857306}"/>
              </a:ext>
            </a:extLst>
          </p:cNvPr>
          <p:cNvCxnSpPr>
            <a:cxnSpLocks/>
            <a:endCxn id="35" idx="0"/>
          </p:cNvCxnSpPr>
          <p:nvPr/>
        </p:nvCxnSpPr>
        <p:spPr bwMode="auto">
          <a:xfrm flipH="1">
            <a:off x="1677671" y="2792288"/>
            <a:ext cx="498182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D35BA8-A34D-4727-B8E9-3EDC712B0FC0}"/>
              </a:ext>
            </a:extLst>
          </p:cNvPr>
          <p:cNvCxnSpPr>
            <a:cxnSpLocks/>
          </p:cNvCxnSpPr>
          <p:nvPr/>
        </p:nvCxnSpPr>
        <p:spPr bwMode="auto">
          <a:xfrm>
            <a:off x="2503191" y="2792288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911339C-1077-4DA5-AA01-31AB20BC7BA2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8B67F94-DBE7-4B5D-AABC-1AB060D54163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A930184-CADD-47D3-B54A-9BE162C20B77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AB509D2-4DC6-479B-AD66-7DCBEDD4CE41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1C79177C-BB0D-40C9-B7E2-6FD9DA7DF6B2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5" name="Group 18">
                  <a:extLst>
                    <a:ext uri="{FF2B5EF4-FFF2-40B4-BE49-F238E27FC236}">
                      <a16:creationId xmlns:a16="http://schemas.microsoft.com/office/drawing/2014/main" id="{47B49C81-B085-46BD-AD89-7A0D2CCA1C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580C5469-763C-48A7-9C44-C849782AF920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4D4F70DF-F4A1-47D1-BF40-E67D372BC180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FA0AB8F1-8383-4C8A-82F5-412A90C6B34A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C8D0AE6A-0EA6-4831-BF2B-0682F4FE8B92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FA8C9622-DD20-4815-8B3C-947B09A5F53D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0819F17-8A81-492A-887D-53D2E636C57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0" name="Oval 5">
                  <a:extLst>
                    <a:ext uri="{FF2B5EF4-FFF2-40B4-BE49-F238E27FC236}">
                      <a16:creationId xmlns:a16="http://schemas.microsoft.com/office/drawing/2014/main" id="{3AAB803F-17C2-4F56-90E0-BFEB1442A1C5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86B481F3-C124-4B4B-AE14-4C22B7679EDA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F94B0B82-600E-4A83-A0EF-331388E8B5D6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D15D51FC-19C2-42C7-AF60-D6120DDC4394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753AE753-8036-4B95-A3FE-1841E491077B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55DC667-7B64-4E4A-83B2-221BCF3AA513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B39E70F5-1A00-49A4-B245-A723B8C9E2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9" descr="Logo COP3530">
              <a:extLst>
                <a:ext uri="{FF2B5EF4-FFF2-40B4-BE49-F238E27FC236}">
                  <a16:creationId xmlns:a16="http://schemas.microsoft.com/office/drawing/2014/main" id="{5BBCBDBD-4E6B-4275-8999-5E7A005935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60118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413426-75A0-4F69-B96A-A12FB7809172}"/>
              </a:ext>
            </a:extLst>
          </p:cNvPr>
          <p:cNvSpPr/>
          <p:nvPr/>
        </p:nvSpPr>
        <p:spPr bwMode="auto">
          <a:xfrm>
            <a:off x="2063078" y="2305684"/>
            <a:ext cx="533400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251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7</a:t>
            </a:r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F1191FF2-A2A7-45CF-A947-B534D7086FDB}"/>
              </a:ext>
            </a:extLst>
          </p:cNvPr>
          <p:cNvSpPr/>
          <p:nvPr/>
        </p:nvSpPr>
        <p:spPr bwMode="auto">
          <a:xfrm>
            <a:off x="1410971" y="3213723"/>
            <a:ext cx="533400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FC156C3B-4516-4A2D-8955-E8EFD1CD5570}"/>
              </a:ext>
            </a:extLst>
          </p:cNvPr>
          <p:cNvSpPr/>
          <p:nvPr/>
        </p:nvSpPr>
        <p:spPr bwMode="auto">
          <a:xfrm>
            <a:off x="2734045" y="3213723"/>
            <a:ext cx="533400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ADC06C-5479-4638-BA8E-31A347857306}"/>
              </a:ext>
            </a:extLst>
          </p:cNvPr>
          <p:cNvCxnSpPr>
            <a:cxnSpLocks/>
            <a:endCxn id="35" idx="0"/>
          </p:cNvCxnSpPr>
          <p:nvPr/>
        </p:nvCxnSpPr>
        <p:spPr bwMode="auto">
          <a:xfrm flipH="1">
            <a:off x="1677671" y="2792288"/>
            <a:ext cx="498182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D35BA8-A34D-4727-B8E9-3EDC712B0FC0}"/>
              </a:ext>
            </a:extLst>
          </p:cNvPr>
          <p:cNvCxnSpPr>
            <a:cxnSpLocks/>
          </p:cNvCxnSpPr>
          <p:nvPr/>
        </p:nvCxnSpPr>
        <p:spPr bwMode="auto">
          <a:xfrm>
            <a:off x="2503191" y="2792288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5">
            <a:extLst>
              <a:ext uri="{FF2B5EF4-FFF2-40B4-BE49-F238E27FC236}">
                <a16:creationId xmlns:a16="http://schemas.microsoft.com/office/drawing/2014/main" id="{CE35B81D-D92C-4108-A528-9D8397D4687C}"/>
              </a:ext>
            </a:extLst>
          </p:cNvPr>
          <p:cNvSpPr/>
          <p:nvPr/>
        </p:nvSpPr>
        <p:spPr bwMode="auto">
          <a:xfrm>
            <a:off x="3498299" y="4032328"/>
            <a:ext cx="533400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546FE84-24D1-4D19-B2CB-3C62D3695F4C}"/>
              </a:ext>
            </a:extLst>
          </p:cNvPr>
          <p:cNvCxnSpPr>
            <a:cxnSpLocks/>
          </p:cNvCxnSpPr>
          <p:nvPr/>
        </p:nvCxnSpPr>
        <p:spPr bwMode="auto">
          <a:xfrm>
            <a:off x="3267445" y="3610893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EFABA8C-51E4-449C-A4FF-38E29E0ABDAC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9053ABB-2DE7-48D3-9466-1B198364A4E2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40C2965-2FE4-4025-A3EB-78E5292A85DA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DD83856-1BBF-40A6-B48D-17E017DCE5BC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55C4142F-CF26-46A3-A348-BD147AA14321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9" name="Group 18">
                  <a:extLst>
                    <a:ext uri="{FF2B5EF4-FFF2-40B4-BE49-F238E27FC236}">
                      <a16:creationId xmlns:a16="http://schemas.microsoft.com/office/drawing/2014/main" id="{92489F85-EB64-40A2-B94A-62E9BD45FF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2AC80290-5021-4EE8-88C9-99123C112183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9373378C-1F44-491D-9C52-4DFBE569E2D8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3574B8A0-2BD6-409F-8F00-EF4B24E1D2ED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C8B29F70-6A11-45C6-B088-287BC00EB8E0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3DEF5000-DA5E-494A-8F74-B4FBE65BB41B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5A5C23D4-B6E7-46CD-85BF-593EDC30941F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4" name="Oval 5">
                  <a:extLst>
                    <a:ext uri="{FF2B5EF4-FFF2-40B4-BE49-F238E27FC236}">
                      <a16:creationId xmlns:a16="http://schemas.microsoft.com/office/drawing/2014/main" id="{84DAAA4C-D48C-43FC-A4ED-C9007E13C91E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002838DA-2854-4BF0-BD37-C66964DDA838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AE50EE49-CFBF-42E5-B51E-C462E203707E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703F6E8E-5D36-4124-966A-266BEC0D494E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AC8AD58C-4E06-497A-8D1D-2FE655B9A3AA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48126A-4C56-4008-A4FC-F51769F41BA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6C89DEDE-F6E5-4C58-8C29-8F6A4B32B6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Logo COP3530">
              <a:extLst>
                <a:ext uri="{FF2B5EF4-FFF2-40B4-BE49-F238E27FC236}">
                  <a16:creationId xmlns:a16="http://schemas.microsoft.com/office/drawing/2014/main" id="{C2821C7F-78E7-4ADB-BA2D-4051FB92CE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604150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413426-75A0-4F69-B96A-A12FB7809172}"/>
              </a:ext>
            </a:extLst>
          </p:cNvPr>
          <p:cNvSpPr/>
          <p:nvPr/>
        </p:nvSpPr>
        <p:spPr bwMode="auto">
          <a:xfrm>
            <a:off x="2063078" y="2305684"/>
            <a:ext cx="533400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251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7</a:t>
            </a:r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F1191FF2-A2A7-45CF-A947-B534D7086FDB}"/>
              </a:ext>
            </a:extLst>
          </p:cNvPr>
          <p:cNvSpPr/>
          <p:nvPr/>
        </p:nvSpPr>
        <p:spPr bwMode="auto">
          <a:xfrm>
            <a:off x="1410971" y="3213723"/>
            <a:ext cx="533400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FC156C3B-4516-4A2D-8955-E8EFD1CD5570}"/>
              </a:ext>
            </a:extLst>
          </p:cNvPr>
          <p:cNvSpPr/>
          <p:nvPr/>
        </p:nvSpPr>
        <p:spPr bwMode="auto">
          <a:xfrm>
            <a:off x="2734045" y="3213723"/>
            <a:ext cx="533400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ADC06C-5479-4638-BA8E-31A347857306}"/>
              </a:ext>
            </a:extLst>
          </p:cNvPr>
          <p:cNvCxnSpPr>
            <a:cxnSpLocks/>
            <a:endCxn id="35" idx="0"/>
          </p:cNvCxnSpPr>
          <p:nvPr/>
        </p:nvCxnSpPr>
        <p:spPr bwMode="auto">
          <a:xfrm flipH="1">
            <a:off x="1677671" y="2792288"/>
            <a:ext cx="498182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D35BA8-A34D-4727-B8E9-3EDC712B0FC0}"/>
              </a:ext>
            </a:extLst>
          </p:cNvPr>
          <p:cNvCxnSpPr>
            <a:cxnSpLocks/>
          </p:cNvCxnSpPr>
          <p:nvPr/>
        </p:nvCxnSpPr>
        <p:spPr bwMode="auto">
          <a:xfrm>
            <a:off x="2503191" y="2792288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5">
            <a:extLst>
              <a:ext uri="{FF2B5EF4-FFF2-40B4-BE49-F238E27FC236}">
                <a16:creationId xmlns:a16="http://schemas.microsoft.com/office/drawing/2014/main" id="{CE35B81D-D92C-4108-A528-9D8397D4687C}"/>
              </a:ext>
            </a:extLst>
          </p:cNvPr>
          <p:cNvSpPr/>
          <p:nvPr/>
        </p:nvSpPr>
        <p:spPr bwMode="auto">
          <a:xfrm>
            <a:off x="3498299" y="4032328"/>
            <a:ext cx="533400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546FE84-24D1-4D19-B2CB-3C62D3695F4C}"/>
              </a:ext>
            </a:extLst>
          </p:cNvPr>
          <p:cNvCxnSpPr>
            <a:cxnSpLocks/>
          </p:cNvCxnSpPr>
          <p:nvPr/>
        </p:nvCxnSpPr>
        <p:spPr bwMode="auto">
          <a:xfrm>
            <a:off x="3267445" y="3610893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6E4BE66-CACC-487F-A2A9-AE45CEB67048}"/>
              </a:ext>
            </a:extLst>
          </p:cNvPr>
          <p:cNvSpPr txBox="1"/>
          <p:nvPr/>
        </p:nvSpPr>
        <p:spPr>
          <a:xfrm>
            <a:off x="6096000" y="481887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E14EBC-FB83-424E-9D80-DEAF92F030EE}"/>
              </a:ext>
            </a:extLst>
          </p:cNvPr>
          <p:cNvSpPr txBox="1"/>
          <p:nvPr/>
        </p:nvSpPr>
        <p:spPr>
          <a:xfrm>
            <a:off x="9300753" y="1417896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BBB89D3-92D7-434A-B644-89E2545EFD7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B7F2CD59-7A6F-4DE1-9D71-C90E8326EE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 descr="Logo COP3530">
              <a:extLst>
                <a:ext uri="{FF2B5EF4-FFF2-40B4-BE49-F238E27FC236}">
                  <a16:creationId xmlns:a16="http://schemas.microsoft.com/office/drawing/2014/main" id="{81B81C8B-8E84-438D-BD13-D594EFD782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43839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251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7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69D22D-1AF9-4312-B379-66323E043226}"/>
              </a:ext>
            </a:extLst>
          </p:cNvPr>
          <p:cNvGrpSpPr/>
          <p:nvPr/>
        </p:nvGrpSpPr>
        <p:grpSpPr>
          <a:xfrm>
            <a:off x="239486" y="2531783"/>
            <a:ext cx="2620728" cy="2260044"/>
            <a:chOff x="1410971" y="2305684"/>
            <a:chExt cx="2620728" cy="226004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E413426-75A0-4F69-B96A-A12FB7809172}"/>
                </a:ext>
              </a:extLst>
            </p:cNvPr>
            <p:cNvSpPr/>
            <p:nvPr/>
          </p:nvSpPr>
          <p:spPr bwMode="auto">
            <a:xfrm>
              <a:off x="2063078" y="2305684"/>
              <a:ext cx="533400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Oval 5">
              <a:extLst>
                <a:ext uri="{FF2B5EF4-FFF2-40B4-BE49-F238E27FC236}">
                  <a16:creationId xmlns:a16="http://schemas.microsoft.com/office/drawing/2014/main" id="{F1191FF2-A2A7-45CF-A947-B534D7086FDB}"/>
                </a:ext>
              </a:extLst>
            </p:cNvPr>
            <p:cNvSpPr/>
            <p:nvPr/>
          </p:nvSpPr>
          <p:spPr bwMode="auto">
            <a:xfrm>
              <a:off x="1410971" y="3213723"/>
              <a:ext cx="533400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Oval 5">
              <a:extLst>
                <a:ext uri="{FF2B5EF4-FFF2-40B4-BE49-F238E27FC236}">
                  <a16:creationId xmlns:a16="http://schemas.microsoft.com/office/drawing/2014/main" id="{FC156C3B-4516-4A2D-8955-E8EFD1CD5570}"/>
                </a:ext>
              </a:extLst>
            </p:cNvPr>
            <p:cNvSpPr/>
            <p:nvPr/>
          </p:nvSpPr>
          <p:spPr bwMode="auto">
            <a:xfrm>
              <a:off x="2734045" y="3213723"/>
              <a:ext cx="533400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1ADC06C-5479-4638-BA8E-31A347857306}"/>
                </a:ext>
              </a:extLst>
            </p:cNvPr>
            <p:cNvCxnSpPr>
              <a:cxnSpLocks/>
              <a:endCxn id="35" idx="0"/>
            </p:cNvCxnSpPr>
            <p:nvPr/>
          </p:nvCxnSpPr>
          <p:spPr bwMode="auto">
            <a:xfrm flipH="1">
              <a:off x="1677671" y="2792288"/>
              <a:ext cx="498182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7D35BA8-A34D-4727-B8E9-3EDC712B0FC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191" y="2792288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5">
              <a:extLst>
                <a:ext uri="{FF2B5EF4-FFF2-40B4-BE49-F238E27FC236}">
                  <a16:creationId xmlns:a16="http://schemas.microsoft.com/office/drawing/2014/main" id="{CE35B81D-D92C-4108-A528-9D8397D4687C}"/>
                </a:ext>
              </a:extLst>
            </p:cNvPr>
            <p:cNvSpPr/>
            <p:nvPr/>
          </p:nvSpPr>
          <p:spPr bwMode="auto">
            <a:xfrm>
              <a:off x="3498299" y="4032328"/>
              <a:ext cx="533400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546FE84-24D1-4D19-B2CB-3C62D3695F4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67445" y="3610893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6E4BE66-CACC-487F-A2A9-AE45CEB67048}"/>
              </a:ext>
            </a:extLst>
          </p:cNvPr>
          <p:cNvSpPr txBox="1"/>
          <p:nvPr/>
        </p:nvSpPr>
        <p:spPr>
          <a:xfrm>
            <a:off x="6096000" y="481887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E14EBC-FB83-424E-9D80-DEAF92F030EE}"/>
              </a:ext>
            </a:extLst>
          </p:cNvPr>
          <p:cNvSpPr txBox="1"/>
          <p:nvPr/>
        </p:nvSpPr>
        <p:spPr>
          <a:xfrm>
            <a:off x="9300753" y="1417896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73417EC-C017-4E46-9B62-E99846E5DE35}"/>
              </a:ext>
            </a:extLst>
          </p:cNvPr>
          <p:cNvSpPr/>
          <p:nvPr/>
        </p:nvSpPr>
        <p:spPr bwMode="auto">
          <a:xfrm>
            <a:off x="3388057" y="2441914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33" name="Oval 5">
            <a:extLst>
              <a:ext uri="{FF2B5EF4-FFF2-40B4-BE49-F238E27FC236}">
                <a16:creationId xmlns:a16="http://schemas.microsoft.com/office/drawing/2014/main" id="{BE59A10B-53BD-4E3B-AB25-38E00CF38FE4}"/>
              </a:ext>
            </a:extLst>
          </p:cNvPr>
          <p:cNvSpPr/>
          <p:nvPr/>
        </p:nvSpPr>
        <p:spPr bwMode="auto">
          <a:xfrm>
            <a:off x="2735950" y="3349953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34" name="Oval 5">
            <a:extLst>
              <a:ext uri="{FF2B5EF4-FFF2-40B4-BE49-F238E27FC236}">
                <a16:creationId xmlns:a16="http://schemas.microsoft.com/office/drawing/2014/main" id="{043FBFC7-187C-4E34-BEB2-BA0F652F27AC}"/>
              </a:ext>
            </a:extLst>
          </p:cNvPr>
          <p:cNvSpPr/>
          <p:nvPr/>
        </p:nvSpPr>
        <p:spPr bwMode="auto">
          <a:xfrm>
            <a:off x="4059024" y="3349953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C74253D-FB91-4FE3-A40E-84FC0D7D12BD}"/>
              </a:ext>
            </a:extLst>
          </p:cNvPr>
          <p:cNvCxnSpPr>
            <a:cxnSpLocks/>
            <a:endCxn id="33" idx="0"/>
          </p:cNvCxnSpPr>
          <p:nvPr/>
        </p:nvCxnSpPr>
        <p:spPr bwMode="auto">
          <a:xfrm flipH="1">
            <a:off x="2982191" y="2928518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71F3BD3-FD58-408F-A6C2-6788776E7CB5}"/>
              </a:ext>
            </a:extLst>
          </p:cNvPr>
          <p:cNvCxnSpPr>
            <a:cxnSpLocks/>
          </p:cNvCxnSpPr>
          <p:nvPr/>
        </p:nvCxnSpPr>
        <p:spPr bwMode="auto">
          <a:xfrm>
            <a:off x="3828170" y="2928518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5">
            <a:extLst>
              <a:ext uri="{FF2B5EF4-FFF2-40B4-BE49-F238E27FC236}">
                <a16:creationId xmlns:a16="http://schemas.microsoft.com/office/drawing/2014/main" id="{09487E7C-0E51-45B4-A1E2-2FC7270D6999}"/>
              </a:ext>
            </a:extLst>
          </p:cNvPr>
          <p:cNvSpPr/>
          <p:nvPr/>
        </p:nvSpPr>
        <p:spPr bwMode="auto">
          <a:xfrm>
            <a:off x="4823278" y="4168558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E73449C-52F9-44C6-AC5A-444BAF336C4C}"/>
              </a:ext>
            </a:extLst>
          </p:cNvPr>
          <p:cNvCxnSpPr>
            <a:cxnSpLocks/>
          </p:cNvCxnSpPr>
          <p:nvPr/>
        </p:nvCxnSpPr>
        <p:spPr bwMode="auto">
          <a:xfrm>
            <a:off x="4512810" y="3747123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791560A-1FE0-4D2A-B790-7B74E91591D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4" name="Picture 2">
              <a:extLst>
                <a:ext uri="{FF2B5EF4-FFF2-40B4-BE49-F238E27FC236}">
                  <a16:creationId xmlns:a16="http://schemas.microsoft.com/office/drawing/2014/main" id="{7F2F180B-B4E7-4428-8AF5-8E411A59EC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64" descr="Logo COP3530">
              <a:extLst>
                <a:ext uri="{FF2B5EF4-FFF2-40B4-BE49-F238E27FC236}">
                  <a16:creationId xmlns:a16="http://schemas.microsoft.com/office/drawing/2014/main" id="{1329400C-4909-4E82-9EAD-E3982AE279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261376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25128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7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69D22D-1AF9-4312-B379-66323E043226}"/>
              </a:ext>
            </a:extLst>
          </p:cNvPr>
          <p:cNvGrpSpPr/>
          <p:nvPr/>
        </p:nvGrpSpPr>
        <p:grpSpPr>
          <a:xfrm>
            <a:off x="239486" y="2531783"/>
            <a:ext cx="2620728" cy="2260044"/>
            <a:chOff x="1410971" y="2305684"/>
            <a:chExt cx="2620728" cy="226004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E413426-75A0-4F69-B96A-A12FB7809172}"/>
                </a:ext>
              </a:extLst>
            </p:cNvPr>
            <p:cNvSpPr/>
            <p:nvPr/>
          </p:nvSpPr>
          <p:spPr bwMode="auto">
            <a:xfrm>
              <a:off x="2063078" y="2305684"/>
              <a:ext cx="533400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Oval 5">
              <a:extLst>
                <a:ext uri="{FF2B5EF4-FFF2-40B4-BE49-F238E27FC236}">
                  <a16:creationId xmlns:a16="http://schemas.microsoft.com/office/drawing/2014/main" id="{F1191FF2-A2A7-45CF-A947-B534D7086FDB}"/>
                </a:ext>
              </a:extLst>
            </p:cNvPr>
            <p:cNvSpPr/>
            <p:nvPr/>
          </p:nvSpPr>
          <p:spPr bwMode="auto">
            <a:xfrm>
              <a:off x="1410971" y="3213723"/>
              <a:ext cx="533400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Oval 5">
              <a:extLst>
                <a:ext uri="{FF2B5EF4-FFF2-40B4-BE49-F238E27FC236}">
                  <a16:creationId xmlns:a16="http://schemas.microsoft.com/office/drawing/2014/main" id="{FC156C3B-4516-4A2D-8955-E8EFD1CD5570}"/>
                </a:ext>
              </a:extLst>
            </p:cNvPr>
            <p:cNvSpPr/>
            <p:nvPr/>
          </p:nvSpPr>
          <p:spPr bwMode="auto">
            <a:xfrm>
              <a:off x="2734045" y="3213723"/>
              <a:ext cx="533400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1ADC06C-5479-4638-BA8E-31A347857306}"/>
                </a:ext>
              </a:extLst>
            </p:cNvPr>
            <p:cNvCxnSpPr>
              <a:cxnSpLocks/>
              <a:endCxn id="35" idx="0"/>
            </p:cNvCxnSpPr>
            <p:nvPr/>
          </p:nvCxnSpPr>
          <p:spPr bwMode="auto">
            <a:xfrm flipH="1">
              <a:off x="1677671" y="2792288"/>
              <a:ext cx="498182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7D35BA8-A34D-4727-B8E9-3EDC712B0FC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191" y="2792288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5">
              <a:extLst>
                <a:ext uri="{FF2B5EF4-FFF2-40B4-BE49-F238E27FC236}">
                  <a16:creationId xmlns:a16="http://schemas.microsoft.com/office/drawing/2014/main" id="{CE35B81D-D92C-4108-A528-9D8397D4687C}"/>
                </a:ext>
              </a:extLst>
            </p:cNvPr>
            <p:cNvSpPr/>
            <p:nvPr/>
          </p:nvSpPr>
          <p:spPr bwMode="auto">
            <a:xfrm>
              <a:off x="3498299" y="4032328"/>
              <a:ext cx="533400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546FE84-24D1-4D19-B2CB-3C62D3695F4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67445" y="3610893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6E4BE66-CACC-487F-A2A9-AE45CEB67048}"/>
              </a:ext>
            </a:extLst>
          </p:cNvPr>
          <p:cNvSpPr txBox="1"/>
          <p:nvPr/>
        </p:nvSpPr>
        <p:spPr>
          <a:xfrm>
            <a:off x="6096000" y="481887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E14EBC-FB83-424E-9D80-DEAF92F030EE}"/>
              </a:ext>
            </a:extLst>
          </p:cNvPr>
          <p:cNvSpPr txBox="1"/>
          <p:nvPr/>
        </p:nvSpPr>
        <p:spPr>
          <a:xfrm>
            <a:off x="9300753" y="1417896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73417EC-C017-4E46-9B62-E99846E5DE35}"/>
              </a:ext>
            </a:extLst>
          </p:cNvPr>
          <p:cNvSpPr/>
          <p:nvPr/>
        </p:nvSpPr>
        <p:spPr bwMode="auto">
          <a:xfrm>
            <a:off x="3388057" y="2441914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33" name="Oval 5">
            <a:extLst>
              <a:ext uri="{FF2B5EF4-FFF2-40B4-BE49-F238E27FC236}">
                <a16:creationId xmlns:a16="http://schemas.microsoft.com/office/drawing/2014/main" id="{BE59A10B-53BD-4E3B-AB25-38E00CF38FE4}"/>
              </a:ext>
            </a:extLst>
          </p:cNvPr>
          <p:cNvSpPr/>
          <p:nvPr/>
        </p:nvSpPr>
        <p:spPr bwMode="auto">
          <a:xfrm>
            <a:off x="2735950" y="3349953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34" name="Oval 5">
            <a:extLst>
              <a:ext uri="{FF2B5EF4-FFF2-40B4-BE49-F238E27FC236}">
                <a16:creationId xmlns:a16="http://schemas.microsoft.com/office/drawing/2014/main" id="{043FBFC7-187C-4E34-BEB2-BA0F652F27AC}"/>
              </a:ext>
            </a:extLst>
          </p:cNvPr>
          <p:cNvSpPr/>
          <p:nvPr/>
        </p:nvSpPr>
        <p:spPr bwMode="auto">
          <a:xfrm>
            <a:off x="4059024" y="3349953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C74253D-FB91-4FE3-A40E-84FC0D7D12BD}"/>
              </a:ext>
            </a:extLst>
          </p:cNvPr>
          <p:cNvCxnSpPr>
            <a:cxnSpLocks/>
            <a:endCxn id="33" idx="0"/>
          </p:cNvCxnSpPr>
          <p:nvPr/>
        </p:nvCxnSpPr>
        <p:spPr bwMode="auto">
          <a:xfrm flipH="1">
            <a:off x="2982191" y="2928518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71F3BD3-FD58-408F-A6C2-6788776E7CB5}"/>
              </a:ext>
            </a:extLst>
          </p:cNvPr>
          <p:cNvCxnSpPr>
            <a:cxnSpLocks/>
          </p:cNvCxnSpPr>
          <p:nvPr/>
        </p:nvCxnSpPr>
        <p:spPr bwMode="auto">
          <a:xfrm>
            <a:off x="3828170" y="2928518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5">
            <a:extLst>
              <a:ext uri="{FF2B5EF4-FFF2-40B4-BE49-F238E27FC236}">
                <a16:creationId xmlns:a16="http://schemas.microsoft.com/office/drawing/2014/main" id="{09487E7C-0E51-45B4-A1E2-2FC7270D6999}"/>
              </a:ext>
            </a:extLst>
          </p:cNvPr>
          <p:cNvSpPr/>
          <p:nvPr/>
        </p:nvSpPr>
        <p:spPr bwMode="auto">
          <a:xfrm>
            <a:off x="4823278" y="4168558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E73449C-52F9-44C6-AC5A-444BAF336C4C}"/>
              </a:ext>
            </a:extLst>
          </p:cNvPr>
          <p:cNvCxnSpPr>
            <a:cxnSpLocks/>
          </p:cNvCxnSpPr>
          <p:nvPr/>
        </p:nvCxnSpPr>
        <p:spPr bwMode="auto">
          <a:xfrm>
            <a:off x="4512810" y="3747123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1A801406-2D04-4844-98BA-90955733448C}"/>
              </a:ext>
            </a:extLst>
          </p:cNvPr>
          <p:cNvSpPr/>
          <p:nvPr/>
        </p:nvSpPr>
        <p:spPr bwMode="auto">
          <a:xfrm>
            <a:off x="3540457" y="4449243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64" name="Oval 5">
            <a:extLst>
              <a:ext uri="{FF2B5EF4-FFF2-40B4-BE49-F238E27FC236}">
                <a16:creationId xmlns:a16="http://schemas.microsoft.com/office/drawing/2014/main" id="{2E315F0D-9F30-4A7D-9220-510ED498D1A2}"/>
              </a:ext>
            </a:extLst>
          </p:cNvPr>
          <p:cNvSpPr/>
          <p:nvPr/>
        </p:nvSpPr>
        <p:spPr bwMode="auto">
          <a:xfrm>
            <a:off x="2888350" y="5357282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5" name="Oval 5">
            <a:extLst>
              <a:ext uri="{FF2B5EF4-FFF2-40B4-BE49-F238E27FC236}">
                <a16:creationId xmlns:a16="http://schemas.microsoft.com/office/drawing/2014/main" id="{F87CF004-1F58-4657-A4F7-9E55ACE9F215}"/>
              </a:ext>
            </a:extLst>
          </p:cNvPr>
          <p:cNvSpPr/>
          <p:nvPr/>
        </p:nvSpPr>
        <p:spPr bwMode="auto">
          <a:xfrm>
            <a:off x="4211424" y="5357282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BB60F8D-28FA-4DC3-A2FE-C294A4A589C6}"/>
              </a:ext>
            </a:extLst>
          </p:cNvPr>
          <p:cNvCxnSpPr>
            <a:cxnSpLocks/>
            <a:endCxn id="64" idx="0"/>
          </p:cNvCxnSpPr>
          <p:nvPr/>
        </p:nvCxnSpPr>
        <p:spPr bwMode="auto">
          <a:xfrm flipH="1">
            <a:off x="3134591" y="4935847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3B5C770-D315-4F62-81C6-F45B3E1C6366}"/>
              </a:ext>
            </a:extLst>
          </p:cNvPr>
          <p:cNvCxnSpPr>
            <a:cxnSpLocks/>
          </p:cNvCxnSpPr>
          <p:nvPr/>
        </p:nvCxnSpPr>
        <p:spPr bwMode="auto">
          <a:xfrm>
            <a:off x="3980570" y="4935847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5">
            <a:extLst>
              <a:ext uri="{FF2B5EF4-FFF2-40B4-BE49-F238E27FC236}">
                <a16:creationId xmlns:a16="http://schemas.microsoft.com/office/drawing/2014/main" id="{1E64A9CE-628F-4680-AE89-152FF96C62BF}"/>
              </a:ext>
            </a:extLst>
          </p:cNvPr>
          <p:cNvSpPr/>
          <p:nvPr/>
        </p:nvSpPr>
        <p:spPr bwMode="auto">
          <a:xfrm>
            <a:off x="4975678" y="6175887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BBBC912-B1CB-4C52-886E-61AF2201BE87}"/>
              </a:ext>
            </a:extLst>
          </p:cNvPr>
          <p:cNvCxnSpPr>
            <a:cxnSpLocks/>
          </p:cNvCxnSpPr>
          <p:nvPr/>
        </p:nvCxnSpPr>
        <p:spPr bwMode="auto">
          <a:xfrm>
            <a:off x="4665210" y="5754452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6281492-44B3-4945-A8F7-469E2189B407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1" name="Picture 2">
              <a:extLst>
                <a:ext uri="{FF2B5EF4-FFF2-40B4-BE49-F238E27FC236}">
                  <a16:creationId xmlns:a16="http://schemas.microsoft.com/office/drawing/2014/main" id="{CCBF89D0-47A7-4837-B84E-505CA9F762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" name="Picture 71" descr="Logo COP3530">
              <a:extLst>
                <a:ext uri="{FF2B5EF4-FFF2-40B4-BE49-F238E27FC236}">
                  <a16:creationId xmlns:a16="http://schemas.microsoft.com/office/drawing/2014/main" id="{08C2BB63-4E8E-4274-8517-5552990A41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544359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6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1A801406-2D04-4844-98BA-90955733448C}"/>
              </a:ext>
            </a:extLst>
          </p:cNvPr>
          <p:cNvSpPr/>
          <p:nvPr/>
        </p:nvSpPr>
        <p:spPr bwMode="auto">
          <a:xfrm>
            <a:off x="2160543" y="2265082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64" name="Oval 5">
            <a:extLst>
              <a:ext uri="{FF2B5EF4-FFF2-40B4-BE49-F238E27FC236}">
                <a16:creationId xmlns:a16="http://schemas.microsoft.com/office/drawing/2014/main" id="{2E315F0D-9F30-4A7D-9220-510ED498D1A2}"/>
              </a:ext>
            </a:extLst>
          </p:cNvPr>
          <p:cNvSpPr/>
          <p:nvPr/>
        </p:nvSpPr>
        <p:spPr bwMode="auto">
          <a:xfrm>
            <a:off x="1508436" y="317312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5" name="Oval 5">
            <a:extLst>
              <a:ext uri="{FF2B5EF4-FFF2-40B4-BE49-F238E27FC236}">
                <a16:creationId xmlns:a16="http://schemas.microsoft.com/office/drawing/2014/main" id="{F87CF004-1F58-4657-A4F7-9E55ACE9F215}"/>
              </a:ext>
            </a:extLst>
          </p:cNvPr>
          <p:cNvSpPr/>
          <p:nvPr/>
        </p:nvSpPr>
        <p:spPr bwMode="auto">
          <a:xfrm>
            <a:off x="2831510" y="317312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BB60F8D-28FA-4DC3-A2FE-C294A4A589C6}"/>
              </a:ext>
            </a:extLst>
          </p:cNvPr>
          <p:cNvCxnSpPr>
            <a:cxnSpLocks/>
            <a:endCxn id="64" idx="0"/>
          </p:cNvCxnSpPr>
          <p:nvPr/>
        </p:nvCxnSpPr>
        <p:spPr bwMode="auto">
          <a:xfrm flipH="1">
            <a:off x="1754677" y="2751686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3B5C770-D315-4F62-81C6-F45B3E1C6366}"/>
              </a:ext>
            </a:extLst>
          </p:cNvPr>
          <p:cNvCxnSpPr>
            <a:cxnSpLocks/>
          </p:cNvCxnSpPr>
          <p:nvPr/>
        </p:nvCxnSpPr>
        <p:spPr bwMode="auto">
          <a:xfrm>
            <a:off x="2600656" y="2751686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5">
            <a:extLst>
              <a:ext uri="{FF2B5EF4-FFF2-40B4-BE49-F238E27FC236}">
                <a16:creationId xmlns:a16="http://schemas.microsoft.com/office/drawing/2014/main" id="{1E64A9CE-628F-4680-AE89-152FF96C62BF}"/>
              </a:ext>
            </a:extLst>
          </p:cNvPr>
          <p:cNvSpPr/>
          <p:nvPr/>
        </p:nvSpPr>
        <p:spPr bwMode="auto">
          <a:xfrm>
            <a:off x="3595764" y="3991726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BBBC912-B1CB-4C52-886E-61AF2201BE87}"/>
              </a:ext>
            </a:extLst>
          </p:cNvPr>
          <p:cNvCxnSpPr>
            <a:cxnSpLocks/>
          </p:cNvCxnSpPr>
          <p:nvPr/>
        </p:nvCxnSpPr>
        <p:spPr bwMode="auto">
          <a:xfrm>
            <a:off x="3285296" y="3570291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AE53AA7-8B0A-40BD-99A0-C073F978E187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70611787-EABE-4AE1-A1E6-CDF0603619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Logo COP3530">
              <a:extLst>
                <a:ext uri="{FF2B5EF4-FFF2-40B4-BE49-F238E27FC236}">
                  <a16:creationId xmlns:a16="http://schemas.microsoft.com/office/drawing/2014/main" id="{6FCE655D-F8C9-4F12-932B-5320EA6D7D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827373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6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1A801406-2D04-4844-98BA-90955733448C}"/>
              </a:ext>
            </a:extLst>
          </p:cNvPr>
          <p:cNvSpPr/>
          <p:nvPr/>
        </p:nvSpPr>
        <p:spPr bwMode="auto">
          <a:xfrm>
            <a:off x="2160543" y="2265082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64" name="Oval 5">
            <a:extLst>
              <a:ext uri="{FF2B5EF4-FFF2-40B4-BE49-F238E27FC236}">
                <a16:creationId xmlns:a16="http://schemas.microsoft.com/office/drawing/2014/main" id="{2E315F0D-9F30-4A7D-9220-510ED498D1A2}"/>
              </a:ext>
            </a:extLst>
          </p:cNvPr>
          <p:cNvSpPr/>
          <p:nvPr/>
        </p:nvSpPr>
        <p:spPr bwMode="auto">
          <a:xfrm>
            <a:off x="1508436" y="317312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5" name="Oval 5">
            <a:extLst>
              <a:ext uri="{FF2B5EF4-FFF2-40B4-BE49-F238E27FC236}">
                <a16:creationId xmlns:a16="http://schemas.microsoft.com/office/drawing/2014/main" id="{F87CF004-1F58-4657-A4F7-9E55ACE9F215}"/>
              </a:ext>
            </a:extLst>
          </p:cNvPr>
          <p:cNvSpPr/>
          <p:nvPr/>
        </p:nvSpPr>
        <p:spPr bwMode="auto">
          <a:xfrm>
            <a:off x="2831510" y="317312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BB60F8D-28FA-4DC3-A2FE-C294A4A589C6}"/>
              </a:ext>
            </a:extLst>
          </p:cNvPr>
          <p:cNvCxnSpPr>
            <a:cxnSpLocks/>
            <a:endCxn id="64" idx="0"/>
          </p:cNvCxnSpPr>
          <p:nvPr/>
        </p:nvCxnSpPr>
        <p:spPr bwMode="auto">
          <a:xfrm flipH="1">
            <a:off x="1754677" y="2751686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3B5C770-D315-4F62-81C6-F45B3E1C6366}"/>
              </a:ext>
            </a:extLst>
          </p:cNvPr>
          <p:cNvCxnSpPr>
            <a:cxnSpLocks/>
          </p:cNvCxnSpPr>
          <p:nvPr/>
        </p:nvCxnSpPr>
        <p:spPr bwMode="auto">
          <a:xfrm>
            <a:off x="2600656" y="2751686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5">
            <a:extLst>
              <a:ext uri="{FF2B5EF4-FFF2-40B4-BE49-F238E27FC236}">
                <a16:creationId xmlns:a16="http://schemas.microsoft.com/office/drawing/2014/main" id="{1E64A9CE-628F-4680-AE89-152FF96C62BF}"/>
              </a:ext>
            </a:extLst>
          </p:cNvPr>
          <p:cNvSpPr/>
          <p:nvPr/>
        </p:nvSpPr>
        <p:spPr bwMode="auto">
          <a:xfrm>
            <a:off x="3595764" y="3991726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BBBC912-B1CB-4C52-886E-61AF2201BE87}"/>
              </a:ext>
            </a:extLst>
          </p:cNvPr>
          <p:cNvCxnSpPr>
            <a:cxnSpLocks/>
          </p:cNvCxnSpPr>
          <p:nvPr/>
        </p:nvCxnSpPr>
        <p:spPr bwMode="auto">
          <a:xfrm>
            <a:off x="3285296" y="3570291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5">
            <a:extLst>
              <a:ext uri="{FF2B5EF4-FFF2-40B4-BE49-F238E27FC236}">
                <a16:creationId xmlns:a16="http://schemas.microsoft.com/office/drawing/2014/main" id="{77CF25DC-A19C-4CA7-A64A-61B93E8D457B}"/>
              </a:ext>
            </a:extLst>
          </p:cNvPr>
          <p:cNvSpPr/>
          <p:nvPr/>
        </p:nvSpPr>
        <p:spPr bwMode="auto">
          <a:xfrm>
            <a:off x="3006634" y="4981972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B2F88E2-0E62-4E78-B286-DC3A12DB3C19}"/>
              </a:ext>
            </a:extLst>
          </p:cNvPr>
          <p:cNvCxnSpPr>
            <a:cxnSpLocks/>
          </p:cNvCxnSpPr>
          <p:nvPr/>
        </p:nvCxnSpPr>
        <p:spPr bwMode="auto">
          <a:xfrm flipH="1">
            <a:off x="3220441" y="4560537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31CC896-5AF5-437F-A919-F39E480AFAC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522A12A8-E8D6-44A1-955B-69CCDDBD61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33" descr="Logo COP3530">
              <a:extLst>
                <a:ext uri="{FF2B5EF4-FFF2-40B4-BE49-F238E27FC236}">
                  <a16:creationId xmlns:a16="http://schemas.microsoft.com/office/drawing/2014/main" id="{2A2D4C8E-42CC-42A4-82EB-6649CED6F1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089068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6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1A801406-2D04-4844-98BA-90955733448C}"/>
              </a:ext>
            </a:extLst>
          </p:cNvPr>
          <p:cNvSpPr/>
          <p:nvPr/>
        </p:nvSpPr>
        <p:spPr bwMode="auto">
          <a:xfrm>
            <a:off x="2160543" y="2265082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64" name="Oval 5">
            <a:extLst>
              <a:ext uri="{FF2B5EF4-FFF2-40B4-BE49-F238E27FC236}">
                <a16:creationId xmlns:a16="http://schemas.microsoft.com/office/drawing/2014/main" id="{2E315F0D-9F30-4A7D-9220-510ED498D1A2}"/>
              </a:ext>
            </a:extLst>
          </p:cNvPr>
          <p:cNvSpPr/>
          <p:nvPr/>
        </p:nvSpPr>
        <p:spPr bwMode="auto">
          <a:xfrm>
            <a:off x="1508436" y="317312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5" name="Oval 5">
            <a:extLst>
              <a:ext uri="{FF2B5EF4-FFF2-40B4-BE49-F238E27FC236}">
                <a16:creationId xmlns:a16="http://schemas.microsoft.com/office/drawing/2014/main" id="{F87CF004-1F58-4657-A4F7-9E55ACE9F215}"/>
              </a:ext>
            </a:extLst>
          </p:cNvPr>
          <p:cNvSpPr/>
          <p:nvPr/>
        </p:nvSpPr>
        <p:spPr bwMode="auto">
          <a:xfrm>
            <a:off x="2831510" y="317312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BB60F8D-28FA-4DC3-A2FE-C294A4A589C6}"/>
              </a:ext>
            </a:extLst>
          </p:cNvPr>
          <p:cNvCxnSpPr>
            <a:cxnSpLocks/>
            <a:endCxn id="64" idx="0"/>
          </p:cNvCxnSpPr>
          <p:nvPr/>
        </p:nvCxnSpPr>
        <p:spPr bwMode="auto">
          <a:xfrm flipH="1">
            <a:off x="1754677" y="2751686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3B5C770-D315-4F62-81C6-F45B3E1C6366}"/>
              </a:ext>
            </a:extLst>
          </p:cNvPr>
          <p:cNvCxnSpPr>
            <a:cxnSpLocks/>
          </p:cNvCxnSpPr>
          <p:nvPr/>
        </p:nvCxnSpPr>
        <p:spPr bwMode="auto">
          <a:xfrm>
            <a:off x="2600656" y="2751686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5">
            <a:extLst>
              <a:ext uri="{FF2B5EF4-FFF2-40B4-BE49-F238E27FC236}">
                <a16:creationId xmlns:a16="http://schemas.microsoft.com/office/drawing/2014/main" id="{1E64A9CE-628F-4680-AE89-152FF96C62BF}"/>
              </a:ext>
            </a:extLst>
          </p:cNvPr>
          <p:cNvSpPr/>
          <p:nvPr/>
        </p:nvSpPr>
        <p:spPr bwMode="auto">
          <a:xfrm>
            <a:off x="3595764" y="3991726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BBBC912-B1CB-4C52-886E-61AF2201BE87}"/>
              </a:ext>
            </a:extLst>
          </p:cNvPr>
          <p:cNvCxnSpPr>
            <a:cxnSpLocks/>
          </p:cNvCxnSpPr>
          <p:nvPr/>
        </p:nvCxnSpPr>
        <p:spPr bwMode="auto">
          <a:xfrm>
            <a:off x="3285296" y="3570291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5">
            <a:extLst>
              <a:ext uri="{FF2B5EF4-FFF2-40B4-BE49-F238E27FC236}">
                <a16:creationId xmlns:a16="http://schemas.microsoft.com/office/drawing/2014/main" id="{77CF25DC-A19C-4CA7-A64A-61B93E8D457B}"/>
              </a:ext>
            </a:extLst>
          </p:cNvPr>
          <p:cNvSpPr/>
          <p:nvPr/>
        </p:nvSpPr>
        <p:spPr bwMode="auto">
          <a:xfrm>
            <a:off x="3006634" y="4981972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B2F88E2-0E62-4E78-B286-DC3A12DB3C19}"/>
              </a:ext>
            </a:extLst>
          </p:cNvPr>
          <p:cNvCxnSpPr>
            <a:cxnSpLocks/>
          </p:cNvCxnSpPr>
          <p:nvPr/>
        </p:nvCxnSpPr>
        <p:spPr bwMode="auto">
          <a:xfrm flipH="1">
            <a:off x="3220441" y="4560537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D351EC9-60CE-4DDC-AB0B-7A530F9495C1}"/>
              </a:ext>
            </a:extLst>
          </p:cNvPr>
          <p:cNvSpPr txBox="1"/>
          <p:nvPr/>
        </p:nvSpPr>
        <p:spPr>
          <a:xfrm>
            <a:off x="6142280" y="925968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BE21C6-0FEF-4403-9B80-47B85509490F}"/>
              </a:ext>
            </a:extLst>
          </p:cNvPr>
          <p:cNvSpPr txBox="1"/>
          <p:nvPr/>
        </p:nvSpPr>
        <p:spPr>
          <a:xfrm>
            <a:off x="5899806" y="1471290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06857AE-B7FF-42B8-AADD-FA2183C27783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10E62460-9E5A-4ED5-8608-4AC22F7E93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35" descr="Logo COP3530">
              <a:extLst>
                <a:ext uri="{FF2B5EF4-FFF2-40B4-BE49-F238E27FC236}">
                  <a16:creationId xmlns:a16="http://schemas.microsoft.com/office/drawing/2014/main" id="{6937F8F7-6A03-4B1A-8B58-4BC9D7662B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815390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6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1A801406-2D04-4844-98BA-90955733448C}"/>
              </a:ext>
            </a:extLst>
          </p:cNvPr>
          <p:cNvSpPr/>
          <p:nvPr/>
        </p:nvSpPr>
        <p:spPr bwMode="auto">
          <a:xfrm>
            <a:off x="2160543" y="2265082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64" name="Oval 5">
            <a:extLst>
              <a:ext uri="{FF2B5EF4-FFF2-40B4-BE49-F238E27FC236}">
                <a16:creationId xmlns:a16="http://schemas.microsoft.com/office/drawing/2014/main" id="{2E315F0D-9F30-4A7D-9220-510ED498D1A2}"/>
              </a:ext>
            </a:extLst>
          </p:cNvPr>
          <p:cNvSpPr/>
          <p:nvPr/>
        </p:nvSpPr>
        <p:spPr bwMode="auto">
          <a:xfrm>
            <a:off x="1508436" y="317312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5" name="Oval 5">
            <a:extLst>
              <a:ext uri="{FF2B5EF4-FFF2-40B4-BE49-F238E27FC236}">
                <a16:creationId xmlns:a16="http://schemas.microsoft.com/office/drawing/2014/main" id="{F87CF004-1F58-4657-A4F7-9E55ACE9F215}"/>
              </a:ext>
            </a:extLst>
          </p:cNvPr>
          <p:cNvSpPr/>
          <p:nvPr/>
        </p:nvSpPr>
        <p:spPr bwMode="auto">
          <a:xfrm>
            <a:off x="2831510" y="317312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BB60F8D-28FA-4DC3-A2FE-C294A4A589C6}"/>
              </a:ext>
            </a:extLst>
          </p:cNvPr>
          <p:cNvCxnSpPr>
            <a:cxnSpLocks/>
            <a:endCxn id="64" idx="0"/>
          </p:cNvCxnSpPr>
          <p:nvPr/>
        </p:nvCxnSpPr>
        <p:spPr bwMode="auto">
          <a:xfrm flipH="1">
            <a:off x="1754677" y="2751686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3B5C770-D315-4F62-81C6-F45B3E1C6366}"/>
              </a:ext>
            </a:extLst>
          </p:cNvPr>
          <p:cNvCxnSpPr>
            <a:cxnSpLocks/>
          </p:cNvCxnSpPr>
          <p:nvPr/>
        </p:nvCxnSpPr>
        <p:spPr bwMode="auto">
          <a:xfrm>
            <a:off x="2600656" y="2751686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5">
            <a:extLst>
              <a:ext uri="{FF2B5EF4-FFF2-40B4-BE49-F238E27FC236}">
                <a16:creationId xmlns:a16="http://schemas.microsoft.com/office/drawing/2014/main" id="{1E64A9CE-628F-4680-AE89-152FF96C62BF}"/>
              </a:ext>
            </a:extLst>
          </p:cNvPr>
          <p:cNvSpPr/>
          <p:nvPr/>
        </p:nvSpPr>
        <p:spPr bwMode="auto">
          <a:xfrm>
            <a:off x="3595764" y="3991726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BBBC912-B1CB-4C52-886E-61AF2201BE87}"/>
              </a:ext>
            </a:extLst>
          </p:cNvPr>
          <p:cNvCxnSpPr>
            <a:cxnSpLocks/>
          </p:cNvCxnSpPr>
          <p:nvPr/>
        </p:nvCxnSpPr>
        <p:spPr bwMode="auto">
          <a:xfrm>
            <a:off x="3285296" y="3570291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5">
            <a:extLst>
              <a:ext uri="{FF2B5EF4-FFF2-40B4-BE49-F238E27FC236}">
                <a16:creationId xmlns:a16="http://schemas.microsoft.com/office/drawing/2014/main" id="{77CF25DC-A19C-4CA7-A64A-61B93E8D457B}"/>
              </a:ext>
            </a:extLst>
          </p:cNvPr>
          <p:cNvSpPr/>
          <p:nvPr/>
        </p:nvSpPr>
        <p:spPr bwMode="auto">
          <a:xfrm>
            <a:off x="3006634" y="4981972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B2F88E2-0E62-4E78-B286-DC3A12DB3C19}"/>
              </a:ext>
            </a:extLst>
          </p:cNvPr>
          <p:cNvCxnSpPr>
            <a:cxnSpLocks/>
          </p:cNvCxnSpPr>
          <p:nvPr/>
        </p:nvCxnSpPr>
        <p:spPr bwMode="auto">
          <a:xfrm flipH="1">
            <a:off x="3220441" y="4560537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D351EC9-60CE-4DDC-AB0B-7A530F9495C1}"/>
              </a:ext>
            </a:extLst>
          </p:cNvPr>
          <p:cNvSpPr txBox="1"/>
          <p:nvPr/>
        </p:nvSpPr>
        <p:spPr>
          <a:xfrm>
            <a:off x="6142280" y="925968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BE21C6-0FEF-4403-9B80-47B85509490F}"/>
              </a:ext>
            </a:extLst>
          </p:cNvPr>
          <p:cNvSpPr txBox="1"/>
          <p:nvPr/>
        </p:nvSpPr>
        <p:spPr>
          <a:xfrm>
            <a:off x="5899806" y="1471290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AE3FCC-0407-4D11-A1C1-263E8C5F4FFD}"/>
              </a:ext>
            </a:extLst>
          </p:cNvPr>
          <p:cNvSpPr txBox="1"/>
          <p:nvPr/>
        </p:nvSpPr>
        <p:spPr>
          <a:xfrm>
            <a:off x="2518420" y="3058880"/>
            <a:ext cx="1804199" cy="258532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83AD311-C362-4353-95D8-69E837426420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40AB98A4-228A-4343-BD49-42C3EF89B2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36" descr="Logo COP3530">
              <a:extLst>
                <a:ext uri="{FF2B5EF4-FFF2-40B4-BE49-F238E27FC236}">
                  <a16:creationId xmlns:a16="http://schemas.microsoft.com/office/drawing/2014/main" id="{362C3D71-8C94-492C-B239-D71D4D95D6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5851192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6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1A801406-2D04-4844-98BA-90955733448C}"/>
              </a:ext>
            </a:extLst>
          </p:cNvPr>
          <p:cNvSpPr/>
          <p:nvPr/>
        </p:nvSpPr>
        <p:spPr bwMode="auto">
          <a:xfrm>
            <a:off x="2160543" y="2265082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64" name="Oval 5">
            <a:extLst>
              <a:ext uri="{FF2B5EF4-FFF2-40B4-BE49-F238E27FC236}">
                <a16:creationId xmlns:a16="http://schemas.microsoft.com/office/drawing/2014/main" id="{2E315F0D-9F30-4A7D-9220-510ED498D1A2}"/>
              </a:ext>
            </a:extLst>
          </p:cNvPr>
          <p:cNvSpPr/>
          <p:nvPr/>
        </p:nvSpPr>
        <p:spPr bwMode="auto">
          <a:xfrm>
            <a:off x="1508436" y="317312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65" name="Oval 5">
            <a:extLst>
              <a:ext uri="{FF2B5EF4-FFF2-40B4-BE49-F238E27FC236}">
                <a16:creationId xmlns:a16="http://schemas.microsoft.com/office/drawing/2014/main" id="{F87CF004-1F58-4657-A4F7-9E55ACE9F215}"/>
              </a:ext>
            </a:extLst>
          </p:cNvPr>
          <p:cNvSpPr/>
          <p:nvPr/>
        </p:nvSpPr>
        <p:spPr bwMode="auto">
          <a:xfrm>
            <a:off x="2831510" y="317312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BB60F8D-28FA-4DC3-A2FE-C294A4A589C6}"/>
              </a:ext>
            </a:extLst>
          </p:cNvPr>
          <p:cNvCxnSpPr>
            <a:cxnSpLocks/>
            <a:endCxn id="64" idx="0"/>
          </p:cNvCxnSpPr>
          <p:nvPr/>
        </p:nvCxnSpPr>
        <p:spPr bwMode="auto">
          <a:xfrm flipH="1">
            <a:off x="1754677" y="2751686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3B5C770-D315-4F62-81C6-F45B3E1C6366}"/>
              </a:ext>
            </a:extLst>
          </p:cNvPr>
          <p:cNvCxnSpPr>
            <a:cxnSpLocks/>
          </p:cNvCxnSpPr>
          <p:nvPr/>
        </p:nvCxnSpPr>
        <p:spPr bwMode="auto">
          <a:xfrm>
            <a:off x="2600656" y="2751686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5">
            <a:extLst>
              <a:ext uri="{FF2B5EF4-FFF2-40B4-BE49-F238E27FC236}">
                <a16:creationId xmlns:a16="http://schemas.microsoft.com/office/drawing/2014/main" id="{1E64A9CE-628F-4680-AE89-152FF96C62BF}"/>
              </a:ext>
            </a:extLst>
          </p:cNvPr>
          <p:cNvSpPr/>
          <p:nvPr/>
        </p:nvSpPr>
        <p:spPr bwMode="auto">
          <a:xfrm>
            <a:off x="3595764" y="3991726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BBBC912-B1CB-4C52-886E-61AF2201BE87}"/>
              </a:ext>
            </a:extLst>
          </p:cNvPr>
          <p:cNvCxnSpPr>
            <a:cxnSpLocks/>
          </p:cNvCxnSpPr>
          <p:nvPr/>
        </p:nvCxnSpPr>
        <p:spPr bwMode="auto">
          <a:xfrm>
            <a:off x="3285296" y="3570291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5">
            <a:extLst>
              <a:ext uri="{FF2B5EF4-FFF2-40B4-BE49-F238E27FC236}">
                <a16:creationId xmlns:a16="http://schemas.microsoft.com/office/drawing/2014/main" id="{77CF25DC-A19C-4CA7-A64A-61B93E8D457B}"/>
              </a:ext>
            </a:extLst>
          </p:cNvPr>
          <p:cNvSpPr/>
          <p:nvPr/>
        </p:nvSpPr>
        <p:spPr bwMode="auto">
          <a:xfrm>
            <a:off x="3006634" y="4981972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6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B2F88E2-0E62-4E78-B286-DC3A12DB3C19}"/>
              </a:ext>
            </a:extLst>
          </p:cNvPr>
          <p:cNvCxnSpPr>
            <a:cxnSpLocks/>
          </p:cNvCxnSpPr>
          <p:nvPr/>
        </p:nvCxnSpPr>
        <p:spPr bwMode="auto">
          <a:xfrm flipH="1">
            <a:off x="3220441" y="4560537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D351EC9-60CE-4DDC-AB0B-7A530F9495C1}"/>
              </a:ext>
            </a:extLst>
          </p:cNvPr>
          <p:cNvSpPr txBox="1"/>
          <p:nvPr/>
        </p:nvSpPr>
        <p:spPr>
          <a:xfrm>
            <a:off x="6142280" y="925968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BE21C6-0FEF-4403-9B80-47B85509490F}"/>
              </a:ext>
            </a:extLst>
          </p:cNvPr>
          <p:cNvSpPr txBox="1"/>
          <p:nvPr/>
        </p:nvSpPr>
        <p:spPr>
          <a:xfrm>
            <a:off x="5899806" y="1471290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AE3FCC-0407-4D11-A1C1-263E8C5F4FFD}"/>
              </a:ext>
            </a:extLst>
          </p:cNvPr>
          <p:cNvSpPr txBox="1"/>
          <p:nvPr/>
        </p:nvSpPr>
        <p:spPr>
          <a:xfrm>
            <a:off x="2518420" y="3058880"/>
            <a:ext cx="1804199" cy="258532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691FA87-8166-4D2F-8AEF-1918400A835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2026785C-1C04-4657-B4EF-23781B1D72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36" descr="Logo COP3530">
              <a:extLst>
                <a:ext uri="{FF2B5EF4-FFF2-40B4-BE49-F238E27FC236}">
                  <a16:creationId xmlns:a16="http://schemas.microsoft.com/office/drawing/2014/main" id="{02AF7F18-C04D-47D4-A1B1-586FF9E8D7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623691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6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D351EC9-60CE-4DDC-AB0B-7A530F9495C1}"/>
              </a:ext>
            </a:extLst>
          </p:cNvPr>
          <p:cNvSpPr txBox="1"/>
          <p:nvPr/>
        </p:nvSpPr>
        <p:spPr>
          <a:xfrm>
            <a:off x="6142280" y="925968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BE21C6-0FEF-4403-9B80-47B85509490F}"/>
              </a:ext>
            </a:extLst>
          </p:cNvPr>
          <p:cNvSpPr txBox="1"/>
          <p:nvPr/>
        </p:nvSpPr>
        <p:spPr>
          <a:xfrm>
            <a:off x="5899806" y="1471290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6E69BB-6B19-40E0-8ED3-560F068609D5}"/>
              </a:ext>
            </a:extLst>
          </p:cNvPr>
          <p:cNvGrpSpPr/>
          <p:nvPr/>
        </p:nvGrpSpPr>
        <p:grpSpPr>
          <a:xfrm>
            <a:off x="245512" y="2344552"/>
            <a:ext cx="2661893" cy="3379121"/>
            <a:chOff x="1508436" y="2265082"/>
            <a:chExt cx="2661893" cy="337912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A801406-2D04-4844-98BA-90955733448C}"/>
                </a:ext>
              </a:extLst>
            </p:cNvPr>
            <p:cNvSpPr/>
            <p:nvPr/>
          </p:nvSpPr>
          <p:spPr bwMode="auto">
            <a:xfrm>
              <a:off x="2160543" y="2265082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Oval 5">
              <a:extLst>
                <a:ext uri="{FF2B5EF4-FFF2-40B4-BE49-F238E27FC236}">
                  <a16:creationId xmlns:a16="http://schemas.microsoft.com/office/drawing/2014/main" id="{2E315F0D-9F30-4A7D-9220-510ED498D1A2}"/>
                </a:ext>
              </a:extLst>
            </p:cNvPr>
            <p:cNvSpPr/>
            <p:nvPr/>
          </p:nvSpPr>
          <p:spPr bwMode="auto">
            <a:xfrm>
              <a:off x="1508436" y="3173121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Oval 5">
              <a:extLst>
                <a:ext uri="{FF2B5EF4-FFF2-40B4-BE49-F238E27FC236}">
                  <a16:creationId xmlns:a16="http://schemas.microsoft.com/office/drawing/2014/main" id="{F87CF004-1F58-4657-A4F7-9E55ACE9F215}"/>
                </a:ext>
              </a:extLst>
            </p:cNvPr>
            <p:cNvSpPr/>
            <p:nvPr/>
          </p:nvSpPr>
          <p:spPr bwMode="auto">
            <a:xfrm>
              <a:off x="2831510" y="3173121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BB60F8D-28FA-4DC3-A2FE-C294A4A589C6}"/>
                </a:ext>
              </a:extLst>
            </p:cNvPr>
            <p:cNvCxnSpPr>
              <a:cxnSpLocks/>
              <a:endCxn id="64" idx="0"/>
            </p:cNvCxnSpPr>
            <p:nvPr/>
          </p:nvCxnSpPr>
          <p:spPr bwMode="auto">
            <a:xfrm flipH="1">
              <a:off x="1754677" y="2751686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3B5C770-D315-4F62-81C6-F45B3E1C636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600656" y="2751686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5">
              <a:extLst>
                <a:ext uri="{FF2B5EF4-FFF2-40B4-BE49-F238E27FC236}">
                  <a16:creationId xmlns:a16="http://schemas.microsoft.com/office/drawing/2014/main" id="{1E64A9CE-628F-4680-AE89-152FF96C62BF}"/>
                </a:ext>
              </a:extLst>
            </p:cNvPr>
            <p:cNvSpPr/>
            <p:nvPr/>
          </p:nvSpPr>
          <p:spPr bwMode="auto">
            <a:xfrm>
              <a:off x="3595764" y="3991726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BBBC912-B1CB-4C52-886E-61AF2201BE8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85296" y="3570291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5">
              <a:extLst>
                <a:ext uri="{FF2B5EF4-FFF2-40B4-BE49-F238E27FC236}">
                  <a16:creationId xmlns:a16="http://schemas.microsoft.com/office/drawing/2014/main" id="{77CF25DC-A19C-4CA7-A64A-61B93E8D457B}"/>
                </a:ext>
              </a:extLst>
            </p:cNvPr>
            <p:cNvSpPr/>
            <p:nvPr/>
          </p:nvSpPr>
          <p:spPr bwMode="auto">
            <a:xfrm>
              <a:off x="3006634" y="4981972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2F88E2-0E62-4E78-B286-DC3A12DB3C1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220441" y="4560537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5AE3FCC-0407-4D11-A1C1-263E8C5F4FFD}"/>
                </a:ext>
              </a:extLst>
            </p:cNvPr>
            <p:cNvSpPr txBox="1"/>
            <p:nvPr/>
          </p:nvSpPr>
          <p:spPr>
            <a:xfrm>
              <a:off x="2518420" y="3058880"/>
              <a:ext cx="1651909" cy="2585323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2" name="Oval 81">
            <a:extLst>
              <a:ext uri="{FF2B5EF4-FFF2-40B4-BE49-F238E27FC236}">
                <a16:creationId xmlns:a16="http://schemas.microsoft.com/office/drawing/2014/main" id="{608DAAFE-3908-4459-8344-F3DEA5B7DC95}"/>
              </a:ext>
            </a:extLst>
          </p:cNvPr>
          <p:cNvSpPr/>
          <p:nvPr/>
        </p:nvSpPr>
        <p:spPr bwMode="auto">
          <a:xfrm>
            <a:off x="3662434" y="2413704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83" name="Oval 5">
            <a:extLst>
              <a:ext uri="{FF2B5EF4-FFF2-40B4-BE49-F238E27FC236}">
                <a16:creationId xmlns:a16="http://schemas.microsoft.com/office/drawing/2014/main" id="{2CEF2A5B-1188-4CBC-9BE8-F204BBD2F881}"/>
              </a:ext>
            </a:extLst>
          </p:cNvPr>
          <p:cNvSpPr/>
          <p:nvPr/>
        </p:nvSpPr>
        <p:spPr bwMode="auto">
          <a:xfrm>
            <a:off x="3010327" y="3321743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84" name="Oval 5">
            <a:extLst>
              <a:ext uri="{FF2B5EF4-FFF2-40B4-BE49-F238E27FC236}">
                <a16:creationId xmlns:a16="http://schemas.microsoft.com/office/drawing/2014/main" id="{988A5D5D-7C9A-4EB8-900A-2CAF51A202DC}"/>
              </a:ext>
            </a:extLst>
          </p:cNvPr>
          <p:cNvSpPr/>
          <p:nvPr/>
        </p:nvSpPr>
        <p:spPr bwMode="auto">
          <a:xfrm>
            <a:off x="4333401" y="3321743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6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898C30B-25AE-41DD-AC6D-36CF28679C97}"/>
              </a:ext>
            </a:extLst>
          </p:cNvPr>
          <p:cNvCxnSpPr>
            <a:cxnSpLocks/>
            <a:endCxn id="83" idx="0"/>
          </p:cNvCxnSpPr>
          <p:nvPr/>
        </p:nvCxnSpPr>
        <p:spPr bwMode="auto">
          <a:xfrm flipH="1">
            <a:off x="3256568" y="2900308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12BB25-7704-4140-8A74-05905D8C424F}"/>
              </a:ext>
            </a:extLst>
          </p:cNvPr>
          <p:cNvCxnSpPr>
            <a:cxnSpLocks/>
          </p:cNvCxnSpPr>
          <p:nvPr/>
        </p:nvCxnSpPr>
        <p:spPr bwMode="auto">
          <a:xfrm>
            <a:off x="4102547" y="2900308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5">
            <a:extLst>
              <a:ext uri="{FF2B5EF4-FFF2-40B4-BE49-F238E27FC236}">
                <a16:creationId xmlns:a16="http://schemas.microsoft.com/office/drawing/2014/main" id="{872A1C4C-45F5-4A19-8129-3F9A4482D384}"/>
              </a:ext>
            </a:extLst>
          </p:cNvPr>
          <p:cNvSpPr/>
          <p:nvPr/>
        </p:nvSpPr>
        <p:spPr bwMode="auto">
          <a:xfrm>
            <a:off x="5097655" y="4140348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1BB39CA-A84C-4711-A0D4-71B3DC3B377A}"/>
              </a:ext>
            </a:extLst>
          </p:cNvPr>
          <p:cNvCxnSpPr>
            <a:cxnSpLocks/>
          </p:cNvCxnSpPr>
          <p:nvPr/>
        </p:nvCxnSpPr>
        <p:spPr bwMode="auto">
          <a:xfrm>
            <a:off x="4787187" y="3718913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5">
            <a:extLst>
              <a:ext uri="{FF2B5EF4-FFF2-40B4-BE49-F238E27FC236}">
                <a16:creationId xmlns:a16="http://schemas.microsoft.com/office/drawing/2014/main" id="{41C6AC05-4B47-48C1-BC51-638125198BEF}"/>
              </a:ext>
            </a:extLst>
          </p:cNvPr>
          <p:cNvSpPr/>
          <p:nvPr/>
        </p:nvSpPr>
        <p:spPr bwMode="auto">
          <a:xfrm>
            <a:off x="3660857" y="4160459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18E21A9-1AB8-4C3B-AC8A-BE7B8E7209AC}"/>
              </a:ext>
            </a:extLst>
          </p:cNvPr>
          <p:cNvCxnSpPr>
            <a:cxnSpLocks/>
          </p:cNvCxnSpPr>
          <p:nvPr/>
        </p:nvCxnSpPr>
        <p:spPr bwMode="auto">
          <a:xfrm flipH="1">
            <a:off x="3874664" y="3739024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DEBFB83-A808-4F5A-BF01-62FF0D8AEE8D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6" name="Picture 2">
              <a:extLst>
                <a:ext uri="{FF2B5EF4-FFF2-40B4-BE49-F238E27FC236}">
                  <a16:creationId xmlns:a16="http://schemas.microsoft.com/office/drawing/2014/main" id="{291A8C40-1BB3-43BC-A621-A946B46163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46" descr="Logo COP3530">
              <a:extLst>
                <a:ext uri="{FF2B5EF4-FFF2-40B4-BE49-F238E27FC236}">
                  <a16:creationId xmlns:a16="http://schemas.microsoft.com/office/drawing/2014/main" id="{3B4C9004-6973-48D1-86C5-1A84F71F39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508382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6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D351EC9-60CE-4DDC-AB0B-7A530F9495C1}"/>
              </a:ext>
            </a:extLst>
          </p:cNvPr>
          <p:cNvSpPr txBox="1"/>
          <p:nvPr/>
        </p:nvSpPr>
        <p:spPr>
          <a:xfrm>
            <a:off x="6142280" y="925968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BE21C6-0FEF-4403-9B80-47B85509490F}"/>
              </a:ext>
            </a:extLst>
          </p:cNvPr>
          <p:cNvSpPr txBox="1"/>
          <p:nvPr/>
        </p:nvSpPr>
        <p:spPr>
          <a:xfrm>
            <a:off x="5899806" y="1471290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6E69BB-6B19-40E0-8ED3-560F068609D5}"/>
              </a:ext>
            </a:extLst>
          </p:cNvPr>
          <p:cNvGrpSpPr/>
          <p:nvPr/>
        </p:nvGrpSpPr>
        <p:grpSpPr>
          <a:xfrm>
            <a:off x="245512" y="2344552"/>
            <a:ext cx="2661893" cy="3379121"/>
            <a:chOff x="1508436" y="2265082"/>
            <a:chExt cx="2661893" cy="337912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A801406-2D04-4844-98BA-90955733448C}"/>
                </a:ext>
              </a:extLst>
            </p:cNvPr>
            <p:cNvSpPr/>
            <p:nvPr/>
          </p:nvSpPr>
          <p:spPr bwMode="auto">
            <a:xfrm>
              <a:off x="2160543" y="2265082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Oval 5">
              <a:extLst>
                <a:ext uri="{FF2B5EF4-FFF2-40B4-BE49-F238E27FC236}">
                  <a16:creationId xmlns:a16="http://schemas.microsoft.com/office/drawing/2014/main" id="{2E315F0D-9F30-4A7D-9220-510ED498D1A2}"/>
                </a:ext>
              </a:extLst>
            </p:cNvPr>
            <p:cNvSpPr/>
            <p:nvPr/>
          </p:nvSpPr>
          <p:spPr bwMode="auto">
            <a:xfrm>
              <a:off x="1508436" y="3173121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Oval 5">
              <a:extLst>
                <a:ext uri="{FF2B5EF4-FFF2-40B4-BE49-F238E27FC236}">
                  <a16:creationId xmlns:a16="http://schemas.microsoft.com/office/drawing/2014/main" id="{F87CF004-1F58-4657-A4F7-9E55ACE9F215}"/>
                </a:ext>
              </a:extLst>
            </p:cNvPr>
            <p:cNvSpPr/>
            <p:nvPr/>
          </p:nvSpPr>
          <p:spPr bwMode="auto">
            <a:xfrm>
              <a:off x="2831510" y="3173121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BB60F8D-28FA-4DC3-A2FE-C294A4A589C6}"/>
                </a:ext>
              </a:extLst>
            </p:cNvPr>
            <p:cNvCxnSpPr>
              <a:cxnSpLocks/>
              <a:endCxn id="64" idx="0"/>
            </p:cNvCxnSpPr>
            <p:nvPr/>
          </p:nvCxnSpPr>
          <p:spPr bwMode="auto">
            <a:xfrm flipH="1">
              <a:off x="1754677" y="2751686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3B5C770-D315-4F62-81C6-F45B3E1C636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600656" y="2751686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5">
              <a:extLst>
                <a:ext uri="{FF2B5EF4-FFF2-40B4-BE49-F238E27FC236}">
                  <a16:creationId xmlns:a16="http://schemas.microsoft.com/office/drawing/2014/main" id="{1E64A9CE-628F-4680-AE89-152FF96C62BF}"/>
                </a:ext>
              </a:extLst>
            </p:cNvPr>
            <p:cNvSpPr/>
            <p:nvPr/>
          </p:nvSpPr>
          <p:spPr bwMode="auto">
            <a:xfrm>
              <a:off x="3595764" y="3991726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BBBC912-B1CB-4C52-886E-61AF2201BE8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85296" y="3570291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5">
              <a:extLst>
                <a:ext uri="{FF2B5EF4-FFF2-40B4-BE49-F238E27FC236}">
                  <a16:creationId xmlns:a16="http://schemas.microsoft.com/office/drawing/2014/main" id="{77CF25DC-A19C-4CA7-A64A-61B93E8D457B}"/>
                </a:ext>
              </a:extLst>
            </p:cNvPr>
            <p:cNvSpPr/>
            <p:nvPr/>
          </p:nvSpPr>
          <p:spPr bwMode="auto">
            <a:xfrm>
              <a:off x="3006634" y="4981972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2F88E2-0E62-4E78-B286-DC3A12DB3C1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220441" y="4560537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5AE3FCC-0407-4D11-A1C1-263E8C5F4FFD}"/>
                </a:ext>
              </a:extLst>
            </p:cNvPr>
            <p:cNvSpPr txBox="1"/>
            <p:nvPr/>
          </p:nvSpPr>
          <p:spPr>
            <a:xfrm>
              <a:off x="2518420" y="3058880"/>
              <a:ext cx="1651909" cy="2585323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2" name="Oval 81">
            <a:extLst>
              <a:ext uri="{FF2B5EF4-FFF2-40B4-BE49-F238E27FC236}">
                <a16:creationId xmlns:a16="http://schemas.microsoft.com/office/drawing/2014/main" id="{608DAAFE-3908-4459-8344-F3DEA5B7DC95}"/>
              </a:ext>
            </a:extLst>
          </p:cNvPr>
          <p:cNvSpPr/>
          <p:nvPr/>
        </p:nvSpPr>
        <p:spPr bwMode="auto">
          <a:xfrm>
            <a:off x="3662434" y="2413704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83" name="Oval 5">
            <a:extLst>
              <a:ext uri="{FF2B5EF4-FFF2-40B4-BE49-F238E27FC236}">
                <a16:creationId xmlns:a16="http://schemas.microsoft.com/office/drawing/2014/main" id="{2CEF2A5B-1188-4CBC-9BE8-F204BBD2F881}"/>
              </a:ext>
            </a:extLst>
          </p:cNvPr>
          <p:cNvSpPr/>
          <p:nvPr/>
        </p:nvSpPr>
        <p:spPr bwMode="auto">
          <a:xfrm>
            <a:off x="3010327" y="3321743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84" name="Oval 5">
            <a:extLst>
              <a:ext uri="{FF2B5EF4-FFF2-40B4-BE49-F238E27FC236}">
                <a16:creationId xmlns:a16="http://schemas.microsoft.com/office/drawing/2014/main" id="{988A5D5D-7C9A-4EB8-900A-2CAF51A202DC}"/>
              </a:ext>
            </a:extLst>
          </p:cNvPr>
          <p:cNvSpPr/>
          <p:nvPr/>
        </p:nvSpPr>
        <p:spPr bwMode="auto">
          <a:xfrm>
            <a:off x="4333401" y="3321743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6</a:t>
            </a: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898C30B-25AE-41DD-AC6D-36CF28679C97}"/>
              </a:ext>
            </a:extLst>
          </p:cNvPr>
          <p:cNvCxnSpPr>
            <a:cxnSpLocks/>
            <a:endCxn id="83" idx="0"/>
          </p:cNvCxnSpPr>
          <p:nvPr/>
        </p:nvCxnSpPr>
        <p:spPr bwMode="auto">
          <a:xfrm flipH="1">
            <a:off x="3256568" y="2900308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12BB25-7704-4140-8A74-05905D8C424F}"/>
              </a:ext>
            </a:extLst>
          </p:cNvPr>
          <p:cNvCxnSpPr>
            <a:cxnSpLocks/>
          </p:cNvCxnSpPr>
          <p:nvPr/>
        </p:nvCxnSpPr>
        <p:spPr bwMode="auto">
          <a:xfrm>
            <a:off x="4102547" y="2900308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5">
            <a:extLst>
              <a:ext uri="{FF2B5EF4-FFF2-40B4-BE49-F238E27FC236}">
                <a16:creationId xmlns:a16="http://schemas.microsoft.com/office/drawing/2014/main" id="{872A1C4C-45F5-4A19-8129-3F9A4482D384}"/>
              </a:ext>
            </a:extLst>
          </p:cNvPr>
          <p:cNvSpPr/>
          <p:nvPr/>
        </p:nvSpPr>
        <p:spPr bwMode="auto">
          <a:xfrm>
            <a:off x="5097655" y="4140348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1BB39CA-A84C-4711-A0D4-71B3DC3B377A}"/>
              </a:ext>
            </a:extLst>
          </p:cNvPr>
          <p:cNvCxnSpPr>
            <a:cxnSpLocks/>
          </p:cNvCxnSpPr>
          <p:nvPr/>
        </p:nvCxnSpPr>
        <p:spPr bwMode="auto">
          <a:xfrm>
            <a:off x="4787187" y="3718913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5">
            <a:extLst>
              <a:ext uri="{FF2B5EF4-FFF2-40B4-BE49-F238E27FC236}">
                <a16:creationId xmlns:a16="http://schemas.microsoft.com/office/drawing/2014/main" id="{41C6AC05-4B47-48C1-BC51-638125198BEF}"/>
              </a:ext>
            </a:extLst>
          </p:cNvPr>
          <p:cNvSpPr/>
          <p:nvPr/>
        </p:nvSpPr>
        <p:spPr bwMode="auto">
          <a:xfrm>
            <a:off x="3660857" y="4160459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18E21A9-1AB8-4C3B-AC8A-BE7B8E7209AC}"/>
              </a:ext>
            </a:extLst>
          </p:cNvPr>
          <p:cNvCxnSpPr>
            <a:cxnSpLocks/>
          </p:cNvCxnSpPr>
          <p:nvPr/>
        </p:nvCxnSpPr>
        <p:spPr bwMode="auto">
          <a:xfrm flipH="1">
            <a:off x="3874664" y="3739024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3707072" y="4467986"/>
            <a:ext cx="2579809" cy="2280155"/>
            <a:chOff x="3656138" y="4375470"/>
            <a:chExt cx="2579809" cy="228015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743466" y="6102114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00C06C5-4E33-4479-958A-AE8663B6E39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520475" y="5700790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280B278-9F6A-43D0-AE5F-22350F59EFA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0" name="Picture 2">
              <a:extLst>
                <a:ext uri="{FF2B5EF4-FFF2-40B4-BE49-F238E27FC236}">
                  <a16:creationId xmlns:a16="http://schemas.microsoft.com/office/drawing/2014/main" id="{AEF2A138-744B-4CEA-A2D4-6F8FCD7E6C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Picture 70" descr="Logo COP3530">
              <a:extLst>
                <a:ext uri="{FF2B5EF4-FFF2-40B4-BE49-F238E27FC236}">
                  <a16:creationId xmlns:a16="http://schemas.microsoft.com/office/drawing/2014/main" id="{69A5ACA0-4B06-475E-9294-D072CB115D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800719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8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579809" cy="2280155"/>
            <a:chOff x="3656138" y="4375470"/>
            <a:chExt cx="2579809" cy="228015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743466" y="6102114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00C06C5-4E33-4479-958A-AE8663B6E39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520475" y="5700790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8DC242A-510D-42C4-9987-728962CE968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6A02768A-74C0-488C-BBE4-6606080A3B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33" descr="Logo COP3530">
              <a:extLst>
                <a:ext uri="{FF2B5EF4-FFF2-40B4-BE49-F238E27FC236}">
                  <a16:creationId xmlns:a16="http://schemas.microsoft.com/office/drawing/2014/main" id="{5FAE8CBF-5DB6-45EA-9076-23F9D94EAA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234032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8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579809" cy="2280155"/>
            <a:chOff x="3656138" y="4375470"/>
            <a:chExt cx="2579809" cy="228015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743466" y="6102114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00C06C5-4E33-4479-958A-AE8663B6E39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520475" y="5700790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4267182" y="4960331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58BED6-ACD1-4548-86E3-B2F6FC1A4262}"/>
              </a:ext>
            </a:extLst>
          </p:cNvPr>
          <p:cNvCxnSpPr>
            <a:cxnSpLocks/>
          </p:cNvCxnSpPr>
          <p:nvPr/>
        </p:nvCxnSpPr>
        <p:spPr bwMode="auto">
          <a:xfrm>
            <a:off x="3956714" y="4538896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F0695B0-5183-4442-BA90-43D77A6A7DC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7BDEC124-E75B-429A-A16C-F9A4AABC47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35" descr="Logo COP3530">
              <a:extLst>
                <a:ext uri="{FF2B5EF4-FFF2-40B4-BE49-F238E27FC236}">
                  <a16:creationId xmlns:a16="http://schemas.microsoft.com/office/drawing/2014/main" id="{7D788D66-64B5-4BA5-803C-9EFB6A8ABC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336125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8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579809" cy="2280155"/>
            <a:chOff x="3656138" y="4375470"/>
            <a:chExt cx="2579809" cy="228015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743466" y="6102114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00C06C5-4E33-4479-958A-AE8663B6E39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520475" y="5700790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4267182" y="4960331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58BED6-ACD1-4548-86E3-B2F6FC1A4262}"/>
              </a:ext>
            </a:extLst>
          </p:cNvPr>
          <p:cNvCxnSpPr>
            <a:cxnSpLocks/>
          </p:cNvCxnSpPr>
          <p:nvPr/>
        </p:nvCxnSpPr>
        <p:spPr bwMode="auto">
          <a:xfrm>
            <a:off x="3956714" y="4538896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FF48385-556B-4623-A65B-62670A376CA0}"/>
              </a:ext>
            </a:extLst>
          </p:cNvPr>
          <p:cNvSpPr txBox="1"/>
          <p:nvPr/>
        </p:nvSpPr>
        <p:spPr>
          <a:xfrm>
            <a:off x="6096000" y="478935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34A49E-95EE-4E33-B65F-33C8038BDEEF}"/>
              </a:ext>
            </a:extLst>
          </p:cNvPr>
          <p:cNvSpPr txBox="1"/>
          <p:nvPr/>
        </p:nvSpPr>
        <p:spPr>
          <a:xfrm>
            <a:off x="9338358" y="1385914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6E5C69A-6751-494A-86AF-B7E072B318A0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E301ACFE-CCAB-4194-A52E-00E192458F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37" descr="Logo COP3530">
              <a:extLst>
                <a:ext uri="{FF2B5EF4-FFF2-40B4-BE49-F238E27FC236}">
                  <a16:creationId xmlns:a16="http://schemas.microsoft.com/office/drawing/2014/main" id="{57C5207C-20C9-46DA-8971-8F88BB6C98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236668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8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579809" cy="2280155"/>
            <a:chOff x="3656138" y="4375470"/>
            <a:chExt cx="2579809" cy="228015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743466" y="6102114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00C06C5-4E33-4479-958A-AE8663B6E39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520475" y="5700790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4267182" y="4960331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58BED6-ACD1-4548-86E3-B2F6FC1A4262}"/>
              </a:ext>
            </a:extLst>
          </p:cNvPr>
          <p:cNvCxnSpPr>
            <a:cxnSpLocks/>
          </p:cNvCxnSpPr>
          <p:nvPr/>
        </p:nvCxnSpPr>
        <p:spPr bwMode="auto">
          <a:xfrm>
            <a:off x="3956714" y="4538896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FF48385-556B-4623-A65B-62670A376CA0}"/>
              </a:ext>
            </a:extLst>
          </p:cNvPr>
          <p:cNvSpPr txBox="1"/>
          <p:nvPr/>
        </p:nvSpPr>
        <p:spPr>
          <a:xfrm>
            <a:off x="6096000" y="478935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34A49E-95EE-4E33-B65F-33C8038BDEEF}"/>
              </a:ext>
            </a:extLst>
          </p:cNvPr>
          <p:cNvSpPr txBox="1"/>
          <p:nvPr/>
        </p:nvSpPr>
        <p:spPr>
          <a:xfrm>
            <a:off x="9338358" y="1385914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22EFA0-EC65-41E7-B7C8-250BC0EB48A0}"/>
              </a:ext>
            </a:extLst>
          </p:cNvPr>
          <p:cNvSpPr txBox="1"/>
          <p:nvPr/>
        </p:nvSpPr>
        <p:spPr>
          <a:xfrm>
            <a:off x="1950534" y="3195114"/>
            <a:ext cx="2316648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C76FE4B-D908-4526-8D99-18D25C4167B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8" name="Picture 2">
              <a:extLst>
                <a:ext uri="{FF2B5EF4-FFF2-40B4-BE49-F238E27FC236}">
                  <a16:creationId xmlns:a16="http://schemas.microsoft.com/office/drawing/2014/main" id="{47185727-3D32-4B03-9CD9-EB8CC21003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40" descr="Logo COP3530">
              <a:extLst>
                <a:ext uri="{FF2B5EF4-FFF2-40B4-BE49-F238E27FC236}">
                  <a16:creationId xmlns:a16="http://schemas.microsoft.com/office/drawing/2014/main" id="{AFFF58E8-C9A3-493C-AA4F-E9C08E6D95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668553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8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579809" cy="2280155"/>
            <a:chOff x="3656138" y="4375470"/>
            <a:chExt cx="2579809" cy="228015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743466" y="6102114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00C06C5-4E33-4479-958A-AE8663B6E39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520475" y="5700790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4267182" y="4960331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58BED6-ACD1-4548-86E3-B2F6FC1A4262}"/>
              </a:ext>
            </a:extLst>
          </p:cNvPr>
          <p:cNvCxnSpPr>
            <a:cxnSpLocks/>
          </p:cNvCxnSpPr>
          <p:nvPr/>
        </p:nvCxnSpPr>
        <p:spPr bwMode="auto">
          <a:xfrm>
            <a:off x="3956714" y="4538896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FF48385-556B-4623-A65B-62670A376CA0}"/>
              </a:ext>
            </a:extLst>
          </p:cNvPr>
          <p:cNvSpPr txBox="1"/>
          <p:nvPr/>
        </p:nvSpPr>
        <p:spPr>
          <a:xfrm>
            <a:off x="6096000" y="478935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34A49E-95EE-4E33-B65F-33C8038BDEEF}"/>
              </a:ext>
            </a:extLst>
          </p:cNvPr>
          <p:cNvSpPr txBox="1"/>
          <p:nvPr/>
        </p:nvSpPr>
        <p:spPr>
          <a:xfrm>
            <a:off x="9338358" y="1385914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A23DE8B-AC8F-4DE2-9637-512B8DAA6297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401413B5-53BA-437B-9E14-B0C3F96D86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37" descr="Logo COP3530">
              <a:extLst>
                <a:ext uri="{FF2B5EF4-FFF2-40B4-BE49-F238E27FC236}">
                  <a16:creationId xmlns:a16="http://schemas.microsoft.com/office/drawing/2014/main" id="{48FE4770-1E96-4C9A-BB95-8903FC3686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554728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9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579809" cy="2280155"/>
            <a:chOff x="3656138" y="4375470"/>
            <a:chExt cx="2579809" cy="228015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743466" y="6102114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00C06C5-4E33-4479-958A-AE8663B6E39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520475" y="5700790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4267182" y="4960331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58BED6-ACD1-4548-86E3-B2F6FC1A4262}"/>
              </a:ext>
            </a:extLst>
          </p:cNvPr>
          <p:cNvCxnSpPr>
            <a:cxnSpLocks/>
          </p:cNvCxnSpPr>
          <p:nvPr/>
        </p:nvCxnSpPr>
        <p:spPr bwMode="auto">
          <a:xfrm>
            <a:off x="3956714" y="4538896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E6C8C5E-307D-4251-A5A3-7F7CD9F9A873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78B92CDE-1F6B-4D29-8AAA-D47696AA59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35" descr="Logo COP3530">
              <a:extLst>
                <a:ext uri="{FF2B5EF4-FFF2-40B4-BE49-F238E27FC236}">
                  <a16:creationId xmlns:a16="http://schemas.microsoft.com/office/drawing/2014/main" id="{14DDB1AF-FB53-4EF1-A2D8-1570935178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052711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9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579809" cy="2280155"/>
            <a:chOff x="3656138" y="4375470"/>
            <a:chExt cx="2579809" cy="228015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743466" y="6102114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00C06C5-4E33-4479-958A-AE8663B6E39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520475" y="5700790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4267182" y="4960331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58BED6-ACD1-4548-86E3-B2F6FC1A4262}"/>
              </a:ext>
            </a:extLst>
          </p:cNvPr>
          <p:cNvCxnSpPr>
            <a:cxnSpLocks/>
          </p:cNvCxnSpPr>
          <p:nvPr/>
        </p:nvCxnSpPr>
        <p:spPr bwMode="auto">
          <a:xfrm>
            <a:off x="3956714" y="4538896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5">
            <a:extLst>
              <a:ext uri="{FF2B5EF4-FFF2-40B4-BE49-F238E27FC236}">
                <a16:creationId xmlns:a16="http://schemas.microsoft.com/office/drawing/2014/main" id="{7D49625A-FA09-412B-BBD9-459FF001F706}"/>
              </a:ext>
            </a:extLst>
          </p:cNvPr>
          <p:cNvSpPr/>
          <p:nvPr/>
        </p:nvSpPr>
        <p:spPr bwMode="auto">
          <a:xfrm>
            <a:off x="5005373" y="578438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9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F2FF1-E0C0-49C8-B2FB-3098190ABF7A}"/>
              </a:ext>
            </a:extLst>
          </p:cNvPr>
          <p:cNvCxnSpPr>
            <a:cxnSpLocks/>
          </p:cNvCxnSpPr>
          <p:nvPr/>
        </p:nvCxnSpPr>
        <p:spPr bwMode="auto">
          <a:xfrm>
            <a:off x="4694905" y="536295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1992D3F-6041-4840-87D8-23F714C1005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43E41D2D-B2B4-4AE1-8BD2-0056FC2FBB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41" descr="Logo COP3530">
              <a:extLst>
                <a:ext uri="{FF2B5EF4-FFF2-40B4-BE49-F238E27FC236}">
                  <a16:creationId xmlns:a16="http://schemas.microsoft.com/office/drawing/2014/main" id="{3F494EF0-D62D-4C19-8FE5-4A8D7F9081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814253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9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579809" cy="2280155"/>
            <a:chOff x="3656138" y="4375470"/>
            <a:chExt cx="2579809" cy="228015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743466" y="6102114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00C06C5-4E33-4479-958A-AE8663B6E39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520475" y="5700790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4267182" y="4960331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58BED6-ACD1-4548-86E3-B2F6FC1A4262}"/>
              </a:ext>
            </a:extLst>
          </p:cNvPr>
          <p:cNvCxnSpPr>
            <a:cxnSpLocks/>
          </p:cNvCxnSpPr>
          <p:nvPr/>
        </p:nvCxnSpPr>
        <p:spPr bwMode="auto">
          <a:xfrm>
            <a:off x="3956714" y="4538896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5">
            <a:extLst>
              <a:ext uri="{FF2B5EF4-FFF2-40B4-BE49-F238E27FC236}">
                <a16:creationId xmlns:a16="http://schemas.microsoft.com/office/drawing/2014/main" id="{7D49625A-FA09-412B-BBD9-459FF001F706}"/>
              </a:ext>
            </a:extLst>
          </p:cNvPr>
          <p:cNvSpPr/>
          <p:nvPr/>
        </p:nvSpPr>
        <p:spPr bwMode="auto">
          <a:xfrm>
            <a:off x="5005373" y="578438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9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F2FF1-E0C0-49C8-B2FB-3098190ABF7A}"/>
              </a:ext>
            </a:extLst>
          </p:cNvPr>
          <p:cNvCxnSpPr>
            <a:cxnSpLocks/>
          </p:cNvCxnSpPr>
          <p:nvPr/>
        </p:nvCxnSpPr>
        <p:spPr bwMode="auto">
          <a:xfrm>
            <a:off x="4694905" y="536295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48D3937-FB93-469B-8341-462E0FD05F5A}"/>
              </a:ext>
            </a:extLst>
          </p:cNvPr>
          <p:cNvSpPr txBox="1"/>
          <p:nvPr/>
        </p:nvSpPr>
        <p:spPr>
          <a:xfrm>
            <a:off x="6142280" y="925968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9F3C60-39D0-4FF8-9FED-9CE604F1090F}"/>
              </a:ext>
            </a:extLst>
          </p:cNvPr>
          <p:cNvSpPr txBox="1"/>
          <p:nvPr/>
        </p:nvSpPr>
        <p:spPr>
          <a:xfrm>
            <a:off x="5899806" y="1471290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E1F5EAA-B7D9-4D60-9FF5-C279D1E082E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3" name="Picture 2">
              <a:extLst>
                <a:ext uri="{FF2B5EF4-FFF2-40B4-BE49-F238E27FC236}">
                  <a16:creationId xmlns:a16="http://schemas.microsoft.com/office/drawing/2014/main" id="{1EC7E2B8-A850-4560-9CC3-F58EC6FD92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43" descr="Logo COP3530">
              <a:extLst>
                <a:ext uri="{FF2B5EF4-FFF2-40B4-BE49-F238E27FC236}">
                  <a16:creationId xmlns:a16="http://schemas.microsoft.com/office/drawing/2014/main" id="{94CACF03-1CAE-46D3-96C3-F009E91026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05687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9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579809" cy="2280155"/>
            <a:chOff x="3656138" y="4375470"/>
            <a:chExt cx="2579809" cy="228015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743466" y="6102114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00C06C5-4E33-4479-958A-AE8663B6E39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520475" y="5700790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4267182" y="4960331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58BED6-ACD1-4548-86E3-B2F6FC1A4262}"/>
              </a:ext>
            </a:extLst>
          </p:cNvPr>
          <p:cNvCxnSpPr>
            <a:cxnSpLocks/>
          </p:cNvCxnSpPr>
          <p:nvPr/>
        </p:nvCxnSpPr>
        <p:spPr bwMode="auto">
          <a:xfrm>
            <a:off x="3956714" y="4538896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5">
            <a:extLst>
              <a:ext uri="{FF2B5EF4-FFF2-40B4-BE49-F238E27FC236}">
                <a16:creationId xmlns:a16="http://schemas.microsoft.com/office/drawing/2014/main" id="{7D49625A-FA09-412B-BBD9-459FF001F706}"/>
              </a:ext>
            </a:extLst>
          </p:cNvPr>
          <p:cNvSpPr/>
          <p:nvPr/>
        </p:nvSpPr>
        <p:spPr bwMode="auto">
          <a:xfrm>
            <a:off x="5005373" y="578438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9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F2FF1-E0C0-49C8-B2FB-3098190ABF7A}"/>
              </a:ext>
            </a:extLst>
          </p:cNvPr>
          <p:cNvCxnSpPr>
            <a:cxnSpLocks/>
          </p:cNvCxnSpPr>
          <p:nvPr/>
        </p:nvCxnSpPr>
        <p:spPr bwMode="auto">
          <a:xfrm>
            <a:off x="4694905" y="536295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48D3937-FB93-469B-8341-462E0FD05F5A}"/>
              </a:ext>
            </a:extLst>
          </p:cNvPr>
          <p:cNvSpPr txBox="1"/>
          <p:nvPr/>
        </p:nvSpPr>
        <p:spPr>
          <a:xfrm>
            <a:off x="6142280" y="925968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9F3C60-39D0-4FF8-9FED-9CE604F1090F}"/>
              </a:ext>
            </a:extLst>
          </p:cNvPr>
          <p:cNvSpPr txBox="1"/>
          <p:nvPr/>
        </p:nvSpPr>
        <p:spPr>
          <a:xfrm>
            <a:off x="5899806" y="1471290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9B76F3-64E6-41D6-8210-14D1B2345D10}"/>
              </a:ext>
            </a:extLst>
          </p:cNvPr>
          <p:cNvSpPr txBox="1"/>
          <p:nvPr/>
        </p:nvSpPr>
        <p:spPr>
          <a:xfrm>
            <a:off x="2961883" y="3980490"/>
            <a:ext cx="2668373" cy="258532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E9E4D4E-1C3C-47F0-AAEB-ABF2D490018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4" name="Picture 2">
              <a:extLst>
                <a:ext uri="{FF2B5EF4-FFF2-40B4-BE49-F238E27FC236}">
                  <a16:creationId xmlns:a16="http://schemas.microsoft.com/office/drawing/2014/main" id="{96EFB016-6F1A-4648-86C4-E5BC419138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44" descr="Logo COP3530">
              <a:extLst>
                <a:ext uri="{FF2B5EF4-FFF2-40B4-BE49-F238E27FC236}">
                  <a16:creationId xmlns:a16="http://schemas.microsoft.com/office/drawing/2014/main" id="{FEA7ACA4-061F-42BE-9282-923804D235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498216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9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230646" cy="3051569"/>
            <a:chOff x="3656138" y="4375470"/>
            <a:chExt cx="2230646" cy="3051569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360861" y="689363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3574109" y="4064541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7D49625A-FA09-412B-BBD9-459FF001F706}"/>
              </a:ext>
            </a:extLst>
          </p:cNvPr>
          <p:cNvSpPr/>
          <p:nvPr/>
        </p:nvSpPr>
        <p:spPr bwMode="auto">
          <a:xfrm>
            <a:off x="4312300" y="488859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9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F2FF1-E0C0-49C8-B2FB-3098190ABF7A}"/>
              </a:ext>
            </a:extLst>
          </p:cNvPr>
          <p:cNvCxnSpPr>
            <a:cxnSpLocks/>
          </p:cNvCxnSpPr>
          <p:nvPr/>
        </p:nvCxnSpPr>
        <p:spPr bwMode="auto">
          <a:xfrm>
            <a:off x="4001832" y="446716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48D3937-FB93-469B-8341-462E0FD05F5A}"/>
              </a:ext>
            </a:extLst>
          </p:cNvPr>
          <p:cNvSpPr txBox="1"/>
          <p:nvPr/>
        </p:nvSpPr>
        <p:spPr>
          <a:xfrm>
            <a:off x="6142280" y="925968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9F3C60-39D0-4FF8-9FED-9CE604F1090F}"/>
              </a:ext>
            </a:extLst>
          </p:cNvPr>
          <p:cNvSpPr txBox="1"/>
          <p:nvPr/>
        </p:nvSpPr>
        <p:spPr>
          <a:xfrm>
            <a:off x="5899806" y="1471290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FEA459-161A-42B3-915A-410419E1CC6A}"/>
              </a:ext>
            </a:extLst>
          </p:cNvPr>
          <p:cNvCxnSpPr>
            <a:cxnSpLocks/>
            <a:stCxn id="32" idx="3"/>
            <a:endCxn id="79" idx="0"/>
          </p:cNvCxnSpPr>
          <p:nvPr/>
        </p:nvCxnSpPr>
        <p:spPr bwMode="auto">
          <a:xfrm flipH="1">
            <a:off x="3327869" y="4519826"/>
            <a:ext cx="318362" cy="44126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507D97-5DCE-4903-BA83-CC87D3B049FC}"/>
              </a:ext>
            </a:extLst>
          </p:cNvPr>
          <p:cNvCxnSpPr>
            <a:cxnSpLocks/>
          </p:cNvCxnSpPr>
          <p:nvPr/>
        </p:nvCxnSpPr>
        <p:spPr bwMode="auto">
          <a:xfrm flipH="1">
            <a:off x="2241242" y="3768239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65DB849-6532-44CF-AD8A-2423F09108AD}"/>
              </a:ext>
            </a:extLst>
          </p:cNvPr>
          <p:cNvSpPr txBox="1"/>
          <p:nvPr/>
        </p:nvSpPr>
        <p:spPr>
          <a:xfrm>
            <a:off x="2961884" y="3980491"/>
            <a:ext cx="2033764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631B173-0E1C-412F-AC28-DCE9473A8FE0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3" name="Picture 2">
              <a:extLst>
                <a:ext uri="{FF2B5EF4-FFF2-40B4-BE49-F238E27FC236}">
                  <a16:creationId xmlns:a16="http://schemas.microsoft.com/office/drawing/2014/main" id="{707D42E2-2669-4849-9F60-17BB0BE215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46" descr="Logo COP3530">
              <a:extLst>
                <a:ext uri="{FF2B5EF4-FFF2-40B4-BE49-F238E27FC236}">
                  <a16:creationId xmlns:a16="http://schemas.microsoft.com/office/drawing/2014/main" id="{F0758230-C772-4FFB-8C17-8A7744CD52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625089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9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230646" cy="3051569"/>
            <a:chOff x="3656138" y="4375470"/>
            <a:chExt cx="2230646" cy="3051569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360861" y="689363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3574109" y="406454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7D49625A-FA09-412B-BBD9-459FF001F706}"/>
              </a:ext>
            </a:extLst>
          </p:cNvPr>
          <p:cNvSpPr/>
          <p:nvPr/>
        </p:nvSpPr>
        <p:spPr bwMode="auto">
          <a:xfrm>
            <a:off x="4312300" y="488859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9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F2FF1-E0C0-49C8-B2FB-3098190ABF7A}"/>
              </a:ext>
            </a:extLst>
          </p:cNvPr>
          <p:cNvCxnSpPr>
            <a:cxnSpLocks/>
          </p:cNvCxnSpPr>
          <p:nvPr/>
        </p:nvCxnSpPr>
        <p:spPr bwMode="auto">
          <a:xfrm>
            <a:off x="4001832" y="446716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48D3937-FB93-469B-8341-462E0FD05F5A}"/>
              </a:ext>
            </a:extLst>
          </p:cNvPr>
          <p:cNvSpPr txBox="1"/>
          <p:nvPr/>
        </p:nvSpPr>
        <p:spPr>
          <a:xfrm>
            <a:off x="6142280" y="925968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9F3C60-39D0-4FF8-9FED-9CE604F1090F}"/>
              </a:ext>
            </a:extLst>
          </p:cNvPr>
          <p:cNvSpPr txBox="1"/>
          <p:nvPr/>
        </p:nvSpPr>
        <p:spPr>
          <a:xfrm>
            <a:off x="5899806" y="1471290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FEA459-161A-42B3-915A-410419E1CC6A}"/>
              </a:ext>
            </a:extLst>
          </p:cNvPr>
          <p:cNvCxnSpPr>
            <a:cxnSpLocks/>
            <a:stCxn id="32" idx="3"/>
            <a:endCxn id="79" idx="0"/>
          </p:cNvCxnSpPr>
          <p:nvPr/>
        </p:nvCxnSpPr>
        <p:spPr bwMode="auto">
          <a:xfrm flipH="1">
            <a:off x="3327869" y="4519826"/>
            <a:ext cx="318362" cy="44126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507D97-5DCE-4903-BA83-CC87D3B049FC}"/>
              </a:ext>
            </a:extLst>
          </p:cNvPr>
          <p:cNvCxnSpPr>
            <a:cxnSpLocks/>
          </p:cNvCxnSpPr>
          <p:nvPr/>
        </p:nvCxnSpPr>
        <p:spPr bwMode="auto">
          <a:xfrm flipH="1">
            <a:off x="2241242" y="3768239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77AEED0-880F-40E2-935E-042588189C94}"/>
              </a:ext>
            </a:extLst>
          </p:cNvPr>
          <p:cNvSpPr txBox="1"/>
          <p:nvPr/>
        </p:nvSpPr>
        <p:spPr>
          <a:xfrm>
            <a:off x="2961884" y="3980491"/>
            <a:ext cx="2033764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4807A76-DA74-4B11-B299-56C09452C255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6" name="Picture 2">
              <a:extLst>
                <a:ext uri="{FF2B5EF4-FFF2-40B4-BE49-F238E27FC236}">
                  <a16:creationId xmlns:a16="http://schemas.microsoft.com/office/drawing/2014/main" id="{B06A1838-6D09-4075-858A-BC9E5AD136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46" descr="Logo COP3530">
              <a:extLst>
                <a:ext uri="{FF2B5EF4-FFF2-40B4-BE49-F238E27FC236}">
                  <a16:creationId xmlns:a16="http://schemas.microsoft.com/office/drawing/2014/main" id="{3D8C09D6-FC82-48C0-8DE6-D93D172FFE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581101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9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230646" cy="3051569"/>
            <a:chOff x="3656138" y="4375470"/>
            <a:chExt cx="2230646" cy="3051569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360861" y="689363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3574109" y="406454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7D49625A-FA09-412B-BBD9-459FF001F706}"/>
              </a:ext>
            </a:extLst>
          </p:cNvPr>
          <p:cNvSpPr/>
          <p:nvPr/>
        </p:nvSpPr>
        <p:spPr bwMode="auto">
          <a:xfrm>
            <a:off x="4312300" y="488859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9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F2FF1-E0C0-49C8-B2FB-3098190ABF7A}"/>
              </a:ext>
            </a:extLst>
          </p:cNvPr>
          <p:cNvCxnSpPr>
            <a:cxnSpLocks/>
          </p:cNvCxnSpPr>
          <p:nvPr/>
        </p:nvCxnSpPr>
        <p:spPr bwMode="auto">
          <a:xfrm>
            <a:off x="4001832" y="446716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FEA459-161A-42B3-915A-410419E1CC6A}"/>
              </a:ext>
            </a:extLst>
          </p:cNvPr>
          <p:cNvCxnSpPr>
            <a:cxnSpLocks/>
            <a:stCxn id="32" idx="3"/>
            <a:endCxn id="79" idx="0"/>
          </p:cNvCxnSpPr>
          <p:nvPr/>
        </p:nvCxnSpPr>
        <p:spPr bwMode="auto">
          <a:xfrm flipH="1">
            <a:off x="3327869" y="4519826"/>
            <a:ext cx="318362" cy="44126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507D97-5DCE-4903-BA83-CC87D3B049FC}"/>
              </a:ext>
            </a:extLst>
          </p:cNvPr>
          <p:cNvCxnSpPr>
            <a:cxnSpLocks/>
          </p:cNvCxnSpPr>
          <p:nvPr/>
        </p:nvCxnSpPr>
        <p:spPr bwMode="auto">
          <a:xfrm flipH="1">
            <a:off x="2241242" y="3768239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004125B-8F1C-4A27-9CC4-FB4868EDB115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2081E150-13A4-4673-9E17-0E5990962F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41" descr="Logo COP3530">
              <a:extLst>
                <a:ext uri="{FF2B5EF4-FFF2-40B4-BE49-F238E27FC236}">
                  <a16:creationId xmlns:a16="http://schemas.microsoft.com/office/drawing/2014/main" id="{972785DD-8760-4B78-B1F6-A83BA37874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825057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10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230646" cy="3051569"/>
            <a:chOff x="3656138" y="4375470"/>
            <a:chExt cx="2230646" cy="3051569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360861" y="689363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3574109" y="406454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7D49625A-FA09-412B-BBD9-459FF001F706}"/>
              </a:ext>
            </a:extLst>
          </p:cNvPr>
          <p:cNvSpPr/>
          <p:nvPr/>
        </p:nvSpPr>
        <p:spPr bwMode="auto">
          <a:xfrm>
            <a:off x="4312300" y="488859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9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F2FF1-E0C0-49C8-B2FB-3098190ABF7A}"/>
              </a:ext>
            </a:extLst>
          </p:cNvPr>
          <p:cNvCxnSpPr>
            <a:cxnSpLocks/>
          </p:cNvCxnSpPr>
          <p:nvPr/>
        </p:nvCxnSpPr>
        <p:spPr bwMode="auto">
          <a:xfrm>
            <a:off x="4001832" y="446716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FEA459-161A-42B3-915A-410419E1CC6A}"/>
              </a:ext>
            </a:extLst>
          </p:cNvPr>
          <p:cNvCxnSpPr>
            <a:cxnSpLocks/>
            <a:stCxn id="32" idx="3"/>
            <a:endCxn id="79" idx="0"/>
          </p:cNvCxnSpPr>
          <p:nvPr/>
        </p:nvCxnSpPr>
        <p:spPr bwMode="auto">
          <a:xfrm flipH="1">
            <a:off x="3327869" y="4519826"/>
            <a:ext cx="318362" cy="44126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507D97-5DCE-4903-BA83-CC87D3B049FC}"/>
              </a:ext>
            </a:extLst>
          </p:cNvPr>
          <p:cNvCxnSpPr>
            <a:cxnSpLocks/>
          </p:cNvCxnSpPr>
          <p:nvPr/>
        </p:nvCxnSpPr>
        <p:spPr bwMode="auto">
          <a:xfrm flipH="1">
            <a:off x="2241242" y="3768239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680D83-ED75-4AB6-AB17-9CD31F9ECC8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89D87C95-9DF4-49D2-BA07-0A41435D7D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41" descr="Logo COP3530">
              <a:extLst>
                <a:ext uri="{FF2B5EF4-FFF2-40B4-BE49-F238E27FC236}">
                  <a16:creationId xmlns:a16="http://schemas.microsoft.com/office/drawing/2014/main" id="{26356BB9-ACD4-4F10-9229-3172235A98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013614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10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230646" cy="3051569"/>
            <a:chOff x="3656138" y="4375470"/>
            <a:chExt cx="2230646" cy="3051569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360861" y="689363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3574109" y="406454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7D49625A-FA09-412B-BBD9-459FF001F706}"/>
              </a:ext>
            </a:extLst>
          </p:cNvPr>
          <p:cNvSpPr/>
          <p:nvPr/>
        </p:nvSpPr>
        <p:spPr bwMode="auto">
          <a:xfrm>
            <a:off x="4312300" y="488859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9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F2FF1-E0C0-49C8-B2FB-3098190ABF7A}"/>
              </a:ext>
            </a:extLst>
          </p:cNvPr>
          <p:cNvCxnSpPr>
            <a:cxnSpLocks/>
          </p:cNvCxnSpPr>
          <p:nvPr/>
        </p:nvCxnSpPr>
        <p:spPr bwMode="auto">
          <a:xfrm>
            <a:off x="4001832" y="446716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FEA459-161A-42B3-915A-410419E1CC6A}"/>
              </a:ext>
            </a:extLst>
          </p:cNvPr>
          <p:cNvCxnSpPr>
            <a:cxnSpLocks/>
            <a:stCxn id="32" idx="3"/>
            <a:endCxn id="79" idx="0"/>
          </p:cNvCxnSpPr>
          <p:nvPr/>
        </p:nvCxnSpPr>
        <p:spPr bwMode="auto">
          <a:xfrm flipH="1">
            <a:off x="3327869" y="4519826"/>
            <a:ext cx="318362" cy="44126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507D97-5DCE-4903-BA83-CC87D3B049FC}"/>
              </a:ext>
            </a:extLst>
          </p:cNvPr>
          <p:cNvCxnSpPr>
            <a:cxnSpLocks/>
          </p:cNvCxnSpPr>
          <p:nvPr/>
        </p:nvCxnSpPr>
        <p:spPr bwMode="auto">
          <a:xfrm flipH="1">
            <a:off x="2241242" y="3768239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5">
            <a:extLst>
              <a:ext uri="{FF2B5EF4-FFF2-40B4-BE49-F238E27FC236}">
                <a16:creationId xmlns:a16="http://schemas.microsoft.com/office/drawing/2014/main" id="{81647FE8-A787-40D9-BD54-1C7AB676A491}"/>
              </a:ext>
            </a:extLst>
          </p:cNvPr>
          <p:cNvSpPr/>
          <p:nvPr/>
        </p:nvSpPr>
        <p:spPr bwMode="auto">
          <a:xfrm>
            <a:off x="5050491" y="578438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10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568184-8A6E-4511-A64B-7B4EE063912D}"/>
              </a:ext>
            </a:extLst>
          </p:cNvPr>
          <p:cNvCxnSpPr>
            <a:cxnSpLocks/>
          </p:cNvCxnSpPr>
          <p:nvPr/>
        </p:nvCxnSpPr>
        <p:spPr bwMode="auto">
          <a:xfrm>
            <a:off x="4740023" y="536295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F6D69DD-350D-4F40-9467-7FAE327AAF74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3" name="Picture 2">
              <a:extLst>
                <a:ext uri="{FF2B5EF4-FFF2-40B4-BE49-F238E27FC236}">
                  <a16:creationId xmlns:a16="http://schemas.microsoft.com/office/drawing/2014/main" id="{0829C66C-C9EF-4282-B61A-B8AEF5B3E0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45" descr="Logo COP3530">
              <a:extLst>
                <a:ext uri="{FF2B5EF4-FFF2-40B4-BE49-F238E27FC236}">
                  <a16:creationId xmlns:a16="http://schemas.microsoft.com/office/drawing/2014/main" id="{E9992C4F-3938-4524-93C7-B79DA0F1EF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256680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10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230646" cy="3051569"/>
            <a:chOff x="3656138" y="4375470"/>
            <a:chExt cx="2230646" cy="3051569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360861" y="689363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3574109" y="406454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7D49625A-FA09-412B-BBD9-459FF001F706}"/>
              </a:ext>
            </a:extLst>
          </p:cNvPr>
          <p:cNvSpPr/>
          <p:nvPr/>
        </p:nvSpPr>
        <p:spPr bwMode="auto">
          <a:xfrm>
            <a:off x="4312300" y="488859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9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F2FF1-E0C0-49C8-B2FB-3098190ABF7A}"/>
              </a:ext>
            </a:extLst>
          </p:cNvPr>
          <p:cNvCxnSpPr>
            <a:cxnSpLocks/>
          </p:cNvCxnSpPr>
          <p:nvPr/>
        </p:nvCxnSpPr>
        <p:spPr bwMode="auto">
          <a:xfrm>
            <a:off x="4001832" y="446716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FEA459-161A-42B3-915A-410419E1CC6A}"/>
              </a:ext>
            </a:extLst>
          </p:cNvPr>
          <p:cNvCxnSpPr>
            <a:cxnSpLocks/>
            <a:stCxn id="32" idx="3"/>
            <a:endCxn id="79" idx="0"/>
          </p:cNvCxnSpPr>
          <p:nvPr/>
        </p:nvCxnSpPr>
        <p:spPr bwMode="auto">
          <a:xfrm flipH="1">
            <a:off x="3327869" y="4519826"/>
            <a:ext cx="318362" cy="44126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507D97-5DCE-4903-BA83-CC87D3B049FC}"/>
              </a:ext>
            </a:extLst>
          </p:cNvPr>
          <p:cNvCxnSpPr>
            <a:cxnSpLocks/>
          </p:cNvCxnSpPr>
          <p:nvPr/>
        </p:nvCxnSpPr>
        <p:spPr bwMode="auto">
          <a:xfrm flipH="1">
            <a:off x="2241242" y="3768239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5">
            <a:extLst>
              <a:ext uri="{FF2B5EF4-FFF2-40B4-BE49-F238E27FC236}">
                <a16:creationId xmlns:a16="http://schemas.microsoft.com/office/drawing/2014/main" id="{81647FE8-A787-40D9-BD54-1C7AB676A491}"/>
              </a:ext>
            </a:extLst>
          </p:cNvPr>
          <p:cNvSpPr/>
          <p:nvPr/>
        </p:nvSpPr>
        <p:spPr bwMode="auto">
          <a:xfrm>
            <a:off x="5050491" y="578438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10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568184-8A6E-4511-A64B-7B4EE063912D}"/>
              </a:ext>
            </a:extLst>
          </p:cNvPr>
          <p:cNvCxnSpPr>
            <a:cxnSpLocks/>
          </p:cNvCxnSpPr>
          <p:nvPr/>
        </p:nvCxnSpPr>
        <p:spPr bwMode="auto">
          <a:xfrm>
            <a:off x="4740023" y="536295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6F8BADB-8F19-4A30-836A-7E38893ACF97}"/>
              </a:ext>
            </a:extLst>
          </p:cNvPr>
          <p:cNvSpPr txBox="1"/>
          <p:nvPr/>
        </p:nvSpPr>
        <p:spPr>
          <a:xfrm>
            <a:off x="6096000" y="478935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38A1A5-B7F3-4E7A-B299-E1DEA5F2CB2F}"/>
              </a:ext>
            </a:extLst>
          </p:cNvPr>
          <p:cNvSpPr txBox="1"/>
          <p:nvPr/>
        </p:nvSpPr>
        <p:spPr>
          <a:xfrm>
            <a:off x="9338358" y="1385914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673D4CE-D7DD-4757-8614-54F00A2B2FE5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7" name="Picture 2">
              <a:extLst>
                <a:ext uri="{FF2B5EF4-FFF2-40B4-BE49-F238E27FC236}">
                  <a16:creationId xmlns:a16="http://schemas.microsoft.com/office/drawing/2014/main" id="{1E2382D4-0A74-4000-9C9B-269C96840F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2" descr="Logo COP3530">
              <a:extLst>
                <a:ext uri="{FF2B5EF4-FFF2-40B4-BE49-F238E27FC236}">
                  <a16:creationId xmlns:a16="http://schemas.microsoft.com/office/drawing/2014/main" id="{B7C027E5-C77C-46A3-A3DC-889D8739F8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083398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10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230646" cy="3051569"/>
            <a:chOff x="3656138" y="4375470"/>
            <a:chExt cx="2230646" cy="3051569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360861" y="689363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3574109" y="4064541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7D49625A-FA09-412B-BBD9-459FF001F706}"/>
              </a:ext>
            </a:extLst>
          </p:cNvPr>
          <p:cNvSpPr/>
          <p:nvPr/>
        </p:nvSpPr>
        <p:spPr bwMode="auto">
          <a:xfrm>
            <a:off x="4312300" y="488859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9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F2FF1-E0C0-49C8-B2FB-3098190ABF7A}"/>
              </a:ext>
            </a:extLst>
          </p:cNvPr>
          <p:cNvCxnSpPr>
            <a:cxnSpLocks/>
          </p:cNvCxnSpPr>
          <p:nvPr/>
        </p:nvCxnSpPr>
        <p:spPr bwMode="auto">
          <a:xfrm>
            <a:off x="4001832" y="446716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FEA459-161A-42B3-915A-410419E1CC6A}"/>
              </a:ext>
            </a:extLst>
          </p:cNvPr>
          <p:cNvCxnSpPr>
            <a:cxnSpLocks/>
            <a:stCxn id="32" idx="3"/>
            <a:endCxn id="79" idx="0"/>
          </p:cNvCxnSpPr>
          <p:nvPr/>
        </p:nvCxnSpPr>
        <p:spPr bwMode="auto">
          <a:xfrm flipH="1">
            <a:off x="3327869" y="4519826"/>
            <a:ext cx="318362" cy="44126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507D97-5DCE-4903-BA83-CC87D3B049FC}"/>
              </a:ext>
            </a:extLst>
          </p:cNvPr>
          <p:cNvCxnSpPr>
            <a:cxnSpLocks/>
          </p:cNvCxnSpPr>
          <p:nvPr/>
        </p:nvCxnSpPr>
        <p:spPr bwMode="auto">
          <a:xfrm flipH="1">
            <a:off x="2241242" y="3768239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5">
            <a:extLst>
              <a:ext uri="{FF2B5EF4-FFF2-40B4-BE49-F238E27FC236}">
                <a16:creationId xmlns:a16="http://schemas.microsoft.com/office/drawing/2014/main" id="{81647FE8-A787-40D9-BD54-1C7AB676A491}"/>
              </a:ext>
            </a:extLst>
          </p:cNvPr>
          <p:cNvSpPr/>
          <p:nvPr/>
        </p:nvSpPr>
        <p:spPr bwMode="auto">
          <a:xfrm>
            <a:off x="5050491" y="578438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10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568184-8A6E-4511-A64B-7B4EE063912D}"/>
              </a:ext>
            </a:extLst>
          </p:cNvPr>
          <p:cNvCxnSpPr>
            <a:cxnSpLocks/>
          </p:cNvCxnSpPr>
          <p:nvPr/>
        </p:nvCxnSpPr>
        <p:spPr bwMode="auto">
          <a:xfrm>
            <a:off x="4740023" y="536295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6F8BADB-8F19-4A30-836A-7E38893ACF97}"/>
              </a:ext>
            </a:extLst>
          </p:cNvPr>
          <p:cNvSpPr txBox="1"/>
          <p:nvPr/>
        </p:nvSpPr>
        <p:spPr>
          <a:xfrm>
            <a:off x="6096000" y="478935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38A1A5-B7F3-4E7A-B299-E1DEA5F2CB2F}"/>
              </a:ext>
            </a:extLst>
          </p:cNvPr>
          <p:cNvSpPr txBox="1"/>
          <p:nvPr/>
        </p:nvSpPr>
        <p:spPr>
          <a:xfrm>
            <a:off x="9338358" y="1385914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9B99A3-B907-445F-AF52-88EC077DD171}"/>
              </a:ext>
            </a:extLst>
          </p:cNvPr>
          <p:cNvSpPr txBox="1"/>
          <p:nvPr/>
        </p:nvSpPr>
        <p:spPr>
          <a:xfrm>
            <a:off x="2853532" y="3980490"/>
            <a:ext cx="2340278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8B78615-2CB8-4288-B540-0B46045C446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35CE212C-B7BC-4A6D-8313-9BF2B56BB4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63" descr="Logo COP3530">
              <a:extLst>
                <a:ext uri="{FF2B5EF4-FFF2-40B4-BE49-F238E27FC236}">
                  <a16:creationId xmlns:a16="http://schemas.microsoft.com/office/drawing/2014/main" id="{F0392370-6361-4EA5-B2EE-282321D5D3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824843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10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230646" cy="3051569"/>
            <a:chOff x="3656138" y="4375470"/>
            <a:chExt cx="2230646" cy="3051569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360861" y="689363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3574109" y="4064541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7D49625A-FA09-412B-BBD9-459FF001F706}"/>
              </a:ext>
            </a:extLst>
          </p:cNvPr>
          <p:cNvSpPr/>
          <p:nvPr/>
        </p:nvSpPr>
        <p:spPr bwMode="auto">
          <a:xfrm>
            <a:off x="4312300" y="4888595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9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F2FF1-E0C0-49C8-B2FB-3098190ABF7A}"/>
              </a:ext>
            </a:extLst>
          </p:cNvPr>
          <p:cNvCxnSpPr>
            <a:cxnSpLocks/>
          </p:cNvCxnSpPr>
          <p:nvPr/>
        </p:nvCxnSpPr>
        <p:spPr bwMode="auto">
          <a:xfrm>
            <a:off x="4001832" y="446716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FEA459-161A-42B3-915A-410419E1CC6A}"/>
              </a:ext>
            </a:extLst>
          </p:cNvPr>
          <p:cNvCxnSpPr>
            <a:cxnSpLocks/>
            <a:stCxn id="32" idx="3"/>
            <a:endCxn id="79" idx="0"/>
          </p:cNvCxnSpPr>
          <p:nvPr/>
        </p:nvCxnSpPr>
        <p:spPr bwMode="auto">
          <a:xfrm flipH="1">
            <a:off x="3327869" y="4519826"/>
            <a:ext cx="318362" cy="44126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507D97-5DCE-4903-BA83-CC87D3B049FC}"/>
              </a:ext>
            </a:extLst>
          </p:cNvPr>
          <p:cNvCxnSpPr>
            <a:cxnSpLocks/>
          </p:cNvCxnSpPr>
          <p:nvPr/>
        </p:nvCxnSpPr>
        <p:spPr bwMode="auto">
          <a:xfrm flipH="1">
            <a:off x="2241242" y="3768239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5">
            <a:extLst>
              <a:ext uri="{FF2B5EF4-FFF2-40B4-BE49-F238E27FC236}">
                <a16:creationId xmlns:a16="http://schemas.microsoft.com/office/drawing/2014/main" id="{81647FE8-A787-40D9-BD54-1C7AB676A491}"/>
              </a:ext>
            </a:extLst>
          </p:cNvPr>
          <p:cNvSpPr/>
          <p:nvPr/>
        </p:nvSpPr>
        <p:spPr bwMode="auto">
          <a:xfrm>
            <a:off x="5050491" y="578438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10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568184-8A6E-4511-A64B-7B4EE063912D}"/>
              </a:ext>
            </a:extLst>
          </p:cNvPr>
          <p:cNvCxnSpPr>
            <a:cxnSpLocks/>
          </p:cNvCxnSpPr>
          <p:nvPr/>
        </p:nvCxnSpPr>
        <p:spPr bwMode="auto">
          <a:xfrm>
            <a:off x="4740023" y="536295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6F8BADB-8F19-4A30-836A-7E38893ACF97}"/>
              </a:ext>
            </a:extLst>
          </p:cNvPr>
          <p:cNvSpPr txBox="1"/>
          <p:nvPr/>
        </p:nvSpPr>
        <p:spPr>
          <a:xfrm>
            <a:off x="6096000" y="478935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38A1A5-B7F3-4E7A-B299-E1DEA5F2CB2F}"/>
              </a:ext>
            </a:extLst>
          </p:cNvPr>
          <p:cNvSpPr txBox="1"/>
          <p:nvPr/>
        </p:nvSpPr>
        <p:spPr>
          <a:xfrm>
            <a:off x="9338358" y="1385914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E5301B-42C2-432E-A836-5F9E54080101}"/>
              </a:ext>
            </a:extLst>
          </p:cNvPr>
          <p:cNvSpPr txBox="1"/>
          <p:nvPr/>
        </p:nvSpPr>
        <p:spPr>
          <a:xfrm>
            <a:off x="2853532" y="3980490"/>
            <a:ext cx="2340278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066F857-497E-4638-ADFB-6FFF5D374F1C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71AC4995-653B-4D5A-B88F-4A516478FE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63" descr="Logo COP3530">
              <a:extLst>
                <a:ext uri="{FF2B5EF4-FFF2-40B4-BE49-F238E27FC236}">
                  <a16:creationId xmlns:a16="http://schemas.microsoft.com/office/drawing/2014/main" id="{91934336-C050-4E7D-90BF-F2FFE238D5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602615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10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230646" cy="3051569"/>
            <a:chOff x="3656138" y="4375470"/>
            <a:chExt cx="2230646" cy="3051569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360861" y="689363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3574109" y="4064541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7D49625A-FA09-412B-BBD9-459FF001F706}"/>
              </a:ext>
            </a:extLst>
          </p:cNvPr>
          <p:cNvSpPr/>
          <p:nvPr/>
        </p:nvSpPr>
        <p:spPr bwMode="auto">
          <a:xfrm>
            <a:off x="4312300" y="4888595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9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F2FF1-E0C0-49C8-B2FB-3098190ABF7A}"/>
              </a:ext>
            </a:extLst>
          </p:cNvPr>
          <p:cNvCxnSpPr>
            <a:cxnSpLocks/>
          </p:cNvCxnSpPr>
          <p:nvPr/>
        </p:nvCxnSpPr>
        <p:spPr bwMode="auto">
          <a:xfrm>
            <a:off x="4001832" y="446716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FEA459-161A-42B3-915A-410419E1CC6A}"/>
              </a:ext>
            </a:extLst>
          </p:cNvPr>
          <p:cNvCxnSpPr>
            <a:cxnSpLocks/>
            <a:stCxn id="32" idx="3"/>
            <a:endCxn id="79" idx="0"/>
          </p:cNvCxnSpPr>
          <p:nvPr/>
        </p:nvCxnSpPr>
        <p:spPr bwMode="auto">
          <a:xfrm flipH="1">
            <a:off x="3327869" y="4519826"/>
            <a:ext cx="318362" cy="44126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507D97-5DCE-4903-BA83-CC87D3B049FC}"/>
              </a:ext>
            </a:extLst>
          </p:cNvPr>
          <p:cNvCxnSpPr>
            <a:cxnSpLocks/>
          </p:cNvCxnSpPr>
          <p:nvPr/>
        </p:nvCxnSpPr>
        <p:spPr bwMode="auto">
          <a:xfrm flipH="1">
            <a:off x="2241242" y="3768239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5">
            <a:extLst>
              <a:ext uri="{FF2B5EF4-FFF2-40B4-BE49-F238E27FC236}">
                <a16:creationId xmlns:a16="http://schemas.microsoft.com/office/drawing/2014/main" id="{81647FE8-A787-40D9-BD54-1C7AB676A491}"/>
              </a:ext>
            </a:extLst>
          </p:cNvPr>
          <p:cNvSpPr/>
          <p:nvPr/>
        </p:nvSpPr>
        <p:spPr bwMode="auto">
          <a:xfrm>
            <a:off x="5050491" y="578438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10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568184-8A6E-4511-A64B-7B4EE063912D}"/>
              </a:ext>
            </a:extLst>
          </p:cNvPr>
          <p:cNvCxnSpPr>
            <a:cxnSpLocks/>
          </p:cNvCxnSpPr>
          <p:nvPr/>
        </p:nvCxnSpPr>
        <p:spPr bwMode="auto">
          <a:xfrm>
            <a:off x="4740023" y="536295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6F8BADB-8F19-4A30-836A-7E38893ACF97}"/>
              </a:ext>
            </a:extLst>
          </p:cNvPr>
          <p:cNvSpPr txBox="1"/>
          <p:nvPr/>
        </p:nvSpPr>
        <p:spPr>
          <a:xfrm>
            <a:off x="6096000" y="478935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38A1A5-B7F3-4E7A-B299-E1DEA5F2CB2F}"/>
              </a:ext>
            </a:extLst>
          </p:cNvPr>
          <p:cNvSpPr txBox="1"/>
          <p:nvPr/>
        </p:nvSpPr>
        <p:spPr>
          <a:xfrm>
            <a:off x="9338358" y="1385914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E5301B-42C2-432E-A836-5F9E54080101}"/>
              </a:ext>
            </a:extLst>
          </p:cNvPr>
          <p:cNvSpPr txBox="1"/>
          <p:nvPr/>
        </p:nvSpPr>
        <p:spPr>
          <a:xfrm>
            <a:off x="2569510" y="3051632"/>
            <a:ext cx="1654272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3FA1D54-3854-4DB9-BE90-FBDC5C467BB8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6FDB12E3-FAF4-432A-9602-66CFC9E3B7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63" descr="Logo COP3530">
              <a:extLst>
                <a:ext uri="{FF2B5EF4-FFF2-40B4-BE49-F238E27FC236}">
                  <a16:creationId xmlns:a16="http://schemas.microsoft.com/office/drawing/2014/main" id="{18C70D33-779C-42E4-90BD-8EECBE7842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446775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10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230646" cy="3051569"/>
            <a:chOff x="3656138" y="4375470"/>
            <a:chExt cx="2230646" cy="3051569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360861" y="689363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3574109" y="4064541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7D49625A-FA09-412B-BBD9-459FF001F706}"/>
              </a:ext>
            </a:extLst>
          </p:cNvPr>
          <p:cNvSpPr/>
          <p:nvPr/>
        </p:nvSpPr>
        <p:spPr bwMode="auto">
          <a:xfrm>
            <a:off x="4312300" y="4888595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9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F2FF1-E0C0-49C8-B2FB-3098190ABF7A}"/>
              </a:ext>
            </a:extLst>
          </p:cNvPr>
          <p:cNvCxnSpPr>
            <a:cxnSpLocks/>
          </p:cNvCxnSpPr>
          <p:nvPr/>
        </p:nvCxnSpPr>
        <p:spPr bwMode="auto">
          <a:xfrm>
            <a:off x="4001832" y="446716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FEA459-161A-42B3-915A-410419E1CC6A}"/>
              </a:ext>
            </a:extLst>
          </p:cNvPr>
          <p:cNvCxnSpPr>
            <a:cxnSpLocks/>
            <a:stCxn id="32" idx="3"/>
            <a:endCxn id="79" idx="0"/>
          </p:cNvCxnSpPr>
          <p:nvPr/>
        </p:nvCxnSpPr>
        <p:spPr bwMode="auto">
          <a:xfrm flipH="1">
            <a:off x="3327869" y="4519826"/>
            <a:ext cx="318362" cy="44126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507D97-5DCE-4903-BA83-CC87D3B049FC}"/>
              </a:ext>
            </a:extLst>
          </p:cNvPr>
          <p:cNvCxnSpPr>
            <a:cxnSpLocks/>
          </p:cNvCxnSpPr>
          <p:nvPr/>
        </p:nvCxnSpPr>
        <p:spPr bwMode="auto">
          <a:xfrm flipH="1">
            <a:off x="2241242" y="3768239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5">
            <a:extLst>
              <a:ext uri="{FF2B5EF4-FFF2-40B4-BE49-F238E27FC236}">
                <a16:creationId xmlns:a16="http://schemas.microsoft.com/office/drawing/2014/main" id="{81647FE8-A787-40D9-BD54-1C7AB676A491}"/>
              </a:ext>
            </a:extLst>
          </p:cNvPr>
          <p:cNvSpPr/>
          <p:nvPr/>
        </p:nvSpPr>
        <p:spPr bwMode="auto">
          <a:xfrm>
            <a:off x="5050491" y="578438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10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568184-8A6E-4511-A64B-7B4EE063912D}"/>
              </a:ext>
            </a:extLst>
          </p:cNvPr>
          <p:cNvCxnSpPr>
            <a:cxnSpLocks/>
          </p:cNvCxnSpPr>
          <p:nvPr/>
        </p:nvCxnSpPr>
        <p:spPr bwMode="auto">
          <a:xfrm>
            <a:off x="4740023" y="536295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6F8BADB-8F19-4A30-836A-7E38893ACF97}"/>
              </a:ext>
            </a:extLst>
          </p:cNvPr>
          <p:cNvSpPr txBox="1"/>
          <p:nvPr/>
        </p:nvSpPr>
        <p:spPr>
          <a:xfrm>
            <a:off x="6115819" y="912716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38A1A5-B7F3-4E7A-B299-E1DEA5F2CB2F}"/>
              </a:ext>
            </a:extLst>
          </p:cNvPr>
          <p:cNvSpPr txBox="1"/>
          <p:nvPr/>
        </p:nvSpPr>
        <p:spPr>
          <a:xfrm>
            <a:off x="6000950" y="1460266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E5301B-42C2-432E-A836-5F9E54080101}"/>
              </a:ext>
            </a:extLst>
          </p:cNvPr>
          <p:cNvSpPr txBox="1"/>
          <p:nvPr/>
        </p:nvSpPr>
        <p:spPr>
          <a:xfrm>
            <a:off x="2569510" y="3051632"/>
            <a:ext cx="1654272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185924C-20AC-4146-BBA9-9B6B8A2FA35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F608BE9F-612B-46F8-8A70-3955420F6B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63" descr="Logo COP3530">
              <a:extLst>
                <a:ext uri="{FF2B5EF4-FFF2-40B4-BE49-F238E27FC236}">
                  <a16:creationId xmlns:a16="http://schemas.microsoft.com/office/drawing/2014/main" id="{3319954F-A03E-40AD-ACBA-E60A77A36B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493980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10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01D74F6-8B10-4210-9B09-F1AE3B272CE0}"/>
              </a:ext>
            </a:extLst>
          </p:cNvPr>
          <p:cNvGrpSpPr/>
          <p:nvPr/>
        </p:nvGrpSpPr>
        <p:grpSpPr>
          <a:xfrm>
            <a:off x="1376905" y="2442919"/>
            <a:ext cx="2230646" cy="3051569"/>
            <a:chOff x="3656138" y="4375470"/>
            <a:chExt cx="2230646" cy="3051569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BB6183C-BA94-431D-9E4F-964B0622AF9C}"/>
                </a:ext>
              </a:extLst>
            </p:cNvPr>
            <p:cNvSpPr/>
            <p:nvPr/>
          </p:nvSpPr>
          <p:spPr bwMode="auto">
            <a:xfrm>
              <a:off x="4308245" y="4375470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Oval 5">
              <a:extLst>
                <a:ext uri="{FF2B5EF4-FFF2-40B4-BE49-F238E27FC236}">
                  <a16:creationId xmlns:a16="http://schemas.microsoft.com/office/drawing/2014/main" id="{6D7F4A19-C57B-4BFD-9F46-2307C37E1ED9}"/>
                </a:ext>
              </a:extLst>
            </p:cNvPr>
            <p:cNvSpPr/>
            <p:nvPr/>
          </p:nvSpPr>
          <p:spPr bwMode="auto">
            <a:xfrm>
              <a:off x="3656138" y="528350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Oval 5">
              <a:extLst>
                <a:ext uri="{FF2B5EF4-FFF2-40B4-BE49-F238E27FC236}">
                  <a16:creationId xmlns:a16="http://schemas.microsoft.com/office/drawing/2014/main" id="{160F0944-9101-4732-AD1F-FDAB61955649}"/>
                </a:ext>
              </a:extLst>
            </p:cNvPr>
            <p:cNvSpPr/>
            <p:nvPr/>
          </p:nvSpPr>
          <p:spPr bwMode="auto">
            <a:xfrm>
              <a:off x="4979212" y="5283509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6</a:t>
              </a: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6C146E8-6F7A-4B95-849A-E15AD19669AF}"/>
                </a:ext>
              </a:extLst>
            </p:cNvPr>
            <p:cNvCxnSpPr>
              <a:cxnSpLocks/>
              <a:endCxn id="75" idx="0"/>
            </p:cNvCxnSpPr>
            <p:nvPr/>
          </p:nvCxnSpPr>
          <p:spPr bwMode="auto">
            <a:xfrm flipH="1">
              <a:off x="3902379" y="4862074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B3B4B9E-D767-4932-AA22-DB428BD1FB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8358" y="4862074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5">
              <a:extLst>
                <a:ext uri="{FF2B5EF4-FFF2-40B4-BE49-F238E27FC236}">
                  <a16:creationId xmlns:a16="http://schemas.microsoft.com/office/drawing/2014/main" id="{85104868-DD8C-46E7-A5A1-FDBDA1AC49D6}"/>
                </a:ext>
              </a:extLst>
            </p:cNvPr>
            <p:cNvSpPr/>
            <p:nvPr/>
          </p:nvSpPr>
          <p:spPr bwMode="auto">
            <a:xfrm>
              <a:off x="5360861" y="6893639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7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6E6BFEF-DC79-4CDE-A664-E80504BA754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32998" y="5680679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5">
              <a:extLst>
                <a:ext uri="{FF2B5EF4-FFF2-40B4-BE49-F238E27FC236}">
                  <a16:creationId xmlns:a16="http://schemas.microsoft.com/office/drawing/2014/main" id="{11D7D8E5-8174-4A6B-AF9D-B3A4E3FC665B}"/>
                </a:ext>
              </a:extLst>
            </p:cNvPr>
            <p:cNvSpPr/>
            <p:nvPr/>
          </p:nvSpPr>
          <p:spPr bwMode="auto">
            <a:xfrm>
              <a:off x="4306668" y="612222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32" name="Oval 5">
            <a:extLst>
              <a:ext uri="{FF2B5EF4-FFF2-40B4-BE49-F238E27FC236}">
                <a16:creationId xmlns:a16="http://schemas.microsoft.com/office/drawing/2014/main" id="{7F56CE4F-6C25-495E-A481-D76D6DC39B92}"/>
              </a:ext>
            </a:extLst>
          </p:cNvPr>
          <p:cNvSpPr/>
          <p:nvPr/>
        </p:nvSpPr>
        <p:spPr bwMode="auto">
          <a:xfrm>
            <a:off x="3574109" y="4064541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8</a:t>
            </a:r>
          </a:p>
        </p:txBody>
      </p:sp>
      <p:sp>
        <p:nvSpPr>
          <p:cNvPr id="36" name="Oval 5">
            <a:extLst>
              <a:ext uri="{FF2B5EF4-FFF2-40B4-BE49-F238E27FC236}">
                <a16:creationId xmlns:a16="http://schemas.microsoft.com/office/drawing/2014/main" id="{7D49625A-FA09-412B-BBD9-459FF001F706}"/>
              </a:ext>
            </a:extLst>
          </p:cNvPr>
          <p:cNvSpPr/>
          <p:nvPr/>
        </p:nvSpPr>
        <p:spPr bwMode="auto">
          <a:xfrm>
            <a:off x="4312300" y="4888595"/>
            <a:ext cx="492481" cy="533400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9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AF2FF1-E0C0-49C8-B2FB-3098190ABF7A}"/>
              </a:ext>
            </a:extLst>
          </p:cNvPr>
          <p:cNvCxnSpPr>
            <a:cxnSpLocks/>
          </p:cNvCxnSpPr>
          <p:nvPr/>
        </p:nvCxnSpPr>
        <p:spPr bwMode="auto">
          <a:xfrm>
            <a:off x="4001832" y="446716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0FEA459-161A-42B3-915A-410419E1CC6A}"/>
              </a:ext>
            </a:extLst>
          </p:cNvPr>
          <p:cNvCxnSpPr>
            <a:cxnSpLocks/>
            <a:stCxn id="32" idx="3"/>
            <a:endCxn id="79" idx="0"/>
          </p:cNvCxnSpPr>
          <p:nvPr/>
        </p:nvCxnSpPr>
        <p:spPr bwMode="auto">
          <a:xfrm flipH="1">
            <a:off x="3327869" y="4519826"/>
            <a:ext cx="318362" cy="44126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507D97-5DCE-4903-BA83-CC87D3B049FC}"/>
              </a:ext>
            </a:extLst>
          </p:cNvPr>
          <p:cNvCxnSpPr>
            <a:cxnSpLocks/>
          </p:cNvCxnSpPr>
          <p:nvPr/>
        </p:nvCxnSpPr>
        <p:spPr bwMode="auto">
          <a:xfrm flipH="1">
            <a:off x="2241242" y="3768239"/>
            <a:ext cx="518641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5">
            <a:extLst>
              <a:ext uri="{FF2B5EF4-FFF2-40B4-BE49-F238E27FC236}">
                <a16:creationId xmlns:a16="http://schemas.microsoft.com/office/drawing/2014/main" id="{81647FE8-A787-40D9-BD54-1C7AB676A491}"/>
              </a:ext>
            </a:extLst>
          </p:cNvPr>
          <p:cNvSpPr/>
          <p:nvPr/>
        </p:nvSpPr>
        <p:spPr bwMode="auto">
          <a:xfrm>
            <a:off x="5050491" y="5784385"/>
            <a:ext cx="492481" cy="533400"/>
          </a:xfrm>
          <a:prstGeom prst="ellipse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 pitchFamily="34" charset="0"/>
                <a:ea typeface="+mn-ea"/>
                <a:cs typeface="+mn-cs"/>
              </a:rPr>
              <a:t>10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568184-8A6E-4511-A64B-7B4EE063912D}"/>
              </a:ext>
            </a:extLst>
          </p:cNvPr>
          <p:cNvCxnSpPr>
            <a:cxnSpLocks/>
          </p:cNvCxnSpPr>
          <p:nvPr/>
        </p:nvCxnSpPr>
        <p:spPr bwMode="auto">
          <a:xfrm>
            <a:off x="4740023" y="5362950"/>
            <a:ext cx="453786" cy="42143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6F8BADB-8F19-4A30-836A-7E38893ACF97}"/>
              </a:ext>
            </a:extLst>
          </p:cNvPr>
          <p:cNvSpPr txBox="1"/>
          <p:nvPr/>
        </p:nvSpPr>
        <p:spPr>
          <a:xfrm>
            <a:off x="6115819" y="912716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38A1A5-B7F3-4E7A-B299-E1DEA5F2CB2F}"/>
              </a:ext>
            </a:extLst>
          </p:cNvPr>
          <p:cNvSpPr txBox="1"/>
          <p:nvPr/>
        </p:nvSpPr>
        <p:spPr>
          <a:xfrm>
            <a:off x="6000950" y="1460266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E5301B-42C2-432E-A836-5F9E54080101}"/>
              </a:ext>
            </a:extLst>
          </p:cNvPr>
          <p:cNvSpPr txBox="1"/>
          <p:nvPr/>
        </p:nvSpPr>
        <p:spPr>
          <a:xfrm rot="19563066">
            <a:off x="2401918" y="2092075"/>
            <a:ext cx="1284072" cy="286232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1F0A824-9F0F-4546-A75C-454ABD363FEC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53DAD6ED-DA03-44E3-82CD-3E56E6E47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63" descr="Logo COP3530">
              <a:extLst>
                <a:ext uri="{FF2B5EF4-FFF2-40B4-BE49-F238E27FC236}">
                  <a16:creationId xmlns:a16="http://schemas.microsoft.com/office/drawing/2014/main" id="{322AB327-2074-45EA-95A6-E8746EE338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388096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10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47E486-4E87-4183-A8B1-58083278AB7E}"/>
              </a:ext>
            </a:extLst>
          </p:cNvPr>
          <p:cNvGrpSpPr/>
          <p:nvPr/>
        </p:nvGrpSpPr>
        <p:grpSpPr>
          <a:xfrm>
            <a:off x="759712" y="2415979"/>
            <a:ext cx="4349674" cy="2966827"/>
            <a:chOff x="1193298" y="3350958"/>
            <a:chExt cx="4349674" cy="296682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01D74F6-8B10-4210-9B09-F1AE3B272CE0}"/>
                </a:ext>
              </a:extLst>
            </p:cNvPr>
            <p:cNvGrpSpPr/>
            <p:nvPr/>
          </p:nvGrpSpPr>
          <p:grpSpPr>
            <a:xfrm>
              <a:off x="1193298" y="3350958"/>
              <a:ext cx="2414253" cy="2222709"/>
              <a:chOff x="3472531" y="5283509"/>
              <a:chExt cx="2414253" cy="2222709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EBB6183C-BA94-431D-9E4F-964B0622AF9C}"/>
                  </a:ext>
                </a:extLst>
              </p:cNvPr>
              <p:cNvSpPr/>
              <p:nvPr/>
            </p:nvSpPr>
            <p:spPr bwMode="auto">
              <a:xfrm>
                <a:off x="4124638" y="6037514"/>
                <a:ext cx="492481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75" name="Oval 5">
                <a:extLst>
                  <a:ext uri="{FF2B5EF4-FFF2-40B4-BE49-F238E27FC236}">
                    <a16:creationId xmlns:a16="http://schemas.microsoft.com/office/drawing/2014/main" id="{6D7F4A19-C57B-4BFD-9F46-2307C37E1ED9}"/>
                  </a:ext>
                </a:extLst>
              </p:cNvPr>
              <p:cNvSpPr/>
              <p:nvPr/>
            </p:nvSpPr>
            <p:spPr bwMode="auto">
              <a:xfrm>
                <a:off x="3472531" y="6945553"/>
                <a:ext cx="492481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76" name="Oval 5">
                <a:extLst>
                  <a:ext uri="{FF2B5EF4-FFF2-40B4-BE49-F238E27FC236}">
                    <a16:creationId xmlns:a16="http://schemas.microsoft.com/office/drawing/2014/main" id="{160F0944-9101-4732-AD1F-FDAB61955649}"/>
                  </a:ext>
                </a:extLst>
              </p:cNvPr>
              <p:cNvSpPr/>
              <p:nvPr/>
            </p:nvSpPr>
            <p:spPr bwMode="auto">
              <a:xfrm>
                <a:off x="4979212" y="5283509"/>
                <a:ext cx="492481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6C146E8-6F7A-4B95-849A-E15AD19669AF}"/>
                  </a:ext>
                </a:extLst>
              </p:cNvPr>
              <p:cNvCxnSpPr>
                <a:cxnSpLocks/>
                <a:endCxn id="75" idx="0"/>
              </p:cNvCxnSpPr>
              <p:nvPr/>
            </p:nvCxnSpPr>
            <p:spPr bwMode="auto">
              <a:xfrm flipH="1">
                <a:off x="3718772" y="6524118"/>
                <a:ext cx="518641" cy="421435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DB3B4B9E-D767-4932-AA22-DB428BD1FBA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463168" y="6530492"/>
                <a:ext cx="453786" cy="421435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Oval 5">
                <a:extLst>
                  <a:ext uri="{FF2B5EF4-FFF2-40B4-BE49-F238E27FC236}">
                    <a16:creationId xmlns:a16="http://schemas.microsoft.com/office/drawing/2014/main" id="{85104868-DD8C-46E7-A5A1-FDBDA1AC49D6}"/>
                  </a:ext>
                </a:extLst>
              </p:cNvPr>
              <p:cNvSpPr/>
              <p:nvPr/>
            </p:nvSpPr>
            <p:spPr bwMode="auto">
              <a:xfrm>
                <a:off x="5360861" y="6893639"/>
                <a:ext cx="492481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7</a:t>
                </a:r>
              </a:p>
            </p:txBody>
          </p: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E6E6BFEF-DC79-4CDE-A664-E80504BA754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32998" y="5680679"/>
                <a:ext cx="453786" cy="421435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Oval 5">
                <a:extLst>
                  <a:ext uri="{FF2B5EF4-FFF2-40B4-BE49-F238E27FC236}">
                    <a16:creationId xmlns:a16="http://schemas.microsoft.com/office/drawing/2014/main" id="{11D7D8E5-8174-4A6B-AF9D-B3A4E3FC665B}"/>
                  </a:ext>
                </a:extLst>
              </p:cNvPr>
              <p:cNvSpPr/>
              <p:nvPr/>
            </p:nvSpPr>
            <p:spPr bwMode="auto">
              <a:xfrm>
                <a:off x="4640238" y="6972818"/>
                <a:ext cx="492481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5</a:t>
                </a:r>
              </a:p>
            </p:txBody>
          </p:sp>
        </p:grpSp>
        <p:sp>
          <p:nvSpPr>
            <p:cNvPr id="32" name="Oval 5">
              <a:extLst>
                <a:ext uri="{FF2B5EF4-FFF2-40B4-BE49-F238E27FC236}">
                  <a16:creationId xmlns:a16="http://schemas.microsoft.com/office/drawing/2014/main" id="{7F56CE4F-6C25-495E-A481-D76D6DC39B92}"/>
                </a:ext>
              </a:extLst>
            </p:cNvPr>
            <p:cNvSpPr/>
            <p:nvPr/>
          </p:nvSpPr>
          <p:spPr bwMode="auto">
            <a:xfrm>
              <a:off x="3574109" y="4064541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Oval 5">
              <a:extLst>
                <a:ext uri="{FF2B5EF4-FFF2-40B4-BE49-F238E27FC236}">
                  <a16:creationId xmlns:a16="http://schemas.microsoft.com/office/drawing/2014/main" id="{7D49625A-FA09-412B-BBD9-459FF001F706}"/>
                </a:ext>
              </a:extLst>
            </p:cNvPr>
            <p:cNvSpPr/>
            <p:nvPr/>
          </p:nvSpPr>
          <p:spPr bwMode="auto">
            <a:xfrm>
              <a:off x="4312300" y="488859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9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1AF2FF1-E0C0-49C8-B2FB-3098190ABF7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01832" y="4467160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0FEA459-161A-42B3-915A-410419E1CC6A}"/>
                </a:ext>
              </a:extLst>
            </p:cNvPr>
            <p:cNvCxnSpPr>
              <a:cxnSpLocks/>
              <a:stCxn id="32" idx="3"/>
              <a:endCxn id="79" idx="0"/>
            </p:cNvCxnSpPr>
            <p:nvPr/>
          </p:nvCxnSpPr>
          <p:spPr bwMode="auto">
            <a:xfrm flipH="1">
              <a:off x="3327869" y="4519826"/>
              <a:ext cx="318362" cy="44126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F507D97-5DCE-4903-BA83-CC87D3B049F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258007" y="3790570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5">
              <a:extLst>
                <a:ext uri="{FF2B5EF4-FFF2-40B4-BE49-F238E27FC236}">
                  <a16:creationId xmlns:a16="http://schemas.microsoft.com/office/drawing/2014/main" id="{81647FE8-A787-40D9-BD54-1C7AB676A491}"/>
                </a:ext>
              </a:extLst>
            </p:cNvPr>
            <p:cNvSpPr/>
            <p:nvPr/>
          </p:nvSpPr>
          <p:spPr bwMode="auto">
            <a:xfrm>
              <a:off x="5050491" y="5784385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10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A568184-8A6E-4511-A64B-7B4EE063912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0023" y="5362950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6F8BADB-8F19-4A30-836A-7E38893ACF97}"/>
              </a:ext>
            </a:extLst>
          </p:cNvPr>
          <p:cNvSpPr txBox="1"/>
          <p:nvPr/>
        </p:nvSpPr>
        <p:spPr>
          <a:xfrm>
            <a:off x="6115819" y="912716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38A1A5-B7F3-4E7A-B299-E1DEA5F2CB2F}"/>
              </a:ext>
            </a:extLst>
          </p:cNvPr>
          <p:cNvSpPr txBox="1"/>
          <p:nvPr/>
        </p:nvSpPr>
        <p:spPr>
          <a:xfrm>
            <a:off x="6000950" y="1460266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42BA9CB-032D-4CCC-A46B-88C37FCBB9B3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7" name="Picture 2">
              <a:extLst>
                <a:ext uri="{FF2B5EF4-FFF2-40B4-BE49-F238E27FC236}">
                  <a16:creationId xmlns:a16="http://schemas.microsoft.com/office/drawing/2014/main" id="{7C37B603-0104-4532-AC09-7E5086BE07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2" descr="Logo COP3530">
              <a:extLst>
                <a:ext uri="{FF2B5EF4-FFF2-40B4-BE49-F238E27FC236}">
                  <a16:creationId xmlns:a16="http://schemas.microsoft.com/office/drawing/2014/main" id="{FB37522A-9E2D-4763-8E88-CF30009E7B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932210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636859" y="-256970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1453D-C1A7-48CF-8087-4F0C53E93811}"/>
              </a:ext>
            </a:extLst>
          </p:cNvPr>
          <p:cNvSpPr txBox="1"/>
          <p:nvPr/>
        </p:nvSpPr>
        <p:spPr>
          <a:xfrm>
            <a:off x="5668191" y="3747123"/>
            <a:ext cx="6189078" cy="161582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red-black tree maintains the following invariants: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node is either red or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root is always black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red node always has black children (a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urier New" pitchFamily="49" charset="0"/>
              </a:rPr>
              <a:t>null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reference is considered to refer to a black node) Or No two consecutive Red nodes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number of black nodes in any path from the root to a leaf is the same</a:t>
            </a:r>
          </a:p>
          <a:p>
            <a:pPr marL="1295368" marR="0" lvl="1" indent="-68578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 nodes are attached to the leaves and are black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4B3C3-6383-4BFF-8336-3382498A8F49}"/>
              </a:ext>
            </a:extLst>
          </p:cNvPr>
          <p:cNvSpPr txBox="1"/>
          <p:nvPr/>
        </p:nvSpPr>
        <p:spPr>
          <a:xfrm>
            <a:off x="840377" y="1436005"/>
            <a:ext cx="433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10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C99241-689D-4058-B850-0EE48A0CDD80}"/>
              </a:ext>
            </a:extLst>
          </p:cNvPr>
          <p:cNvGrpSpPr/>
          <p:nvPr/>
        </p:nvGrpSpPr>
        <p:grpSpPr>
          <a:xfrm>
            <a:off x="5630256" y="320040"/>
            <a:ext cx="6561743" cy="2945674"/>
            <a:chOff x="5630256" y="320040"/>
            <a:chExt cx="6561743" cy="294567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695DDB-E534-4E1B-89CF-9339A31AE700}"/>
                </a:ext>
              </a:extLst>
            </p:cNvPr>
            <p:cNvSpPr txBox="1"/>
            <p:nvPr/>
          </p:nvSpPr>
          <p:spPr>
            <a:xfrm>
              <a:off x="5630257" y="320040"/>
              <a:ext cx="6322257" cy="2945674"/>
            </a:xfrm>
            <a:prstGeom prst="rect">
              <a:avLst/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0AF0A66-F9F3-43BA-9B5E-905966EA28E1}"/>
                </a:ext>
              </a:extLst>
            </p:cNvPr>
            <p:cNvGrpSpPr/>
            <p:nvPr/>
          </p:nvGrpSpPr>
          <p:grpSpPr>
            <a:xfrm>
              <a:off x="5630256" y="590868"/>
              <a:ext cx="6561743" cy="2498445"/>
              <a:chOff x="992942" y="3699828"/>
              <a:chExt cx="6561743" cy="249844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01299A-18E9-461D-B5D3-886FAB1CB0CB}"/>
                  </a:ext>
                </a:extLst>
              </p:cNvPr>
              <p:cNvSpPr txBox="1"/>
              <p:nvPr/>
            </p:nvSpPr>
            <p:spPr>
              <a:xfrm>
                <a:off x="992942" y="3699828"/>
                <a:ext cx="656174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red,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flip colors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If the uncle is black,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rotate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Rotation                 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81E2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After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7D31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Color Flip (P, GP) 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1E2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D91D457-2D83-4E00-BDFC-5E973815E6D8}"/>
                  </a:ext>
                </a:extLst>
              </p:cNvPr>
              <p:cNvGrpSpPr/>
              <p:nvPr/>
            </p:nvGrpSpPr>
            <p:grpSpPr>
              <a:xfrm>
                <a:off x="1827546" y="5142861"/>
                <a:ext cx="1242225" cy="1055412"/>
                <a:chOff x="2062678" y="5044942"/>
                <a:chExt cx="1638300" cy="1376363"/>
              </a:xfrm>
            </p:grpSpPr>
            <p:grpSp>
              <p:nvGrpSpPr>
                <p:cNvPr id="57" name="Group 18">
                  <a:extLst>
                    <a:ext uri="{FF2B5EF4-FFF2-40B4-BE49-F238E27FC236}">
                      <a16:creationId xmlns:a16="http://schemas.microsoft.com/office/drawing/2014/main" id="{375EA427-B212-4F3A-B3A8-1DC89A7506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2678" y="5887905"/>
                  <a:ext cx="1638300" cy="533400"/>
                  <a:chOff x="6426200" y="4000500"/>
                  <a:chExt cx="1638300" cy="53340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9E15E937-C624-4942-9355-3E60303626A2}"/>
                      </a:ext>
                    </a:extLst>
                  </p:cNvPr>
                  <p:cNvSpPr/>
                  <p:nvPr/>
                </p:nvSpPr>
                <p:spPr>
                  <a:xfrm>
                    <a:off x="64262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3B41B164-40D7-4503-B397-ED6C7AD9E00D}"/>
                      </a:ext>
                    </a:extLst>
                  </p:cNvPr>
                  <p:cNvSpPr/>
                  <p:nvPr/>
                </p:nvSpPr>
                <p:spPr>
                  <a:xfrm>
                    <a:off x="7531100" y="4000500"/>
                    <a:ext cx="533400" cy="53340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28575">
                    <a:solidFill>
                      <a:srgbClr val="E60000"/>
                    </a:solidFill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 pitchFamily="34" charset="0"/>
                        <a:ea typeface="+mn-ea"/>
                        <a:cs typeface="+mn-cs"/>
                      </a:rPr>
                      <a:t>R</a:t>
                    </a:r>
                  </a:p>
                </p:txBody>
              </p:sp>
            </p:grp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CDD4BDD-1B0B-408A-9CD2-83277299FC8B}"/>
                    </a:ext>
                  </a:extLst>
                </p:cNvPr>
                <p:cNvSpPr/>
                <p:nvPr/>
              </p:nvSpPr>
              <p:spPr bwMode="auto">
                <a:xfrm>
                  <a:off x="2589728" y="5044942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2DBEBA2-5A56-409E-A438-56ACB369A6DC}"/>
                    </a:ext>
                  </a:extLst>
                </p:cNvPr>
                <p:cNvCxnSpPr/>
                <p:nvPr/>
              </p:nvCxnSpPr>
              <p:spPr bwMode="auto">
                <a:xfrm flipH="1">
                  <a:off x="2329378" y="5500555"/>
                  <a:ext cx="33813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9A234E4-FEE4-49CC-9639-D210D6378FF4}"/>
                    </a:ext>
                  </a:extLst>
                </p:cNvPr>
                <p:cNvCxnSpPr/>
                <p:nvPr/>
              </p:nvCxnSpPr>
              <p:spPr bwMode="auto">
                <a:xfrm>
                  <a:off x="3045341" y="5500555"/>
                  <a:ext cx="38893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8295798-A698-4133-B5FF-E57A6B79F845}"/>
                  </a:ext>
                </a:extLst>
              </p:cNvPr>
              <p:cNvGrpSpPr/>
              <p:nvPr/>
            </p:nvGrpSpPr>
            <p:grpSpPr>
              <a:xfrm>
                <a:off x="4970402" y="5113646"/>
                <a:ext cx="1328892" cy="1054194"/>
                <a:chOff x="7582974" y="5046530"/>
                <a:chExt cx="1752600" cy="1374775"/>
              </a:xfrm>
            </p:grpSpPr>
            <p:sp>
              <p:nvSpPr>
                <p:cNvPr id="52" name="Oval 5">
                  <a:extLst>
                    <a:ext uri="{FF2B5EF4-FFF2-40B4-BE49-F238E27FC236}">
                      <a16:creationId xmlns:a16="http://schemas.microsoft.com/office/drawing/2014/main" id="{A673AD29-EC4C-4DF8-B62D-218FBA54DF99}"/>
                    </a:ext>
                  </a:extLst>
                </p:cNvPr>
                <p:cNvSpPr/>
                <p:nvPr/>
              </p:nvSpPr>
              <p:spPr bwMode="auto">
                <a:xfrm>
                  <a:off x="8192574" y="504653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R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2CD93041-43C8-481D-8A45-5D6E596CF1A1}"/>
                    </a:ext>
                  </a:extLst>
                </p:cNvPr>
                <p:cNvSpPr/>
                <p:nvPr/>
              </p:nvSpPr>
              <p:spPr bwMode="auto">
                <a:xfrm>
                  <a:off x="75829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FB48DEE-5BBC-4604-A29F-62CD2BE98373}"/>
                    </a:ext>
                  </a:extLst>
                </p:cNvPr>
                <p:cNvCxnSpPr/>
                <p:nvPr/>
              </p:nvCxnSpPr>
              <p:spPr bwMode="auto">
                <a:xfrm flipH="1">
                  <a:off x="7849674" y="5500555"/>
                  <a:ext cx="420688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997D38A-BC6D-46D0-9FCD-171EBEEF709B}"/>
                    </a:ext>
                  </a:extLst>
                </p:cNvPr>
                <p:cNvCxnSpPr/>
                <p:nvPr/>
              </p:nvCxnSpPr>
              <p:spPr bwMode="auto">
                <a:xfrm>
                  <a:off x="8648187" y="5500555"/>
                  <a:ext cx="420687" cy="387350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69748FE-1A7B-471F-9A28-884665BACEA4}"/>
                    </a:ext>
                  </a:extLst>
                </p:cNvPr>
                <p:cNvSpPr/>
                <p:nvPr/>
              </p:nvSpPr>
              <p:spPr bwMode="auto">
                <a:xfrm>
                  <a:off x="8802174" y="5887905"/>
                  <a:ext cx="533400" cy="533400"/>
                </a:xfrm>
                <a:prstGeom prst="ellips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 Cen MT" panose="020B0602020104020603" pitchFamily="34" charset="0"/>
                      <a:ea typeface="+mn-ea"/>
                      <a:cs typeface="+mn-cs"/>
                    </a:rPr>
                    <a:t>B</a:t>
                  </a:r>
                </a:p>
              </p:txBody>
            </p:sp>
          </p:grp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47E486-4E87-4183-A8B1-58083278AB7E}"/>
              </a:ext>
            </a:extLst>
          </p:cNvPr>
          <p:cNvGrpSpPr/>
          <p:nvPr/>
        </p:nvGrpSpPr>
        <p:grpSpPr>
          <a:xfrm>
            <a:off x="759712" y="2415979"/>
            <a:ext cx="4349674" cy="2966827"/>
            <a:chOff x="1193298" y="3350958"/>
            <a:chExt cx="4349674" cy="296682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01D74F6-8B10-4210-9B09-F1AE3B272CE0}"/>
                </a:ext>
              </a:extLst>
            </p:cNvPr>
            <p:cNvGrpSpPr/>
            <p:nvPr/>
          </p:nvGrpSpPr>
          <p:grpSpPr>
            <a:xfrm>
              <a:off x="1193298" y="3350958"/>
              <a:ext cx="2414253" cy="2222709"/>
              <a:chOff x="3472531" y="5283509"/>
              <a:chExt cx="2414253" cy="2222709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EBB6183C-BA94-431D-9E4F-964B0622AF9C}"/>
                  </a:ext>
                </a:extLst>
              </p:cNvPr>
              <p:cNvSpPr/>
              <p:nvPr/>
            </p:nvSpPr>
            <p:spPr bwMode="auto">
              <a:xfrm>
                <a:off x="4124638" y="6037514"/>
                <a:ext cx="492481" cy="533400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75" name="Oval 5">
                <a:extLst>
                  <a:ext uri="{FF2B5EF4-FFF2-40B4-BE49-F238E27FC236}">
                    <a16:creationId xmlns:a16="http://schemas.microsoft.com/office/drawing/2014/main" id="{6D7F4A19-C57B-4BFD-9F46-2307C37E1ED9}"/>
                  </a:ext>
                </a:extLst>
              </p:cNvPr>
              <p:cNvSpPr/>
              <p:nvPr/>
            </p:nvSpPr>
            <p:spPr bwMode="auto">
              <a:xfrm>
                <a:off x="3472531" y="6945553"/>
                <a:ext cx="492481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76" name="Oval 5">
                <a:extLst>
                  <a:ext uri="{FF2B5EF4-FFF2-40B4-BE49-F238E27FC236}">
                    <a16:creationId xmlns:a16="http://schemas.microsoft.com/office/drawing/2014/main" id="{160F0944-9101-4732-AD1F-FDAB61955649}"/>
                  </a:ext>
                </a:extLst>
              </p:cNvPr>
              <p:cNvSpPr/>
              <p:nvPr/>
            </p:nvSpPr>
            <p:spPr bwMode="auto">
              <a:xfrm>
                <a:off x="4979212" y="5283509"/>
                <a:ext cx="492481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6</a:t>
                </a:r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6C146E8-6F7A-4B95-849A-E15AD19669AF}"/>
                  </a:ext>
                </a:extLst>
              </p:cNvPr>
              <p:cNvCxnSpPr>
                <a:cxnSpLocks/>
                <a:endCxn id="75" idx="0"/>
              </p:cNvCxnSpPr>
              <p:nvPr/>
            </p:nvCxnSpPr>
            <p:spPr bwMode="auto">
              <a:xfrm flipH="1">
                <a:off x="3718772" y="6524118"/>
                <a:ext cx="518641" cy="421435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DB3B4B9E-D767-4932-AA22-DB428BD1FBA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463168" y="6530492"/>
                <a:ext cx="453786" cy="421435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Oval 5">
                <a:extLst>
                  <a:ext uri="{FF2B5EF4-FFF2-40B4-BE49-F238E27FC236}">
                    <a16:creationId xmlns:a16="http://schemas.microsoft.com/office/drawing/2014/main" id="{85104868-DD8C-46E7-A5A1-FDBDA1AC49D6}"/>
                  </a:ext>
                </a:extLst>
              </p:cNvPr>
              <p:cNvSpPr/>
              <p:nvPr/>
            </p:nvSpPr>
            <p:spPr bwMode="auto">
              <a:xfrm>
                <a:off x="5360861" y="6893639"/>
                <a:ext cx="492481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7</a:t>
                </a:r>
              </a:p>
            </p:txBody>
          </p: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E6E6BFEF-DC79-4CDE-A664-E80504BA754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432998" y="5680679"/>
                <a:ext cx="453786" cy="421435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Oval 5">
                <a:extLst>
                  <a:ext uri="{FF2B5EF4-FFF2-40B4-BE49-F238E27FC236}">
                    <a16:creationId xmlns:a16="http://schemas.microsoft.com/office/drawing/2014/main" id="{11D7D8E5-8174-4A6B-AF9D-B3A4E3FC665B}"/>
                  </a:ext>
                </a:extLst>
              </p:cNvPr>
              <p:cNvSpPr/>
              <p:nvPr/>
            </p:nvSpPr>
            <p:spPr bwMode="auto">
              <a:xfrm>
                <a:off x="4640238" y="6972818"/>
                <a:ext cx="492481" cy="533400"/>
              </a:xfrm>
              <a:prstGeom prst="ellips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+mn-ea"/>
                    <a:cs typeface="+mn-cs"/>
                  </a:rPr>
                  <a:t>5</a:t>
                </a:r>
              </a:p>
            </p:txBody>
          </p:sp>
        </p:grpSp>
        <p:sp>
          <p:nvSpPr>
            <p:cNvPr id="32" name="Oval 5">
              <a:extLst>
                <a:ext uri="{FF2B5EF4-FFF2-40B4-BE49-F238E27FC236}">
                  <a16:creationId xmlns:a16="http://schemas.microsoft.com/office/drawing/2014/main" id="{7F56CE4F-6C25-495E-A481-D76D6DC39B92}"/>
                </a:ext>
              </a:extLst>
            </p:cNvPr>
            <p:cNvSpPr/>
            <p:nvPr/>
          </p:nvSpPr>
          <p:spPr bwMode="auto">
            <a:xfrm>
              <a:off x="3574109" y="4064541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Oval 5">
              <a:extLst>
                <a:ext uri="{FF2B5EF4-FFF2-40B4-BE49-F238E27FC236}">
                  <a16:creationId xmlns:a16="http://schemas.microsoft.com/office/drawing/2014/main" id="{7D49625A-FA09-412B-BBD9-459FF001F706}"/>
                </a:ext>
              </a:extLst>
            </p:cNvPr>
            <p:cNvSpPr/>
            <p:nvPr/>
          </p:nvSpPr>
          <p:spPr bwMode="auto">
            <a:xfrm>
              <a:off x="4312300" y="4888595"/>
              <a:ext cx="492481" cy="5334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9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1AF2FF1-E0C0-49C8-B2FB-3098190ABF7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01832" y="4467160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0FEA459-161A-42B3-915A-410419E1CC6A}"/>
                </a:ext>
              </a:extLst>
            </p:cNvPr>
            <p:cNvCxnSpPr>
              <a:cxnSpLocks/>
              <a:stCxn id="32" idx="3"/>
              <a:endCxn id="79" idx="0"/>
            </p:cNvCxnSpPr>
            <p:nvPr/>
          </p:nvCxnSpPr>
          <p:spPr bwMode="auto">
            <a:xfrm flipH="1">
              <a:off x="3327869" y="4519826"/>
              <a:ext cx="318362" cy="44126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F507D97-5DCE-4903-BA83-CC87D3B049F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258007" y="3790570"/>
              <a:ext cx="518641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5">
              <a:extLst>
                <a:ext uri="{FF2B5EF4-FFF2-40B4-BE49-F238E27FC236}">
                  <a16:creationId xmlns:a16="http://schemas.microsoft.com/office/drawing/2014/main" id="{81647FE8-A787-40D9-BD54-1C7AB676A491}"/>
                </a:ext>
              </a:extLst>
            </p:cNvPr>
            <p:cNvSpPr/>
            <p:nvPr/>
          </p:nvSpPr>
          <p:spPr bwMode="auto">
            <a:xfrm>
              <a:off x="5050491" y="5784385"/>
              <a:ext cx="492481" cy="5334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 Cen MT" panose="020B0602020104020603" pitchFamily="34" charset="0"/>
                  <a:ea typeface="+mn-ea"/>
                  <a:cs typeface="+mn-cs"/>
                </a:rPr>
                <a:t>10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A568184-8A6E-4511-A64B-7B4EE063912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0023" y="5362950"/>
              <a:ext cx="453786" cy="421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6F8BADB-8F19-4A30-836A-7E38893ACF97}"/>
              </a:ext>
            </a:extLst>
          </p:cNvPr>
          <p:cNvSpPr txBox="1"/>
          <p:nvPr/>
        </p:nvSpPr>
        <p:spPr>
          <a:xfrm>
            <a:off x="6115819" y="912716"/>
            <a:ext cx="3827150" cy="47026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38A1A5-B7F3-4E7A-B299-E1DEA5F2CB2F}"/>
              </a:ext>
            </a:extLst>
          </p:cNvPr>
          <p:cNvSpPr txBox="1"/>
          <p:nvPr/>
        </p:nvSpPr>
        <p:spPr>
          <a:xfrm>
            <a:off x="6000950" y="1460266"/>
            <a:ext cx="2535971" cy="175432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01AE474-11FD-4E87-8376-F7788BF12D8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7" name="Picture 2">
              <a:extLst>
                <a:ext uri="{FF2B5EF4-FFF2-40B4-BE49-F238E27FC236}">
                  <a16:creationId xmlns:a16="http://schemas.microsoft.com/office/drawing/2014/main" id="{DA0435C0-6CC6-43E0-8A15-CE21AFA419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2" descr="Logo COP3530">
              <a:extLst>
                <a:ext uri="{FF2B5EF4-FFF2-40B4-BE49-F238E27FC236}">
                  <a16:creationId xmlns:a16="http://schemas.microsoft.com/office/drawing/2014/main" id="{A497CE59-B382-46B6-AE20-3469A0D99D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900163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411706" y="82159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Red Black Tree Insertion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C4C901-9FAB-42D4-95EB-58CAB4065410}"/>
              </a:ext>
            </a:extLst>
          </p:cNvPr>
          <p:cNvSpPr/>
          <p:nvPr/>
        </p:nvSpPr>
        <p:spPr>
          <a:xfrm>
            <a:off x="2621689" y="1552050"/>
            <a:ext cx="5760016" cy="4832092"/>
          </a:xfrm>
          <a:prstGeom prst="rect">
            <a:avLst/>
          </a:prstGeom>
          <a:noFill/>
          <a:ln>
            <a:solidFill>
              <a:srgbClr val="EB6E19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RBTreeBalance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(tree, node)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(node-&gt;parent == null)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      node-&gt;color = black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}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(node-&gt;parent-&gt;color == black)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parent = node-&gt;parent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grandparent =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RBTreeGetGrandparent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(node)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uncle =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RBTreeGetUncle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(node)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(uncle != null &amp;&amp; uncle-&gt;color == red)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      parent-&gt;color = uncle-&gt;color = black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grandparent-&gt;color = red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RBTreeBalance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(tree, grandparent)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}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(node == parent-&gt;right &amp;&amp; parent == grandparent-&gt;left)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RBTreeRotateLeft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(tree, parent)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node = parent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parent = node-&gt;parent      }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(node == parent-&gt;left &amp;&amp; parent == grandparent-&gt;right)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{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RBTreeRotateRight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(tree, parent)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node = parent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parent = node-&gt;parent   }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parent-&gt;color = black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grandparent-&gt;color = red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(node == parent-&gt;left)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RBTreeRotateRight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(tree, grandparent)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RBTreeRotateLeft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(tree, grandparent) }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4B20E83-BCCB-4BD3-849C-85C59DB83045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D741FC4A-EA3C-4B13-B557-D34E18B5A6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Logo COP3530">
              <a:extLst>
                <a:ext uri="{FF2B5EF4-FFF2-40B4-BE49-F238E27FC236}">
                  <a16:creationId xmlns:a16="http://schemas.microsoft.com/office/drawing/2014/main" id="{F9245251-4917-4CA7-987E-3DD6CC012A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521922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54473B9B-5489-4323-AA82-AA29FFFFF7B8}"/>
              </a:ext>
            </a:extLst>
          </p:cNvPr>
          <p:cNvSpPr txBox="1">
            <a:spLocks/>
          </p:cNvSpPr>
          <p:nvPr/>
        </p:nvSpPr>
        <p:spPr>
          <a:xfrm>
            <a:off x="411706" y="82159"/>
            <a:ext cx="963530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j-ea"/>
                <a:cs typeface="+mj-cs"/>
              </a:rPr>
              <a:t>Red Black Tree Insertion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C90DAB-9C2D-421E-B414-1F27DA0FB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050" y="1668372"/>
            <a:ext cx="5909321" cy="43144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6BDDF3-253A-44C0-918D-6C2FE7E7859F}"/>
              </a:ext>
            </a:extLst>
          </p:cNvPr>
          <p:cNvSpPr txBox="1"/>
          <p:nvPr/>
        </p:nvSpPr>
        <p:spPr>
          <a:xfrm>
            <a:off x="1975757" y="6243439"/>
            <a:ext cx="86731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https://opendsa-server.cs.vt.edu/ODSA/Books/Everything/html/RedBlack.html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F75F5F9-2D20-4B1B-83B8-001CE85D350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5B5BF190-085E-4987-A5EE-9FA2326759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AD00F99D-3629-42ED-BC31-81767D8F1A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6425895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Use Case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690315-1707-4AD5-8859-99D7FEE7815A}"/>
              </a:ext>
            </a:extLst>
          </p:cNvPr>
          <p:cNvSpPr/>
          <p:nvPr/>
        </p:nvSpPr>
        <p:spPr>
          <a:xfrm>
            <a:off x="1596436" y="1933969"/>
            <a:ext cx="8299938" cy="2243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Tree Set, Tree Map, Hash Maps are backed up by a Red Black Tree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C++ STL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AC87C2-3DEE-4581-A812-627A2BEA1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AA37101-7727-4AB2-BD8E-4E87B7B7B50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4AE09A81-70E0-47F9-ADA9-4889D92F1B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DD6FC50A-A531-45D0-AC70-AAC6B6BA36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115736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Performance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690315-1707-4AD5-8859-99D7FEE7815A}"/>
              </a:ext>
            </a:extLst>
          </p:cNvPr>
          <p:cNvSpPr/>
          <p:nvPr/>
        </p:nvSpPr>
        <p:spPr>
          <a:xfrm>
            <a:off x="1566291" y="2459504"/>
            <a:ext cx="829993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                     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Average          Worst case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Space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            O(n)                O(n)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Search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          O(log n)          O(log n)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Insert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            O(log n)          O(log n)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Delete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           O(log n)          O(log n)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F02D0C-A328-4636-B32E-B37E674B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D33FB1-5FDC-4E21-A165-77B7F10D37D8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CBC30E52-1065-4529-B332-70D77EDF4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B5550AC0-2948-4FB6-B14C-DA834CEDD9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600062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9D5D4F-8054-48EF-9170-C7D04C6E7DC6}"/>
              </a:ext>
            </a:extLst>
          </p:cNvPr>
          <p:cNvSpPr txBox="1"/>
          <p:nvPr/>
        </p:nvSpPr>
        <p:spPr>
          <a:xfrm>
            <a:off x="578855" y="2521189"/>
            <a:ext cx="110342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Splay Tree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BCF08B6-85B1-4DC9-AD69-87ECD7DD0BED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3BB31114-EBD1-465C-ABD0-D78E7C6319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Logo COP3530">
              <a:extLst>
                <a:ext uri="{FF2B5EF4-FFF2-40B4-BE49-F238E27FC236}">
                  <a16:creationId xmlns:a16="http://schemas.microsoft.com/office/drawing/2014/main" id="{44192143-D8FF-48AF-9AB1-7062948493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170674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Searching for Random Inputs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8CDEDB-D7EA-4D79-8C9D-67599B88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200" y="1964679"/>
            <a:ext cx="4991381" cy="3791352"/>
            <a:chOff x="1424659" y="2095330"/>
            <a:chExt cx="4991381" cy="379135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3FF9AF-FDCA-48B4-BDE1-98F9A64C17A6}"/>
                </a:ext>
              </a:extLst>
            </p:cNvPr>
            <p:cNvGrpSpPr/>
            <p:nvPr/>
          </p:nvGrpSpPr>
          <p:grpSpPr>
            <a:xfrm>
              <a:off x="1424659" y="2095330"/>
              <a:ext cx="2817846" cy="2220460"/>
              <a:chOff x="6066998" y="3448007"/>
              <a:chExt cx="2817846" cy="2220460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C4965FA-C0AF-4342-A736-F6410314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066998" y="344800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25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0DCCDD1-1030-414E-9159-BE18790B7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170226" y="42110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51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46E3B8E-7680-4A24-8955-0987122CA4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4764" y="502838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65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EFD94C6-D0CD-4340-B110-28FA004F4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1740" y="395138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CCA8572-35D1-4541-8114-DBB987983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0623" y="474347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57840B-BB88-47B8-94E7-201658DE2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28698" y="4461156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85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EF02373-4519-4723-91E9-519B4305F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234557" y="4208144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899FE12-11CB-4980-AF30-A35BF23AD1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75960" y="5246602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91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EC2E3B2-208E-4416-989A-BA6504A18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5281819" y="4961689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3305B8-88AA-4134-B916-2650DFABC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645855" y="2173892"/>
            <a:ext cx="4113203" cy="2918953"/>
            <a:chOff x="7768985" y="2279565"/>
            <a:chExt cx="4113203" cy="291895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3942893-575D-4E78-81F1-75BD92A0C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058747" y="2279565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D88CA3F-F18A-448E-AA1E-F750E79179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778587" y="3273795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CF475F1-CE67-467A-B3D3-D60BB7062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242108" y="3273795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25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9FB7078-F002-4C22-B638-21510489C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17" idx="7"/>
            </p:cNvCxnSpPr>
            <p:nvPr/>
          </p:nvCxnSpPr>
          <p:spPr>
            <a:xfrm flipH="1">
              <a:off x="9324929" y="2735061"/>
              <a:ext cx="733818" cy="632472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43F4955-A848-4DBB-B622-AE342297C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10698827" y="2735061"/>
              <a:ext cx="637019" cy="632472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D6DE57E-366D-4E58-B50F-E021B80E5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68985" y="4452609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5899570-4896-485B-9CB3-5D0FC7F18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8528" y="3847521"/>
              <a:ext cx="733818" cy="632472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9CAC1F5-8680-4BAE-A681-01B5987F4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91838" y="4558438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5E7D768-92C5-473D-9084-61F2D8D75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271932" y="3873611"/>
              <a:ext cx="640988" cy="725091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724BE59-3CE7-40E7-863C-14AB4E8510EB}"/>
              </a:ext>
            </a:extLst>
          </p:cNvPr>
          <p:cNvSpPr txBox="1"/>
          <p:nvPr/>
        </p:nvSpPr>
        <p:spPr>
          <a:xfrm>
            <a:off x="3577701" y="5849317"/>
            <a:ext cx="4785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O(n) or O(log n) in BST or AVL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0F490-5D93-463B-9676-B04A5A71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146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390E149-7958-4291-9A24-F354572487D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84E20875-DE93-40A3-99E0-B40496A8B9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 descr="Logo COP3530">
              <a:extLst>
                <a:ext uri="{FF2B5EF4-FFF2-40B4-BE49-F238E27FC236}">
                  <a16:creationId xmlns:a16="http://schemas.microsoft.com/office/drawing/2014/main" id="{807196C8-1ED9-4F10-8F0C-745DD92ED2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064691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Searching for Non-Random Inputs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8CDEDB-D7EA-4D79-8C9D-67599B88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200" y="1964679"/>
            <a:ext cx="4991381" cy="3791352"/>
            <a:chOff x="1424659" y="2095330"/>
            <a:chExt cx="4991381" cy="379135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3FF9AF-FDCA-48B4-BDE1-98F9A64C17A6}"/>
                </a:ext>
              </a:extLst>
            </p:cNvPr>
            <p:cNvGrpSpPr/>
            <p:nvPr/>
          </p:nvGrpSpPr>
          <p:grpSpPr>
            <a:xfrm>
              <a:off x="1424659" y="2095330"/>
              <a:ext cx="2817846" cy="2220460"/>
              <a:chOff x="6066998" y="3448007"/>
              <a:chExt cx="2817846" cy="2220460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C4965FA-C0AF-4342-A736-F6410314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066998" y="344800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25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0DCCDD1-1030-414E-9159-BE18790B7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170226" y="42110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51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46E3B8E-7680-4A24-8955-0987122CA4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4764" y="502838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65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EFD94C6-D0CD-4340-B110-28FA004F4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1740" y="395138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CCA8572-35D1-4541-8114-DBB987983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0623" y="474347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57840B-BB88-47B8-94E7-201658DE2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28698" y="4461156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85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EF02373-4519-4723-91E9-519B4305F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234557" y="4208144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899FE12-11CB-4980-AF30-A35BF23AD1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75960" y="5246602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91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EC2E3B2-208E-4416-989A-BA6504A18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5281819" y="4961689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3305B8-88AA-4134-B916-2650DFABC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645855" y="2173892"/>
            <a:ext cx="4113203" cy="2918953"/>
            <a:chOff x="7768985" y="2279565"/>
            <a:chExt cx="4113203" cy="291895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3942893-575D-4E78-81F1-75BD92A0C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058747" y="2279565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D88CA3F-F18A-448E-AA1E-F750E79179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778587" y="3273795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CF475F1-CE67-467A-B3D3-D60BB7062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242108" y="3273795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25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9FB7078-F002-4C22-B638-21510489C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17" idx="7"/>
            </p:cNvCxnSpPr>
            <p:nvPr/>
          </p:nvCxnSpPr>
          <p:spPr>
            <a:xfrm flipH="1">
              <a:off x="9324929" y="2735061"/>
              <a:ext cx="733818" cy="632472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43F4955-A848-4DBB-B622-AE342297C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10698827" y="2735061"/>
              <a:ext cx="637019" cy="632472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D6DE57E-366D-4E58-B50F-E021B80E5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68985" y="4452609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5899570-4896-485B-9CB3-5D0FC7F18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18528" y="3847521"/>
              <a:ext cx="733818" cy="632472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9CAC1F5-8680-4BAE-A681-01B5987F4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691838" y="4558438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5E7D768-92C5-473D-9084-61F2D8D75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271932" y="3873611"/>
              <a:ext cx="640988" cy="725091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724BE59-3CE7-40E7-863C-14AB4E8510EB}"/>
              </a:ext>
            </a:extLst>
          </p:cNvPr>
          <p:cNvSpPr txBox="1"/>
          <p:nvPr/>
        </p:nvSpPr>
        <p:spPr>
          <a:xfrm>
            <a:off x="3577701" y="5901677"/>
            <a:ext cx="4785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O(n) or O(log n) in BST or AVL Tree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888A9A-FB6E-483A-839C-989646676804}"/>
              </a:ext>
            </a:extLst>
          </p:cNvPr>
          <p:cNvSpPr/>
          <p:nvPr/>
        </p:nvSpPr>
        <p:spPr>
          <a:xfrm>
            <a:off x="3738440" y="6262913"/>
            <a:ext cx="4237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if the Input is non-Random?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13D1A-FD5D-4FED-8DE9-B15AED74B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147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FE04E2-DC80-4B9D-8DFE-26F5137BC099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3E135851-7F8E-41FE-9095-CA4399B348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 descr="Logo COP3530">
              <a:extLst>
                <a:ext uri="{FF2B5EF4-FFF2-40B4-BE49-F238E27FC236}">
                  <a16:creationId xmlns:a16="http://schemas.microsoft.com/office/drawing/2014/main" id="{4C19F370-F965-4FC6-9E85-677459AAE7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701638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Enter Splay Tree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888A9A-FB6E-483A-839C-989646676804}"/>
              </a:ext>
            </a:extLst>
          </p:cNvPr>
          <p:cNvSpPr/>
          <p:nvPr/>
        </p:nvSpPr>
        <p:spPr>
          <a:xfrm>
            <a:off x="6159899" y="2177325"/>
            <a:ext cx="519390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we are searching 91 again and again,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bring it closer to root!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Simple Rotation won’t work!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Special rotations involving grandparent, parent and child.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C56D30B-5D80-410A-8987-5496D6F26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200" y="1964679"/>
            <a:ext cx="4991381" cy="3791352"/>
            <a:chOff x="1424659" y="2095330"/>
            <a:chExt cx="4991381" cy="379135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E2103AB-52FF-4582-B57C-6E8C22B66562}"/>
                </a:ext>
              </a:extLst>
            </p:cNvPr>
            <p:cNvGrpSpPr/>
            <p:nvPr/>
          </p:nvGrpSpPr>
          <p:grpSpPr>
            <a:xfrm>
              <a:off x="1424659" y="2095330"/>
              <a:ext cx="2817846" cy="2220460"/>
              <a:chOff x="6066998" y="3448007"/>
              <a:chExt cx="2817846" cy="2220460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C9A5625-D6A2-4E20-9BD7-27002FCE0D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066998" y="344800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25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60F9276-8966-4723-B09A-EB18C9F43C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170226" y="42110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51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4650D4F-1DCA-4D39-8924-CEBD0D5FBD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4764" y="502838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65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F02B3CA5-E36B-4442-BBDD-46C7CF3E23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1740" y="395138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AF5E2693-2813-43AB-A41D-C84EFCD0D0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0623" y="474347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9E60C7B-30F9-4ED8-BD58-CA9DDD03E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28698" y="4461156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85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1CC238B-8CEB-47E9-B876-697C4FA89A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234557" y="4208144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719DB5C-AB1B-46C5-B5D6-ECDC853C2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75960" y="5246602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91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7710C8B-8EF8-450C-AE23-81E05157B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5281819" y="4961689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311939-A470-4CB3-AD13-FF8A7C13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148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9ED34C-0F74-4C90-B201-6FC80AD16ED0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E0BF27AF-560C-4674-BAAE-958798EAE9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OP3530">
              <a:extLst>
                <a:ext uri="{FF2B5EF4-FFF2-40B4-BE49-F238E27FC236}">
                  <a16:creationId xmlns:a16="http://schemas.microsoft.com/office/drawing/2014/main" id="{74505F02-3B17-417E-9043-A850153B0B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087171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Enter Splay Tree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888A9A-FB6E-483A-839C-989646676804}"/>
              </a:ext>
            </a:extLst>
          </p:cNvPr>
          <p:cNvSpPr/>
          <p:nvPr/>
        </p:nvSpPr>
        <p:spPr>
          <a:xfrm>
            <a:off x="6159899" y="2177325"/>
            <a:ext cx="51939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splay tree is a self-adjusting binary search tree with the additional property that recently accessed elements are quick to access again.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C56D30B-5D80-410A-8987-5496D6F26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200" y="1964679"/>
            <a:ext cx="4991381" cy="3791352"/>
            <a:chOff x="1424659" y="2095330"/>
            <a:chExt cx="4991381" cy="379135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E2103AB-52FF-4582-B57C-6E8C22B66562}"/>
                </a:ext>
              </a:extLst>
            </p:cNvPr>
            <p:cNvGrpSpPr/>
            <p:nvPr/>
          </p:nvGrpSpPr>
          <p:grpSpPr>
            <a:xfrm>
              <a:off x="1424659" y="2095330"/>
              <a:ext cx="2817846" cy="2220460"/>
              <a:chOff x="6066998" y="3448007"/>
              <a:chExt cx="2817846" cy="2220460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C9A5625-D6A2-4E20-9BD7-27002FCE0D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066998" y="344800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25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60F9276-8966-4723-B09A-EB18C9F43C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170226" y="42110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51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4650D4F-1DCA-4D39-8924-CEBD0D5FBD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4764" y="502838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65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F02B3CA5-E36B-4442-BBDD-46C7CF3E23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1740" y="395138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AF5E2693-2813-43AB-A41D-C84EFCD0D0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0623" y="474347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9E60C7B-30F9-4ED8-BD58-CA9DDD03E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28698" y="4461156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85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1CC238B-8CEB-47E9-B876-697C4FA89A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234557" y="4208144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719DB5C-AB1B-46C5-B5D6-ECDC853C2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75960" y="5246602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91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7710C8B-8EF8-450C-AE23-81E05157B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5281819" y="4961689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65F038-7248-4507-9D22-E00AB6BF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149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F3D7AC-4939-41EA-B195-2436694982D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D8449A6A-5A04-4F8D-A584-767C884999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OP3530">
              <a:extLst>
                <a:ext uri="{FF2B5EF4-FFF2-40B4-BE49-F238E27FC236}">
                  <a16:creationId xmlns:a16="http://schemas.microsoft.com/office/drawing/2014/main" id="{470EECDB-5047-4196-97AB-2FB96DDC8F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019157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9D5D4F-8054-48EF-9170-C7D04C6E7DC6}"/>
              </a:ext>
            </a:extLst>
          </p:cNvPr>
          <p:cNvSpPr txBox="1"/>
          <p:nvPr/>
        </p:nvSpPr>
        <p:spPr>
          <a:xfrm>
            <a:off x="578855" y="524609"/>
            <a:ext cx="1103428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Splay Tree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 binary search tree with the additional property that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recently accessed elements are quick to access again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For many sequences of non-random operations, splay trees perform better than other search trees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The splay tree was invented by Daniel Sleator and Robert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Tarjan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All normal operations on a binary search tree are combined with one basic operation, called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splaying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. Splaying the tree for a certain element rearranges the tree so that the element is placed at the root of the tree.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640D3-B839-4065-B46E-173284286142}"/>
              </a:ext>
            </a:extLst>
          </p:cNvPr>
          <p:cNvSpPr txBox="1"/>
          <p:nvPr/>
        </p:nvSpPr>
        <p:spPr>
          <a:xfrm>
            <a:off x="3936534" y="6148725"/>
            <a:ext cx="60946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https://en.wikipedia.org/wiki/Splay_tree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B78EB9D-22AB-4116-AC66-847605B4F4D0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7566D76E-ABE9-4A47-88C8-216379FEEA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15AE73B9-970F-4302-B08B-0F469D73BC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733305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Zig Rotation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54D12A-85DA-4561-83FF-7B7763968559}"/>
              </a:ext>
            </a:extLst>
          </p:cNvPr>
          <p:cNvCxnSpPr/>
          <p:nvPr/>
        </p:nvCxnSpPr>
        <p:spPr>
          <a:xfrm>
            <a:off x="5397623" y="4353993"/>
            <a:ext cx="1198486" cy="0"/>
          </a:xfrm>
          <a:prstGeom prst="straightConnector1">
            <a:avLst/>
          </a:prstGeom>
          <a:ln>
            <a:solidFill>
              <a:srgbClr val="EB6E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88E7ED-B65A-4916-8471-FE57769181A2}"/>
              </a:ext>
            </a:extLst>
          </p:cNvPr>
          <p:cNvSpPr txBox="1"/>
          <p:nvPr/>
        </p:nvSpPr>
        <p:spPr>
          <a:xfrm>
            <a:off x="5245268" y="3895216"/>
            <a:ext cx="153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Zig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ACE9A-521F-4479-AEFE-2634F58967E6}"/>
              </a:ext>
            </a:extLst>
          </p:cNvPr>
          <p:cNvSpPr txBox="1"/>
          <p:nvPr/>
        </p:nvSpPr>
        <p:spPr>
          <a:xfrm>
            <a:off x="240061" y="3302113"/>
            <a:ext cx="1436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Search 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Splay(x)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DE6AA0-0544-4D54-B02D-77C276F00FA0}"/>
              </a:ext>
            </a:extLst>
          </p:cNvPr>
          <p:cNvSpPr txBox="1"/>
          <p:nvPr/>
        </p:nvSpPr>
        <p:spPr>
          <a:xfrm>
            <a:off x="1573089" y="5979463"/>
            <a:ext cx="9648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Zig = Right Rotation (Splay(x), x is left of parent and has no grandparent)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E4152-87D5-40BA-B324-6B938CA3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151</a:t>
            </a:fld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AEF9395-3103-4A03-B35F-26FD760F8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8892" y="318600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y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C90160B-3E8F-422E-9D1F-A4AC41CD3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58679" y="3967774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x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4FC2E0-7221-423D-8FF2-59CAE173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2990811" y="4500208"/>
            <a:ext cx="490950" cy="410045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0550EF-C004-4391-BCE9-5D283B0E8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023846" y="4552441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39EB768-298E-4DB6-A4F3-4F87A95B3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1452" y="3689377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A718E372-2641-43C5-A31F-1BC69263B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9420" y="4960702"/>
            <a:ext cx="466481" cy="53376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A381F12B-E8C5-43C0-9436-5B72949B6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9829" y="4910253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AEADE86-2122-4D4D-A762-7505F4A91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3904635" y="3719668"/>
            <a:ext cx="490950" cy="410045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F48F4663-C772-43B8-97DE-DABC2A726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43653" y="4129713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1EA4BD2-56F7-451F-B139-196333DB7816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0" name="Picture 2">
              <a:extLst>
                <a:ext uri="{FF2B5EF4-FFF2-40B4-BE49-F238E27FC236}">
                  <a16:creationId xmlns:a16="http://schemas.microsoft.com/office/drawing/2014/main" id="{6B897746-B425-4B44-AE87-C307C69EA4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50" descr="Logo COP3530">
              <a:extLst>
                <a:ext uri="{FF2B5EF4-FFF2-40B4-BE49-F238E27FC236}">
                  <a16:creationId xmlns:a16="http://schemas.microsoft.com/office/drawing/2014/main" id="{5CD31DF3-9F15-4873-89B6-8317C05773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98F22B2-D026-4981-E712-6CA47FC73B8E}"/>
              </a:ext>
            </a:extLst>
          </p:cNvPr>
          <p:cNvSpPr txBox="1"/>
          <p:nvPr/>
        </p:nvSpPr>
        <p:spPr>
          <a:xfrm>
            <a:off x="4832202" y="22021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Single Rotation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33362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Zig Rotation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E917F2C-FFEC-4763-8F27-F400B3415EDE}"/>
              </a:ext>
            </a:extLst>
          </p:cNvPr>
          <p:cNvGrpSpPr/>
          <p:nvPr/>
        </p:nvGrpSpPr>
        <p:grpSpPr>
          <a:xfrm>
            <a:off x="7628270" y="3073989"/>
            <a:ext cx="2754587" cy="2388879"/>
            <a:chOff x="9332312" y="416070"/>
            <a:chExt cx="2754587" cy="2388879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60F9276-8966-4723-B09A-EB18C9F43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0051870" y="416070"/>
              <a:ext cx="640080" cy="640080"/>
            </a:xfrm>
            <a:prstGeom prst="ellipse">
              <a:avLst/>
            </a:prstGeom>
            <a:noFill/>
            <a:ln w="28575">
              <a:solidFill>
                <a:srgbClr val="00DA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4650D4F-1DCA-4D39-8924-CEBD0D5FBD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10868277" y="1357705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y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F5E2693-2813-43AB-A41D-C84EFCD0D0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57729" y="948504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1CC238B-8CEB-47E9-B876-697C4FA89A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22401" y="1890139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3704EEC-5438-4E53-8D59-C6003F0E28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1377048" y="1942372"/>
              <a:ext cx="466142" cy="39573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E40364B-9EAD-47C4-B8D8-5C9F4B614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0561879" y="1000737"/>
              <a:ext cx="466142" cy="39573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EB78CF06-E569-4F01-991C-42FDDF6FB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32312" y="1306499"/>
              <a:ext cx="503864" cy="522251"/>
            </a:xfrm>
            <a:prstGeom prst="triangl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B959FE71-9F80-4603-97EF-406A3BED8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83035" y="2282698"/>
              <a:ext cx="503864" cy="522251"/>
            </a:xfrm>
            <a:prstGeom prst="triangl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92ABFA08-170D-4F4B-B855-E18E5EEA2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142093" y="2269152"/>
              <a:ext cx="503864" cy="522251"/>
            </a:xfrm>
            <a:prstGeom prst="triangl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</a:t>
              </a:r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54D12A-85DA-4561-83FF-7B7763968559}"/>
              </a:ext>
            </a:extLst>
          </p:cNvPr>
          <p:cNvCxnSpPr/>
          <p:nvPr/>
        </p:nvCxnSpPr>
        <p:spPr>
          <a:xfrm>
            <a:off x="5397623" y="4353993"/>
            <a:ext cx="1198486" cy="0"/>
          </a:xfrm>
          <a:prstGeom prst="straightConnector1">
            <a:avLst/>
          </a:prstGeom>
          <a:ln>
            <a:solidFill>
              <a:srgbClr val="EB6E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88E7ED-B65A-4916-8471-FE57769181A2}"/>
              </a:ext>
            </a:extLst>
          </p:cNvPr>
          <p:cNvSpPr txBox="1"/>
          <p:nvPr/>
        </p:nvSpPr>
        <p:spPr>
          <a:xfrm>
            <a:off x="5245268" y="3895216"/>
            <a:ext cx="153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Zig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ACE9A-521F-4479-AEFE-2634F58967E6}"/>
              </a:ext>
            </a:extLst>
          </p:cNvPr>
          <p:cNvSpPr txBox="1"/>
          <p:nvPr/>
        </p:nvSpPr>
        <p:spPr>
          <a:xfrm>
            <a:off x="240061" y="3302113"/>
            <a:ext cx="1436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Search 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Splay(x)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DE6AA0-0544-4D54-B02D-77C276F00FA0}"/>
              </a:ext>
            </a:extLst>
          </p:cNvPr>
          <p:cNvSpPr txBox="1"/>
          <p:nvPr/>
        </p:nvSpPr>
        <p:spPr>
          <a:xfrm>
            <a:off x="1573089" y="5979463"/>
            <a:ext cx="9648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Zig = Right Rotation (Splay(x), x is left of parent and has no grandparent)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E4152-87D5-40BA-B324-6B938CA3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152</a:t>
            </a:fld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AEF9395-3103-4A03-B35F-26FD760F8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8892" y="318600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y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C90160B-3E8F-422E-9D1F-A4AC41CD3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58679" y="3967774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x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4FC2E0-7221-423D-8FF2-59CAE173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2990811" y="4500208"/>
            <a:ext cx="490950" cy="410045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0550EF-C004-4391-BCE9-5D283B0E8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023846" y="4552441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39EB768-298E-4DB6-A4F3-4F87A95B3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1452" y="3689377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A718E372-2641-43C5-A31F-1BC69263B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9420" y="4960702"/>
            <a:ext cx="466481" cy="53376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A381F12B-E8C5-43C0-9436-5B72949B6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9829" y="4910253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AEADE86-2122-4D4D-A762-7505F4A91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3904635" y="3719668"/>
            <a:ext cx="490950" cy="410045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F48F4663-C772-43B8-97DE-DABC2A726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43653" y="4129713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0DBF53-CE17-4FEB-ABFA-5A3A5EE0E835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9DC1003B-ECF8-45AB-802D-F204E5D87E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 descr="Logo COP3530">
              <a:extLst>
                <a:ext uri="{FF2B5EF4-FFF2-40B4-BE49-F238E27FC236}">
                  <a16:creationId xmlns:a16="http://schemas.microsoft.com/office/drawing/2014/main" id="{1358251E-7C52-412F-B640-A0F1796D10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0C65FC3-FC22-7EE9-D44A-1563329FB80C}"/>
              </a:ext>
            </a:extLst>
          </p:cNvPr>
          <p:cNvSpPr txBox="1"/>
          <p:nvPr/>
        </p:nvSpPr>
        <p:spPr>
          <a:xfrm>
            <a:off x="4832202" y="22021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Single Rotation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6789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Zig Rotation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60F9276-8966-4723-B09A-EB18C9F43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574820" y="2896566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y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4650D4F-1DCA-4D39-8924-CEBD0D5F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391227" y="3838201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x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F5E2693-2813-43AB-A41D-C84EFCD0D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080679" y="3429000"/>
            <a:ext cx="553824" cy="39255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CC238B-8CEB-47E9-B876-697C4FA89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845351" y="4370635"/>
            <a:ext cx="553824" cy="39255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704EEC-5438-4E53-8D59-C6003F0E2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99998" y="4422868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40364B-9EAD-47C4-B8D8-5C9F4B614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084829" y="3481233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EB78CF06-E569-4F01-991C-42FDDF6FB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55262" y="3786995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B959FE71-9F80-4603-97EF-406A3BED8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05985" y="4763194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92ABFA08-170D-4F4B-B855-E18E5EEA2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65043" y="4749648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54D12A-85DA-4561-83FF-7B7763968559}"/>
              </a:ext>
            </a:extLst>
          </p:cNvPr>
          <p:cNvCxnSpPr/>
          <p:nvPr/>
        </p:nvCxnSpPr>
        <p:spPr>
          <a:xfrm>
            <a:off x="5397623" y="4353993"/>
            <a:ext cx="1198486" cy="0"/>
          </a:xfrm>
          <a:prstGeom prst="straightConnector1">
            <a:avLst/>
          </a:prstGeom>
          <a:ln>
            <a:solidFill>
              <a:srgbClr val="EB6E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88E7ED-B65A-4916-8471-FE57769181A2}"/>
              </a:ext>
            </a:extLst>
          </p:cNvPr>
          <p:cNvSpPr txBox="1"/>
          <p:nvPr/>
        </p:nvSpPr>
        <p:spPr>
          <a:xfrm>
            <a:off x="5245268" y="3895216"/>
            <a:ext cx="153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Zig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ACE9A-521F-4479-AEFE-2634F58967E6}"/>
              </a:ext>
            </a:extLst>
          </p:cNvPr>
          <p:cNvSpPr txBox="1"/>
          <p:nvPr/>
        </p:nvSpPr>
        <p:spPr>
          <a:xfrm>
            <a:off x="240061" y="3302113"/>
            <a:ext cx="1436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Search 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Splay(x)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DE6AA0-0544-4D54-B02D-77C276F00FA0}"/>
              </a:ext>
            </a:extLst>
          </p:cNvPr>
          <p:cNvSpPr txBox="1"/>
          <p:nvPr/>
        </p:nvSpPr>
        <p:spPr>
          <a:xfrm>
            <a:off x="1573089" y="5979463"/>
            <a:ext cx="9648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Zig = Left Rotation (Splay(x), x is right of parent and has no grandparent)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E4152-87D5-40BA-B324-6B938CA3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153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D1B164-D70F-4E88-8110-2FAB3621C244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A47F3E65-956E-4F8E-AB73-F5D5172C1E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Logo COP3530">
              <a:extLst>
                <a:ext uri="{FF2B5EF4-FFF2-40B4-BE49-F238E27FC236}">
                  <a16:creationId xmlns:a16="http://schemas.microsoft.com/office/drawing/2014/main" id="{565652F2-1A7B-440A-9C7D-7A48BD5C99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20F7D79-8FE2-16E4-334C-5E3E2BC41171}"/>
              </a:ext>
            </a:extLst>
          </p:cNvPr>
          <p:cNvSpPr txBox="1"/>
          <p:nvPr/>
        </p:nvSpPr>
        <p:spPr>
          <a:xfrm>
            <a:off x="4832202" y="22021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Single Rotation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7497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Zig Rotation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60F9276-8966-4723-B09A-EB18C9F43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574820" y="2896566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y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4650D4F-1DCA-4D39-8924-CEBD0D5F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391227" y="3838201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x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F5E2693-2813-43AB-A41D-C84EFCD0D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080679" y="3429000"/>
            <a:ext cx="553824" cy="39255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CC238B-8CEB-47E9-B876-697C4FA89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845351" y="4370635"/>
            <a:ext cx="553824" cy="39255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704EEC-5438-4E53-8D59-C6003F0E2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99998" y="4422868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40364B-9EAD-47C4-B8D8-5C9F4B614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084829" y="3481233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CF88B47-4D8E-4446-BB22-78DD2BD63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06569" y="2912616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x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F40DD49-AA60-4071-8958-C72636D5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86356" y="3694390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0E12B8-1497-4D4F-941C-231A76E5C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1" idx="5"/>
            <a:endCxn id="47" idx="0"/>
          </p:cNvCxnSpPr>
          <p:nvPr/>
        </p:nvCxnSpPr>
        <p:spPr>
          <a:xfrm>
            <a:off x="8332698" y="4240732"/>
            <a:ext cx="576740" cy="396137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A1554EA-91C6-4746-817D-50841A745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451523" y="4279057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EEA8038-B7A0-44F0-9619-11604DEFC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349129" y="3415993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EB78CF06-E569-4F01-991C-42FDDF6FB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55262" y="3786995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B959FE71-9F80-4603-97EF-406A3BED8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05985" y="4763194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0DC49060-C170-4397-B529-06C0DFEB4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57097" y="4687318"/>
            <a:ext cx="466481" cy="53376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3CC04BC6-8436-43F1-AD2E-702F70927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57506" y="4636869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92ABFA08-170D-4F4B-B855-E18E5EEA2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65043" y="4749648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54D12A-85DA-4561-83FF-7B7763968559}"/>
              </a:ext>
            </a:extLst>
          </p:cNvPr>
          <p:cNvCxnSpPr/>
          <p:nvPr/>
        </p:nvCxnSpPr>
        <p:spPr>
          <a:xfrm>
            <a:off x="5397623" y="4353993"/>
            <a:ext cx="1198486" cy="0"/>
          </a:xfrm>
          <a:prstGeom prst="straightConnector1">
            <a:avLst/>
          </a:prstGeom>
          <a:ln>
            <a:solidFill>
              <a:srgbClr val="EB6E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88E7ED-B65A-4916-8471-FE57769181A2}"/>
              </a:ext>
            </a:extLst>
          </p:cNvPr>
          <p:cNvSpPr txBox="1"/>
          <p:nvPr/>
        </p:nvSpPr>
        <p:spPr>
          <a:xfrm>
            <a:off x="5245268" y="3895216"/>
            <a:ext cx="153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Zig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ACE9A-521F-4479-AEFE-2634F58967E6}"/>
              </a:ext>
            </a:extLst>
          </p:cNvPr>
          <p:cNvSpPr txBox="1"/>
          <p:nvPr/>
        </p:nvSpPr>
        <p:spPr>
          <a:xfrm>
            <a:off x="240061" y="3302113"/>
            <a:ext cx="1436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Search 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Splay(x)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DE6AA0-0544-4D54-B02D-77C276F00FA0}"/>
              </a:ext>
            </a:extLst>
          </p:cNvPr>
          <p:cNvSpPr txBox="1"/>
          <p:nvPr/>
        </p:nvSpPr>
        <p:spPr>
          <a:xfrm>
            <a:off x="1573089" y="5979463"/>
            <a:ext cx="9648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Zig = Left Rotation (Splay(x), x is right of parent and has no grandparent)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B2639FA-99AB-4D78-B4C5-EE0FE5463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26" idx="5"/>
            <a:endCxn id="28" idx="0"/>
          </p:cNvCxnSpPr>
          <p:nvPr/>
        </p:nvCxnSpPr>
        <p:spPr>
          <a:xfrm>
            <a:off x="9252911" y="3458958"/>
            <a:ext cx="570351" cy="397371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C50CEEA1-D631-4A1E-AA61-9A4B078E5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71330" y="3856329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E4152-87D5-40BA-B324-6B938CA3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154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D1B164-D70F-4E88-8110-2FAB3621C244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A47F3E65-956E-4F8E-AB73-F5D5172C1E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Logo COP3530">
              <a:extLst>
                <a:ext uri="{FF2B5EF4-FFF2-40B4-BE49-F238E27FC236}">
                  <a16:creationId xmlns:a16="http://schemas.microsoft.com/office/drawing/2014/main" id="{565652F2-1A7B-440A-9C7D-7A48BD5C99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B6E249-78CB-0820-AED7-CD3973536375}"/>
              </a:ext>
            </a:extLst>
          </p:cNvPr>
          <p:cNvSpPr txBox="1"/>
          <p:nvPr/>
        </p:nvSpPr>
        <p:spPr>
          <a:xfrm>
            <a:off x="4832202" y="22021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Single Rotation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245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B6286425-C4D4-4DA2-82CE-AE0907F9D6F2}"/>
              </a:ext>
            </a:extLst>
          </p:cNvPr>
          <p:cNvGrpSpPr/>
          <p:nvPr/>
        </p:nvGrpSpPr>
        <p:grpSpPr>
          <a:xfrm>
            <a:off x="5286471" y="4061415"/>
            <a:ext cx="780781" cy="923330"/>
            <a:chOff x="5493182" y="3888808"/>
            <a:chExt cx="780781" cy="923330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60A21067-4D37-4594-80B0-20FEDF63DDCD}"/>
                </a:ext>
              </a:extLst>
            </p:cNvPr>
            <p:cNvGrpSpPr/>
            <p:nvPr/>
          </p:nvGrpSpPr>
          <p:grpSpPr>
            <a:xfrm rot="1858971">
              <a:off x="5493182" y="3888808"/>
              <a:ext cx="780781" cy="923330"/>
              <a:chOff x="8532408" y="4298580"/>
              <a:chExt cx="780781" cy="923330"/>
            </a:xfrm>
          </p:grpSpPr>
          <p:sp>
            <p:nvSpPr>
              <p:cNvPr id="93" name="Oval 68">
                <a:extLst>
                  <a:ext uri="{FF2B5EF4-FFF2-40B4-BE49-F238E27FC236}">
                    <a16:creationId xmlns:a16="http://schemas.microsoft.com/office/drawing/2014/main" id="{91FCA010-E6B1-4B37-8BA3-1243BDF3F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flipH="1">
                <a:off x="8532408" y="4552757"/>
                <a:ext cx="754111" cy="539696"/>
              </a:xfrm>
              <a:custGeom>
                <a:avLst/>
                <a:gdLst>
                  <a:gd name="connsiteX0" fmla="*/ 0 w 640080"/>
                  <a:gd name="connsiteY0" fmla="*/ 320040 h 640080"/>
                  <a:gd name="connsiteX1" fmla="*/ 320040 w 640080"/>
                  <a:gd name="connsiteY1" fmla="*/ 0 h 640080"/>
                  <a:gd name="connsiteX2" fmla="*/ 640080 w 640080"/>
                  <a:gd name="connsiteY2" fmla="*/ 320040 h 640080"/>
                  <a:gd name="connsiteX3" fmla="*/ 320040 w 640080"/>
                  <a:gd name="connsiteY3" fmla="*/ 640080 h 640080"/>
                  <a:gd name="connsiteX4" fmla="*/ 0 w 640080"/>
                  <a:gd name="connsiteY4" fmla="*/ 320040 h 640080"/>
                  <a:gd name="connsiteX0" fmla="*/ 17554 w 347241"/>
                  <a:gd name="connsiteY0" fmla="*/ 311661 h 640100"/>
                  <a:gd name="connsiteX1" fmla="*/ 27201 w 347241"/>
                  <a:gd name="connsiteY1" fmla="*/ 10 h 640100"/>
                  <a:gd name="connsiteX2" fmla="*/ 347241 w 347241"/>
                  <a:gd name="connsiteY2" fmla="*/ 320050 h 640100"/>
                  <a:gd name="connsiteX3" fmla="*/ 27201 w 347241"/>
                  <a:gd name="connsiteY3" fmla="*/ 640090 h 640100"/>
                  <a:gd name="connsiteX4" fmla="*/ 17554 w 347241"/>
                  <a:gd name="connsiteY4" fmla="*/ 311661 h 640100"/>
                  <a:gd name="connsiteX0" fmla="*/ 0 w 431843"/>
                  <a:gd name="connsiteY0" fmla="*/ 293395 h 640297"/>
                  <a:gd name="connsiteX1" fmla="*/ 111803 w 431843"/>
                  <a:gd name="connsiteY1" fmla="*/ 119 h 640297"/>
                  <a:gd name="connsiteX2" fmla="*/ 431843 w 431843"/>
                  <a:gd name="connsiteY2" fmla="*/ 320159 h 640297"/>
                  <a:gd name="connsiteX3" fmla="*/ 111803 w 431843"/>
                  <a:gd name="connsiteY3" fmla="*/ 640199 h 640297"/>
                  <a:gd name="connsiteX4" fmla="*/ 0 w 431843"/>
                  <a:gd name="connsiteY4" fmla="*/ 293395 h 640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1843" h="640297">
                    <a:moveTo>
                      <a:pt x="0" y="293395"/>
                    </a:moveTo>
                    <a:cubicBezTo>
                      <a:pt x="0" y="116642"/>
                      <a:pt x="39829" y="-4342"/>
                      <a:pt x="111803" y="119"/>
                    </a:cubicBezTo>
                    <a:cubicBezTo>
                      <a:pt x="183777" y="4580"/>
                      <a:pt x="431843" y="143406"/>
                      <a:pt x="431843" y="320159"/>
                    </a:cubicBezTo>
                    <a:cubicBezTo>
                      <a:pt x="431843" y="496912"/>
                      <a:pt x="183777" y="644660"/>
                      <a:pt x="111803" y="640199"/>
                    </a:cubicBezTo>
                    <a:cubicBezTo>
                      <a:pt x="39829" y="635738"/>
                      <a:pt x="0" y="470148"/>
                      <a:pt x="0" y="293395"/>
                    </a:cubicBezTo>
                    <a:close/>
                  </a:path>
                </a:pathLst>
              </a:cu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7977FDE-244C-4485-964C-23BD77C7CAE3}"/>
                  </a:ext>
                </a:extLst>
              </p:cNvPr>
              <p:cNvSpPr txBox="1"/>
              <p:nvPr/>
            </p:nvSpPr>
            <p:spPr>
              <a:xfrm>
                <a:off x="8814790" y="4298580"/>
                <a:ext cx="498399" cy="92333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E1B6D85A-CF11-4E04-BC35-30933DF60485}"/>
                </a:ext>
              </a:extLst>
            </p:cNvPr>
            <p:cNvCxnSpPr/>
            <p:nvPr/>
          </p:nvCxnSpPr>
          <p:spPr>
            <a:xfrm>
              <a:off x="5834188" y="4162170"/>
              <a:ext cx="153882" cy="54776"/>
            </a:xfrm>
            <a:prstGeom prst="straightConnector1">
              <a:avLst/>
            </a:prstGeom>
            <a:ln w="57150">
              <a:solidFill>
                <a:srgbClr val="EB6E1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Zig </a:t>
            </a:r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Zig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Rotation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E5B499-934E-4EC0-8695-5387D7D7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4406" y="2133533"/>
            <a:ext cx="3721162" cy="2560786"/>
            <a:chOff x="1391660" y="2231008"/>
            <a:chExt cx="3721162" cy="256078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E2103AB-52FF-4582-B57C-6E8C22B66562}"/>
                </a:ext>
              </a:extLst>
            </p:cNvPr>
            <p:cNvGrpSpPr/>
            <p:nvPr/>
          </p:nvGrpSpPr>
          <p:grpSpPr>
            <a:xfrm flipH="1">
              <a:off x="1937536" y="2231008"/>
              <a:ext cx="2817846" cy="2220460"/>
              <a:chOff x="6066998" y="3448007"/>
              <a:chExt cx="2817846" cy="2220460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C9A5625-D6A2-4E20-9BD7-27002FCE0D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066998" y="344800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z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60F9276-8966-4723-B09A-EB18C9F43C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170226" y="42110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y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4650D4F-1DCA-4D39-8924-CEBD0D5FBD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4764" y="502838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00DA6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x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F02B3CA5-E36B-4442-BBDD-46C7CF3E23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1740" y="395138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AF5E2693-2813-43AB-A41D-C84EFCD0D0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0623" y="474347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1CC238B-8CEB-47E9-B876-697C4FA89A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1660" y="4343822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3704EEC-5438-4E53-8D59-C6003F0E28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446307" y="4396055"/>
              <a:ext cx="466142" cy="39573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E40364B-9EAD-47C4-B8D8-5C9F4B614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3522083" y="3578708"/>
              <a:ext cx="466142" cy="39573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DFD9CA2-4143-47AD-9A04-44DF4DDE1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646680" y="2734385"/>
              <a:ext cx="466142" cy="39573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9AECE9B-AB72-425D-83CE-DE8B4A98C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23636" y="3044543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EB78CF06-E569-4F01-991C-42FDDF6FB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9039" y="3901045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B959FE71-9F80-4603-97EF-406A3BED8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15040" y="4638906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92ABFA08-170D-4F4B-B855-E18E5EEA2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4098" y="4625360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54D12A-85DA-4561-83FF-7B7763968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784406" y="2990188"/>
            <a:ext cx="1198486" cy="0"/>
          </a:xfrm>
          <a:prstGeom prst="straightConnector1">
            <a:avLst/>
          </a:prstGeom>
          <a:ln>
            <a:solidFill>
              <a:srgbClr val="EB6E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88E7ED-B65A-4916-8471-FE5776918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834188" y="2411957"/>
            <a:ext cx="2044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Zig-Zig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ACE9A-521F-4479-AEFE-2634F5896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9356" y="3293616"/>
            <a:ext cx="1510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Search 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Splay(x)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ADA8A04-2388-4237-8832-3FDC6ABE4471}"/>
              </a:ext>
            </a:extLst>
          </p:cNvPr>
          <p:cNvGrpSpPr/>
          <p:nvPr/>
        </p:nvGrpSpPr>
        <p:grpSpPr>
          <a:xfrm>
            <a:off x="4282250" y="4228603"/>
            <a:ext cx="3921638" cy="2378119"/>
            <a:chOff x="4947562" y="4162170"/>
            <a:chExt cx="3921638" cy="2378119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FFD889B5-E3AB-4F28-B135-7E81FFBF1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6187240" y="5509870"/>
              <a:ext cx="466142" cy="39573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29CBB83-4031-4153-99EA-7DEAB49D990B}"/>
                </a:ext>
              </a:extLst>
            </p:cNvPr>
            <p:cNvGrpSpPr/>
            <p:nvPr/>
          </p:nvGrpSpPr>
          <p:grpSpPr>
            <a:xfrm>
              <a:off x="4947562" y="4162170"/>
              <a:ext cx="3921638" cy="2378119"/>
              <a:chOff x="4947562" y="4162170"/>
              <a:chExt cx="3921638" cy="2378119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98EFB36D-002E-4C48-B04D-95CB1FBA5B0A}"/>
                  </a:ext>
                </a:extLst>
              </p:cNvPr>
              <p:cNvGrpSpPr/>
              <p:nvPr/>
            </p:nvGrpSpPr>
            <p:grpSpPr>
              <a:xfrm flipH="1">
                <a:off x="5183090" y="4162170"/>
                <a:ext cx="3078181" cy="1688026"/>
                <a:chOff x="5226266" y="3448007"/>
                <a:chExt cx="3078181" cy="1688026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469E08D3-0223-4FBE-89BE-F6B1302C36C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6066998" y="3448007"/>
                  <a:ext cx="640080" cy="640080"/>
                </a:xfrm>
                <a:prstGeom prst="ellipse">
                  <a:avLst/>
                </a:prstGeom>
                <a:noFill/>
                <a:ln w="28575">
                  <a:solidFill>
                    <a:srgbClr val="EB6E1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Gotham Bold" pitchFamily="50" charset="0"/>
                      <a:ea typeface="+mn-ea"/>
                      <a:cs typeface="+mn-cs"/>
                    </a:rPr>
                    <a:t>y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FDC700B9-151B-4BE8-B891-8F838FCEB6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5226266" y="4301049"/>
                  <a:ext cx="640080" cy="640080"/>
                </a:xfrm>
                <a:prstGeom prst="ellipse">
                  <a:avLst/>
                </a:prstGeom>
                <a:noFill/>
                <a:ln w="28575">
                  <a:solidFill>
                    <a:srgbClr val="EB6E1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Gotham Bold" pitchFamily="50" charset="0"/>
                      <a:ea typeface="+mn-ea"/>
                      <a:cs typeface="+mn-cs"/>
                    </a:rPr>
                    <a:t>z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A33B640B-5487-4043-9EF0-C74AF87712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7241975" y="4155627"/>
                  <a:ext cx="640080" cy="640080"/>
                </a:xfrm>
                <a:prstGeom prst="ellipse">
                  <a:avLst/>
                </a:prstGeom>
                <a:noFill/>
                <a:ln w="28575">
                  <a:solidFill>
                    <a:srgbClr val="00DA6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Gotham Bold" pitchFamily="50" charset="0"/>
                      <a:ea typeface="+mn-ea"/>
                      <a:cs typeface="+mn-cs"/>
                    </a:rPr>
                    <a:t>x</a:t>
                  </a:r>
                </a:p>
              </p:txBody>
            </p: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5D5ABC6C-098A-4049-92D4-49CE7E47D4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61740" y="3951384"/>
                  <a:ext cx="553824" cy="392559"/>
                </a:xfrm>
                <a:prstGeom prst="straightConnector1">
                  <a:avLst/>
                </a:prstGeom>
                <a:ln w="28575">
                  <a:solidFill>
                    <a:srgbClr val="0081E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3C25D8A3-2EE4-447B-8216-B372869423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50623" y="4743474"/>
                  <a:ext cx="553824" cy="392559"/>
                </a:xfrm>
                <a:prstGeom prst="straightConnector1">
                  <a:avLst/>
                </a:prstGeom>
                <a:ln w="28575">
                  <a:solidFill>
                    <a:srgbClr val="0081E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587FDC6-9912-4D84-9C88-12F04413C5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1756" y="5575930"/>
                <a:ext cx="498399" cy="40364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583F9477-82EC-4AA9-BDD7-D9F4CA1221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1837" y="4665547"/>
                <a:ext cx="466142" cy="39573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Isosceles Triangle 57">
                <a:extLst>
                  <a:ext uri="{FF2B5EF4-FFF2-40B4-BE49-F238E27FC236}">
                    <a16:creationId xmlns:a16="http://schemas.microsoft.com/office/drawing/2014/main" id="{AF23646F-3DA3-41B7-BAB0-50B2F1C69C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311837" y="5951299"/>
                <a:ext cx="503864" cy="522251"/>
              </a:xfrm>
              <a:prstGeom prst="triangl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</a:t>
                </a:r>
              </a:p>
            </p:txBody>
          </p: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9B374626-F434-40C2-B96B-691029C26E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44908" y="5603065"/>
                <a:ext cx="206592" cy="376468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Isosceles Triangle 59">
                <a:extLst>
                  <a:ext uri="{FF2B5EF4-FFF2-40B4-BE49-F238E27FC236}">
                    <a16:creationId xmlns:a16="http://schemas.microsoft.com/office/drawing/2014/main" id="{95A63A84-EB6F-46B6-AD5B-16E9F82B91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365336" y="6018038"/>
                <a:ext cx="503864" cy="522251"/>
              </a:xfrm>
              <a:prstGeom prst="triangl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61" name="Isosceles Triangle 60">
                <a:extLst>
                  <a:ext uri="{FF2B5EF4-FFF2-40B4-BE49-F238E27FC236}">
                    <a16:creationId xmlns:a16="http://schemas.microsoft.com/office/drawing/2014/main" id="{BAB1996B-2DF4-40DD-A4A3-9FEB4AB26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947562" y="5850196"/>
                <a:ext cx="503864" cy="522251"/>
              </a:xfrm>
              <a:prstGeom prst="triangl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62" name="Isosceles Triangle 61">
                <a:extLst>
                  <a:ext uri="{FF2B5EF4-FFF2-40B4-BE49-F238E27FC236}">
                    <a16:creationId xmlns:a16="http://schemas.microsoft.com/office/drawing/2014/main" id="{74A2894F-F7D8-4EC3-860A-B2D24A3EBA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390486" y="5902491"/>
                <a:ext cx="503864" cy="522251"/>
              </a:xfrm>
              <a:prstGeom prst="triangl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</a:t>
                </a:r>
              </a:p>
            </p:txBody>
          </p:sp>
        </p:grpSp>
      </p:grp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FD3E301-C9BF-4099-81B3-AB34EEEC33E7}"/>
              </a:ext>
            </a:extLst>
          </p:cNvPr>
          <p:cNvCxnSpPr>
            <a:cxnSpLocks/>
            <a:stCxn id="69" idx="1"/>
            <a:endCxn id="69" idx="1"/>
          </p:cNvCxnSpPr>
          <p:nvPr/>
        </p:nvCxnSpPr>
        <p:spPr>
          <a:xfrm>
            <a:off x="3295608" y="2237775"/>
            <a:ext cx="0" cy="0"/>
          </a:xfrm>
          <a:prstGeom prst="straightConnector1">
            <a:avLst/>
          </a:prstGeom>
          <a:ln w="28575">
            <a:solidFill>
              <a:srgbClr val="EB6E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F530C52-B47B-4FEA-9EFC-84300CA3EC75}"/>
              </a:ext>
            </a:extLst>
          </p:cNvPr>
          <p:cNvGrpSpPr/>
          <p:nvPr/>
        </p:nvGrpSpPr>
        <p:grpSpPr>
          <a:xfrm>
            <a:off x="2654013" y="1867176"/>
            <a:ext cx="780781" cy="923330"/>
            <a:chOff x="5493182" y="3888808"/>
            <a:chExt cx="780781" cy="923330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D4C0280-B19C-414B-84CD-170E3FA65ED3}"/>
                </a:ext>
              </a:extLst>
            </p:cNvPr>
            <p:cNvGrpSpPr/>
            <p:nvPr/>
          </p:nvGrpSpPr>
          <p:grpSpPr>
            <a:xfrm rot="1858971">
              <a:off x="5493182" y="3888808"/>
              <a:ext cx="780781" cy="923330"/>
              <a:chOff x="8532408" y="4298580"/>
              <a:chExt cx="780781" cy="92333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7EFF7A6E-F0FA-48A7-B654-68A6C4A625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flipH="1">
                <a:off x="8532408" y="4552757"/>
                <a:ext cx="754111" cy="539696"/>
              </a:xfrm>
              <a:custGeom>
                <a:avLst/>
                <a:gdLst>
                  <a:gd name="connsiteX0" fmla="*/ 0 w 640080"/>
                  <a:gd name="connsiteY0" fmla="*/ 320040 h 640080"/>
                  <a:gd name="connsiteX1" fmla="*/ 320040 w 640080"/>
                  <a:gd name="connsiteY1" fmla="*/ 0 h 640080"/>
                  <a:gd name="connsiteX2" fmla="*/ 640080 w 640080"/>
                  <a:gd name="connsiteY2" fmla="*/ 320040 h 640080"/>
                  <a:gd name="connsiteX3" fmla="*/ 320040 w 640080"/>
                  <a:gd name="connsiteY3" fmla="*/ 640080 h 640080"/>
                  <a:gd name="connsiteX4" fmla="*/ 0 w 640080"/>
                  <a:gd name="connsiteY4" fmla="*/ 320040 h 640080"/>
                  <a:gd name="connsiteX0" fmla="*/ 17554 w 347241"/>
                  <a:gd name="connsiteY0" fmla="*/ 311661 h 640100"/>
                  <a:gd name="connsiteX1" fmla="*/ 27201 w 347241"/>
                  <a:gd name="connsiteY1" fmla="*/ 10 h 640100"/>
                  <a:gd name="connsiteX2" fmla="*/ 347241 w 347241"/>
                  <a:gd name="connsiteY2" fmla="*/ 320050 h 640100"/>
                  <a:gd name="connsiteX3" fmla="*/ 27201 w 347241"/>
                  <a:gd name="connsiteY3" fmla="*/ 640090 h 640100"/>
                  <a:gd name="connsiteX4" fmla="*/ 17554 w 347241"/>
                  <a:gd name="connsiteY4" fmla="*/ 311661 h 640100"/>
                  <a:gd name="connsiteX0" fmla="*/ 0 w 431843"/>
                  <a:gd name="connsiteY0" fmla="*/ 293395 h 640297"/>
                  <a:gd name="connsiteX1" fmla="*/ 111803 w 431843"/>
                  <a:gd name="connsiteY1" fmla="*/ 119 h 640297"/>
                  <a:gd name="connsiteX2" fmla="*/ 431843 w 431843"/>
                  <a:gd name="connsiteY2" fmla="*/ 320159 h 640297"/>
                  <a:gd name="connsiteX3" fmla="*/ 111803 w 431843"/>
                  <a:gd name="connsiteY3" fmla="*/ 640199 h 640297"/>
                  <a:gd name="connsiteX4" fmla="*/ 0 w 431843"/>
                  <a:gd name="connsiteY4" fmla="*/ 293395 h 640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1843" h="640297">
                    <a:moveTo>
                      <a:pt x="0" y="293395"/>
                    </a:moveTo>
                    <a:cubicBezTo>
                      <a:pt x="0" y="116642"/>
                      <a:pt x="39829" y="-4342"/>
                      <a:pt x="111803" y="119"/>
                    </a:cubicBezTo>
                    <a:cubicBezTo>
                      <a:pt x="183777" y="4580"/>
                      <a:pt x="431843" y="143406"/>
                      <a:pt x="431843" y="320159"/>
                    </a:cubicBezTo>
                    <a:cubicBezTo>
                      <a:pt x="431843" y="496912"/>
                      <a:pt x="183777" y="644660"/>
                      <a:pt x="111803" y="640199"/>
                    </a:cubicBezTo>
                    <a:cubicBezTo>
                      <a:pt x="39829" y="635738"/>
                      <a:pt x="0" y="470148"/>
                      <a:pt x="0" y="293395"/>
                    </a:cubicBezTo>
                    <a:close/>
                  </a:path>
                </a:pathLst>
              </a:cu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DDEAE3C-D381-467D-9C9C-1165B6D42C97}"/>
                  </a:ext>
                </a:extLst>
              </p:cNvPr>
              <p:cNvSpPr txBox="1"/>
              <p:nvPr/>
            </p:nvSpPr>
            <p:spPr>
              <a:xfrm>
                <a:off x="8814790" y="4298580"/>
                <a:ext cx="498399" cy="92333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CEC9C194-57AF-4AE2-A43C-B1C436347AD9}"/>
                </a:ext>
              </a:extLst>
            </p:cNvPr>
            <p:cNvCxnSpPr/>
            <p:nvPr/>
          </p:nvCxnSpPr>
          <p:spPr>
            <a:xfrm>
              <a:off x="5834188" y="4162170"/>
              <a:ext cx="153882" cy="54776"/>
            </a:xfrm>
            <a:prstGeom prst="straightConnector1">
              <a:avLst/>
            </a:prstGeom>
            <a:ln w="57150">
              <a:solidFill>
                <a:srgbClr val="EB6E1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638B4A-EAAF-4C13-A805-59BD3D9D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155</a:t>
            </a:fld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030A463-DC5C-403C-9DAB-11E45F4A772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6" name="Picture 2">
              <a:extLst>
                <a:ext uri="{FF2B5EF4-FFF2-40B4-BE49-F238E27FC236}">
                  <a16:creationId xmlns:a16="http://schemas.microsoft.com/office/drawing/2014/main" id="{2DE91CC5-8200-46E2-8369-4D2B253C82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66" descr="Logo COP3530">
              <a:extLst>
                <a:ext uri="{FF2B5EF4-FFF2-40B4-BE49-F238E27FC236}">
                  <a16:creationId xmlns:a16="http://schemas.microsoft.com/office/drawing/2014/main" id="{06D4F119-B6C5-4CB9-B2E3-CA0DEA3FA6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25D9E14-651C-341A-7E0A-166BB41277F2}"/>
              </a:ext>
            </a:extLst>
          </p:cNvPr>
          <p:cNvSpPr txBox="1"/>
          <p:nvPr/>
        </p:nvSpPr>
        <p:spPr>
          <a:xfrm>
            <a:off x="7974843" y="16819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Double Rotation, Same direction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6889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B6286425-C4D4-4DA2-82CE-AE0907F9D6F2}"/>
              </a:ext>
            </a:extLst>
          </p:cNvPr>
          <p:cNvGrpSpPr/>
          <p:nvPr/>
        </p:nvGrpSpPr>
        <p:grpSpPr>
          <a:xfrm>
            <a:off x="5286471" y="4061415"/>
            <a:ext cx="780781" cy="923330"/>
            <a:chOff x="5493182" y="3888808"/>
            <a:chExt cx="780781" cy="923330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60A21067-4D37-4594-80B0-20FEDF63DDCD}"/>
                </a:ext>
              </a:extLst>
            </p:cNvPr>
            <p:cNvGrpSpPr/>
            <p:nvPr/>
          </p:nvGrpSpPr>
          <p:grpSpPr>
            <a:xfrm rot="1858971">
              <a:off x="5493182" y="3888808"/>
              <a:ext cx="780781" cy="923330"/>
              <a:chOff x="8532408" y="4298580"/>
              <a:chExt cx="780781" cy="923330"/>
            </a:xfrm>
          </p:grpSpPr>
          <p:sp>
            <p:nvSpPr>
              <p:cNvPr id="93" name="Oval 68">
                <a:extLst>
                  <a:ext uri="{FF2B5EF4-FFF2-40B4-BE49-F238E27FC236}">
                    <a16:creationId xmlns:a16="http://schemas.microsoft.com/office/drawing/2014/main" id="{91FCA010-E6B1-4B37-8BA3-1243BDF3F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flipH="1">
                <a:off x="8532408" y="4552757"/>
                <a:ext cx="754111" cy="539696"/>
              </a:xfrm>
              <a:custGeom>
                <a:avLst/>
                <a:gdLst>
                  <a:gd name="connsiteX0" fmla="*/ 0 w 640080"/>
                  <a:gd name="connsiteY0" fmla="*/ 320040 h 640080"/>
                  <a:gd name="connsiteX1" fmla="*/ 320040 w 640080"/>
                  <a:gd name="connsiteY1" fmla="*/ 0 h 640080"/>
                  <a:gd name="connsiteX2" fmla="*/ 640080 w 640080"/>
                  <a:gd name="connsiteY2" fmla="*/ 320040 h 640080"/>
                  <a:gd name="connsiteX3" fmla="*/ 320040 w 640080"/>
                  <a:gd name="connsiteY3" fmla="*/ 640080 h 640080"/>
                  <a:gd name="connsiteX4" fmla="*/ 0 w 640080"/>
                  <a:gd name="connsiteY4" fmla="*/ 320040 h 640080"/>
                  <a:gd name="connsiteX0" fmla="*/ 17554 w 347241"/>
                  <a:gd name="connsiteY0" fmla="*/ 311661 h 640100"/>
                  <a:gd name="connsiteX1" fmla="*/ 27201 w 347241"/>
                  <a:gd name="connsiteY1" fmla="*/ 10 h 640100"/>
                  <a:gd name="connsiteX2" fmla="*/ 347241 w 347241"/>
                  <a:gd name="connsiteY2" fmla="*/ 320050 h 640100"/>
                  <a:gd name="connsiteX3" fmla="*/ 27201 w 347241"/>
                  <a:gd name="connsiteY3" fmla="*/ 640090 h 640100"/>
                  <a:gd name="connsiteX4" fmla="*/ 17554 w 347241"/>
                  <a:gd name="connsiteY4" fmla="*/ 311661 h 640100"/>
                  <a:gd name="connsiteX0" fmla="*/ 0 w 431843"/>
                  <a:gd name="connsiteY0" fmla="*/ 293395 h 640297"/>
                  <a:gd name="connsiteX1" fmla="*/ 111803 w 431843"/>
                  <a:gd name="connsiteY1" fmla="*/ 119 h 640297"/>
                  <a:gd name="connsiteX2" fmla="*/ 431843 w 431843"/>
                  <a:gd name="connsiteY2" fmla="*/ 320159 h 640297"/>
                  <a:gd name="connsiteX3" fmla="*/ 111803 w 431843"/>
                  <a:gd name="connsiteY3" fmla="*/ 640199 h 640297"/>
                  <a:gd name="connsiteX4" fmla="*/ 0 w 431843"/>
                  <a:gd name="connsiteY4" fmla="*/ 293395 h 640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1843" h="640297">
                    <a:moveTo>
                      <a:pt x="0" y="293395"/>
                    </a:moveTo>
                    <a:cubicBezTo>
                      <a:pt x="0" y="116642"/>
                      <a:pt x="39829" y="-4342"/>
                      <a:pt x="111803" y="119"/>
                    </a:cubicBezTo>
                    <a:cubicBezTo>
                      <a:pt x="183777" y="4580"/>
                      <a:pt x="431843" y="143406"/>
                      <a:pt x="431843" y="320159"/>
                    </a:cubicBezTo>
                    <a:cubicBezTo>
                      <a:pt x="431843" y="496912"/>
                      <a:pt x="183777" y="644660"/>
                      <a:pt x="111803" y="640199"/>
                    </a:cubicBezTo>
                    <a:cubicBezTo>
                      <a:pt x="39829" y="635738"/>
                      <a:pt x="0" y="470148"/>
                      <a:pt x="0" y="293395"/>
                    </a:cubicBezTo>
                    <a:close/>
                  </a:path>
                </a:pathLst>
              </a:cu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7977FDE-244C-4485-964C-23BD77C7CAE3}"/>
                  </a:ext>
                </a:extLst>
              </p:cNvPr>
              <p:cNvSpPr txBox="1"/>
              <p:nvPr/>
            </p:nvSpPr>
            <p:spPr>
              <a:xfrm>
                <a:off x="8814790" y="4298580"/>
                <a:ext cx="498399" cy="92333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E1B6D85A-CF11-4E04-BC35-30933DF60485}"/>
                </a:ext>
              </a:extLst>
            </p:cNvPr>
            <p:cNvCxnSpPr/>
            <p:nvPr/>
          </p:nvCxnSpPr>
          <p:spPr>
            <a:xfrm>
              <a:off x="5834188" y="4162170"/>
              <a:ext cx="153882" cy="54776"/>
            </a:xfrm>
            <a:prstGeom prst="straightConnector1">
              <a:avLst/>
            </a:prstGeom>
            <a:ln w="57150">
              <a:solidFill>
                <a:srgbClr val="EB6E1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Zig </a:t>
            </a:r>
            <a:r>
              <a:rPr lang="en-US" dirty="0" err="1">
                <a:solidFill>
                  <a:schemeClr val="bg1"/>
                </a:solidFill>
                <a:latin typeface="Gotham Bold" pitchFamily="50" charset="0"/>
              </a:rPr>
              <a:t>Zig</a:t>
            </a: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Rotation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E5B499-934E-4EC0-8695-5387D7D7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4406" y="2133533"/>
            <a:ext cx="3721162" cy="2560786"/>
            <a:chOff x="1391660" y="2231008"/>
            <a:chExt cx="3721162" cy="256078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E2103AB-52FF-4582-B57C-6E8C22B66562}"/>
                </a:ext>
              </a:extLst>
            </p:cNvPr>
            <p:cNvGrpSpPr/>
            <p:nvPr/>
          </p:nvGrpSpPr>
          <p:grpSpPr>
            <a:xfrm flipH="1">
              <a:off x="1937536" y="2231008"/>
              <a:ext cx="2817846" cy="2220460"/>
              <a:chOff x="6066998" y="3448007"/>
              <a:chExt cx="2817846" cy="2220460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C9A5625-D6A2-4E20-9BD7-27002FCE0D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066998" y="344800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z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60F9276-8966-4723-B09A-EB18C9F43C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170226" y="42110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y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4650D4F-1DCA-4D39-8924-CEBD0D5FBD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4764" y="502838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00DA6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x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F02B3CA5-E36B-4442-BBDD-46C7CF3E23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1740" y="395138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AF5E2693-2813-43AB-A41D-C84EFCD0D0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0623" y="474347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1CC238B-8CEB-47E9-B876-697C4FA89A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1660" y="4343822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3704EEC-5438-4E53-8D59-C6003F0E28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446307" y="4396055"/>
              <a:ext cx="466142" cy="39573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E40364B-9EAD-47C4-B8D8-5C9F4B614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3522083" y="3578708"/>
              <a:ext cx="466142" cy="39573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DFD9CA2-4143-47AD-9A04-44DF4DDE1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646680" y="2734385"/>
              <a:ext cx="466142" cy="39573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9AECE9B-AB72-425D-83CE-DE8B4A98C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23636" y="3044543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EB78CF06-E569-4F01-991C-42FDDF6FB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9039" y="3901045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B959FE71-9F80-4603-97EF-406A3BED8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15040" y="4638906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E54386-72B5-45F8-8505-AE884AB738AF}"/>
              </a:ext>
            </a:extLst>
          </p:cNvPr>
          <p:cNvGrpSpPr/>
          <p:nvPr/>
        </p:nvGrpSpPr>
        <p:grpSpPr>
          <a:xfrm>
            <a:off x="7672242" y="2112785"/>
            <a:ext cx="4169294" cy="3107069"/>
            <a:chOff x="7023184" y="2133533"/>
            <a:chExt cx="4169294" cy="310706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C14813E-0F75-4103-BDA3-F5804CCC02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 flipH="1">
              <a:off x="7264502" y="2133533"/>
              <a:ext cx="3721162" cy="2560786"/>
              <a:chOff x="1391660" y="2231008"/>
              <a:chExt cx="3721162" cy="256078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1F61EEA-8B2B-4952-BE2A-B2B5E00779F4}"/>
                  </a:ext>
                </a:extLst>
              </p:cNvPr>
              <p:cNvGrpSpPr/>
              <p:nvPr/>
            </p:nvGrpSpPr>
            <p:grpSpPr>
              <a:xfrm flipH="1">
                <a:off x="1937536" y="2231008"/>
                <a:ext cx="2817846" cy="2220460"/>
                <a:chOff x="6066998" y="3448007"/>
                <a:chExt cx="2817846" cy="2220460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2CF88B47-4D8E-4446-BB22-78DD2BD63F6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6066998" y="3448007"/>
                  <a:ext cx="640080" cy="640080"/>
                </a:xfrm>
                <a:prstGeom prst="ellipse">
                  <a:avLst/>
                </a:prstGeom>
                <a:noFill/>
                <a:ln w="28575">
                  <a:solidFill>
                    <a:srgbClr val="00DA6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Gotham Bold" pitchFamily="50" charset="0"/>
                      <a:ea typeface="+mn-ea"/>
                      <a:cs typeface="+mn-cs"/>
                    </a:rPr>
                    <a:t>x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603A7E3C-3AB8-4C91-AFFD-8DE2C4C14A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7170226" y="4211040"/>
                  <a:ext cx="640080" cy="640080"/>
                </a:xfrm>
                <a:prstGeom prst="ellipse">
                  <a:avLst/>
                </a:prstGeom>
                <a:noFill/>
                <a:ln w="28575">
                  <a:solidFill>
                    <a:srgbClr val="EB6E1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Gotham Bold" pitchFamily="50" charset="0"/>
                      <a:ea typeface="+mn-ea"/>
                      <a:cs typeface="+mn-cs"/>
                    </a:rPr>
                    <a:t>y</a:t>
                  </a:r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7F40DD49-AA60-4071-8958-C72636D5BE3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8244764" y="5028387"/>
                  <a:ext cx="640080" cy="640080"/>
                </a:xfrm>
                <a:prstGeom prst="ellipse">
                  <a:avLst/>
                </a:prstGeom>
                <a:noFill/>
                <a:ln w="28575">
                  <a:solidFill>
                    <a:srgbClr val="EB6E1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Gotham Bold" pitchFamily="50" charset="0"/>
                      <a:ea typeface="+mn-ea"/>
                      <a:cs typeface="+mn-cs"/>
                    </a:rPr>
                    <a:t>z</a:t>
                  </a:r>
                </a:p>
              </p:txBody>
            </p: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96D07734-DA2C-49F2-8A55-355B85C8C0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61740" y="3951384"/>
                  <a:ext cx="553824" cy="392559"/>
                </a:xfrm>
                <a:prstGeom prst="straightConnector1">
                  <a:avLst/>
                </a:prstGeom>
                <a:ln w="28575">
                  <a:solidFill>
                    <a:srgbClr val="0081E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E21A7114-ABED-4FB6-B1E2-A1188BFF7E0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50623" y="4743474"/>
                  <a:ext cx="553824" cy="392559"/>
                </a:xfrm>
                <a:prstGeom prst="straightConnector1">
                  <a:avLst/>
                </a:prstGeom>
                <a:ln w="28575">
                  <a:solidFill>
                    <a:srgbClr val="0081E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9B0E12B8-1497-4D4F-941C-231A76E5C2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91660" y="4343822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A1554EA-91C6-4746-817D-50841A7457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307" y="4396055"/>
                <a:ext cx="466142" cy="39573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799827F3-7B97-453B-BA4B-7F606ABAFF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22083" y="3578708"/>
                <a:ext cx="466142" cy="39573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8EEA8038-B7A0-44F0-9619-11604DEFC8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46680" y="2734385"/>
                <a:ext cx="466142" cy="39573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B8C5ADCF-4D2A-43F2-8C00-8872FCC01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023184" y="3030433"/>
              <a:ext cx="503864" cy="522251"/>
            </a:xfrm>
            <a:prstGeom prst="triangl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29D5A7FA-3ABD-475A-A674-92E912F226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53164" y="3857786"/>
              <a:ext cx="503864" cy="522251"/>
            </a:xfrm>
            <a:prstGeom prst="triangl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0DC49060-C170-4397-B529-06C0DFEB4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270449" y="4706841"/>
              <a:ext cx="466481" cy="533761"/>
            </a:xfrm>
            <a:prstGeom prst="triangl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3CC04BC6-8436-43F1-AD2E-702F70927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688614" y="4656392"/>
              <a:ext cx="503864" cy="522251"/>
            </a:xfrm>
            <a:prstGeom prst="triangl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</a:t>
              </a:r>
            </a:p>
          </p:txBody>
        </p:sp>
      </p:grp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92ABFA08-170D-4F4B-B855-E18E5EEA2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4098" y="4625360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54D12A-85DA-4561-83FF-7B7763968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784406" y="2990188"/>
            <a:ext cx="1198486" cy="0"/>
          </a:xfrm>
          <a:prstGeom prst="straightConnector1">
            <a:avLst/>
          </a:prstGeom>
          <a:ln>
            <a:solidFill>
              <a:srgbClr val="EB6E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88E7ED-B65A-4916-8471-FE5776918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834188" y="2411957"/>
            <a:ext cx="2044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Zig-Zig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ACE9A-521F-4479-AEFE-2634F5896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9356" y="3293616"/>
            <a:ext cx="1510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Search 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Splay(x)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ADA8A04-2388-4237-8832-3FDC6ABE4471}"/>
              </a:ext>
            </a:extLst>
          </p:cNvPr>
          <p:cNvGrpSpPr/>
          <p:nvPr/>
        </p:nvGrpSpPr>
        <p:grpSpPr>
          <a:xfrm>
            <a:off x="4282250" y="4228603"/>
            <a:ext cx="3921638" cy="2378119"/>
            <a:chOff x="4947562" y="4162170"/>
            <a:chExt cx="3921638" cy="2378119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FFD889B5-E3AB-4F28-B135-7E81FFBF1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6187240" y="5509870"/>
              <a:ext cx="466142" cy="39573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29CBB83-4031-4153-99EA-7DEAB49D990B}"/>
                </a:ext>
              </a:extLst>
            </p:cNvPr>
            <p:cNvGrpSpPr/>
            <p:nvPr/>
          </p:nvGrpSpPr>
          <p:grpSpPr>
            <a:xfrm>
              <a:off x="4947562" y="4162170"/>
              <a:ext cx="3921638" cy="2378119"/>
              <a:chOff x="4947562" y="4162170"/>
              <a:chExt cx="3921638" cy="2378119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98EFB36D-002E-4C48-B04D-95CB1FBA5B0A}"/>
                  </a:ext>
                </a:extLst>
              </p:cNvPr>
              <p:cNvGrpSpPr/>
              <p:nvPr/>
            </p:nvGrpSpPr>
            <p:grpSpPr>
              <a:xfrm flipH="1">
                <a:off x="5183090" y="4162170"/>
                <a:ext cx="3078181" cy="1688026"/>
                <a:chOff x="5226266" y="3448007"/>
                <a:chExt cx="3078181" cy="1688026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469E08D3-0223-4FBE-89BE-F6B1302C36C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6066998" y="3448007"/>
                  <a:ext cx="640080" cy="640080"/>
                </a:xfrm>
                <a:prstGeom prst="ellipse">
                  <a:avLst/>
                </a:prstGeom>
                <a:noFill/>
                <a:ln w="28575">
                  <a:solidFill>
                    <a:srgbClr val="EB6E1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Gotham Bold" pitchFamily="50" charset="0"/>
                      <a:ea typeface="+mn-ea"/>
                      <a:cs typeface="+mn-cs"/>
                    </a:rPr>
                    <a:t>y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FDC700B9-151B-4BE8-B891-8F838FCEB6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5226266" y="4301049"/>
                  <a:ext cx="640080" cy="640080"/>
                </a:xfrm>
                <a:prstGeom prst="ellipse">
                  <a:avLst/>
                </a:prstGeom>
                <a:noFill/>
                <a:ln w="28575">
                  <a:solidFill>
                    <a:srgbClr val="EB6E1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Gotham Bold" pitchFamily="50" charset="0"/>
                      <a:ea typeface="+mn-ea"/>
                      <a:cs typeface="+mn-cs"/>
                    </a:rPr>
                    <a:t>z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A33B640B-5487-4043-9EF0-C74AF87712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>
                <a:xfrm>
                  <a:off x="7241975" y="4155627"/>
                  <a:ext cx="640080" cy="640080"/>
                </a:xfrm>
                <a:prstGeom prst="ellipse">
                  <a:avLst/>
                </a:prstGeom>
                <a:noFill/>
                <a:ln w="28575">
                  <a:solidFill>
                    <a:srgbClr val="00DA6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Gotham Bold" pitchFamily="50" charset="0"/>
                      <a:ea typeface="+mn-ea"/>
                      <a:cs typeface="+mn-cs"/>
                    </a:rPr>
                    <a:t>x</a:t>
                  </a:r>
                </a:p>
              </p:txBody>
            </p:sp>
            <p:cxnSp>
              <p:nvCxnSpPr>
                <p:cNvPr id="56" name="Straight Arrow Connector 55">
                  <a:extLst>
                    <a:ext uri="{FF2B5EF4-FFF2-40B4-BE49-F238E27FC236}">
                      <a16:creationId xmlns:a16="http://schemas.microsoft.com/office/drawing/2014/main" id="{5D5ABC6C-098A-4049-92D4-49CE7E47D4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61740" y="3951384"/>
                  <a:ext cx="553824" cy="392559"/>
                </a:xfrm>
                <a:prstGeom prst="straightConnector1">
                  <a:avLst/>
                </a:prstGeom>
                <a:ln w="28575">
                  <a:solidFill>
                    <a:srgbClr val="0081E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3C25D8A3-2EE4-447B-8216-B372869423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50623" y="4743474"/>
                  <a:ext cx="553824" cy="392559"/>
                </a:xfrm>
                <a:prstGeom prst="straightConnector1">
                  <a:avLst/>
                </a:prstGeom>
                <a:ln w="28575">
                  <a:solidFill>
                    <a:srgbClr val="0081E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587FDC6-9912-4D84-9C88-12F04413C5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41756" y="5575930"/>
                <a:ext cx="498399" cy="403641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583F9477-82EC-4AA9-BDD7-D9F4CA1221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1837" y="4665547"/>
                <a:ext cx="466142" cy="39573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Isosceles Triangle 57">
                <a:extLst>
                  <a:ext uri="{FF2B5EF4-FFF2-40B4-BE49-F238E27FC236}">
                    <a16:creationId xmlns:a16="http://schemas.microsoft.com/office/drawing/2014/main" id="{AF23646F-3DA3-41B7-BAB0-50B2F1C69C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311837" y="5951299"/>
                <a:ext cx="503864" cy="522251"/>
              </a:xfrm>
              <a:prstGeom prst="triangl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</a:t>
                </a:r>
              </a:p>
            </p:txBody>
          </p: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9B374626-F434-40C2-B96B-691029C26E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44908" y="5603065"/>
                <a:ext cx="206592" cy="376468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Isosceles Triangle 59">
                <a:extLst>
                  <a:ext uri="{FF2B5EF4-FFF2-40B4-BE49-F238E27FC236}">
                    <a16:creationId xmlns:a16="http://schemas.microsoft.com/office/drawing/2014/main" id="{95A63A84-EB6F-46B6-AD5B-16E9F82B91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365336" y="6018038"/>
                <a:ext cx="503864" cy="522251"/>
              </a:xfrm>
              <a:prstGeom prst="triangl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61" name="Isosceles Triangle 60">
                <a:extLst>
                  <a:ext uri="{FF2B5EF4-FFF2-40B4-BE49-F238E27FC236}">
                    <a16:creationId xmlns:a16="http://schemas.microsoft.com/office/drawing/2014/main" id="{BAB1996B-2DF4-40DD-A4A3-9FEB4AB26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947562" y="5850196"/>
                <a:ext cx="503864" cy="522251"/>
              </a:xfrm>
              <a:prstGeom prst="triangl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62" name="Isosceles Triangle 61">
                <a:extLst>
                  <a:ext uri="{FF2B5EF4-FFF2-40B4-BE49-F238E27FC236}">
                    <a16:creationId xmlns:a16="http://schemas.microsoft.com/office/drawing/2014/main" id="{74A2894F-F7D8-4EC3-860A-B2D24A3EBA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390486" y="5902491"/>
                <a:ext cx="503864" cy="522251"/>
              </a:xfrm>
              <a:prstGeom prst="triangl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</a:t>
                </a:r>
              </a:p>
            </p:txBody>
          </p:sp>
        </p:grpSp>
      </p:grp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FD3E301-C9BF-4099-81B3-AB34EEEC33E7}"/>
              </a:ext>
            </a:extLst>
          </p:cNvPr>
          <p:cNvCxnSpPr>
            <a:cxnSpLocks/>
            <a:stCxn id="69" idx="1"/>
            <a:endCxn id="69" idx="1"/>
          </p:cNvCxnSpPr>
          <p:nvPr/>
        </p:nvCxnSpPr>
        <p:spPr>
          <a:xfrm>
            <a:off x="3295608" y="2237775"/>
            <a:ext cx="0" cy="0"/>
          </a:xfrm>
          <a:prstGeom prst="straightConnector1">
            <a:avLst/>
          </a:prstGeom>
          <a:ln w="28575">
            <a:solidFill>
              <a:srgbClr val="EB6E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F530C52-B47B-4FEA-9EFC-84300CA3EC75}"/>
              </a:ext>
            </a:extLst>
          </p:cNvPr>
          <p:cNvGrpSpPr/>
          <p:nvPr/>
        </p:nvGrpSpPr>
        <p:grpSpPr>
          <a:xfrm>
            <a:off x="2654013" y="1867176"/>
            <a:ext cx="780781" cy="923330"/>
            <a:chOff x="5493182" y="3888808"/>
            <a:chExt cx="780781" cy="923330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D4C0280-B19C-414B-84CD-170E3FA65ED3}"/>
                </a:ext>
              </a:extLst>
            </p:cNvPr>
            <p:cNvGrpSpPr/>
            <p:nvPr/>
          </p:nvGrpSpPr>
          <p:grpSpPr>
            <a:xfrm rot="1858971">
              <a:off x="5493182" y="3888808"/>
              <a:ext cx="780781" cy="923330"/>
              <a:chOff x="8532408" y="4298580"/>
              <a:chExt cx="780781" cy="92333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7EFF7A6E-F0FA-48A7-B654-68A6C4A625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flipH="1">
                <a:off x="8532408" y="4552757"/>
                <a:ext cx="754111" cy="539696"/>
              </a:xfrm>
              <a:custGeom>
                <a:avLst/>
                <a:gdLst>
                  <a:gd name="connsiteX0" fmla="*/ 0 w 640080"/>
                  <a:gd name="connsiteY0" fmla="*/ 320040 h 640080"/>
                  <a:gd name="connsiteX1" fmla="*/ 320040 w 640080"/>
                  <a:gd name="connsiteY1" fmla="*/ 0 h 640080"/>
                  <a:gd name="connsiteX2" fmla="*/ 640080 w 640080"/>
                  <a:gd name="connsiteY2" fmla="*/ 320040 h 640080"/>
                  <a:gd name="connsiteX3" fmla="*/ 320040 w 640080"/>
                  <a:gd name="connsiteY3" fmla="*/ 640080 h 640080"/>
                  <a:gd name="connsiteX4" fmla="*/ 0 w 640080"/>
                  <a:gd name="connsiteY4" fmla="*/ 320040 h 640080"/>
                  <a:gd name="connsiteX0" fmla="*/ 17554 w 347241"/>
                  <a:gd name="connsiteY0" fmla="*/ 311661 h 640100"/>
                  <a:gd name="connsiteX1" fmla="*/ 27201 w 347241"/>
                  <a:gd name="connsiteY1" fmla="*/ 10 h 640100"/>
                  <a:gd name="connsiteX2" fmla="*/ 347241 w 347241"/>
                  <a:gd name="connsiteY2" fmla="*/ 320050 h 640100"/>
                  <a:gd name="connsiteX3" fmla="*/ 27201 w 347241"/>
                  <a:gd name="connsiteY3" fmla="*/ 640090 h 640100"/>
                  <a:gd name="connsiteX4" fmla="*/ 17554 w 347241"/>
                  <a:gd name="connsiteY4" fmla="*/ 311661 h 640100"/>
                  <a:gd name="connsiteX0" fmla="*/ 0 w 431843"/>
                  <a:gd name="connsiteY0" fmla="*/ 293395 h 640297"/>
                  <a:gd name="connsiteX1" fmla="*/ 111803 w 431843"/>
                  <a:gd name="connsiteY1" fmla="*/ 119 h 640297"/>
                  <a:gd name="connsiteX2" fmla="*/ 431843 w 431843"/>
                  <a:gd name="connsiteY2" fmla="*/ 320159 h 640297"/>
                  <a:gd name="connsiteX3" fmla="*/ 111803 w 431843"/>
                  <a:gd name="connsiteY3" fmla="*/ 640199 h 640297"/>
                  <a:gd name="connsiteX4" fmla="*/ 0 w 431843"/>
                  <a:gd name="connsiteY4" fmla="*/ 293395 h 640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1843" h="640297">
                    <a:moveTo>
                      <a:pt x="0" y="293395"/>
                    </a:moveTo>
                    <a:cubicBezTo>
                      <a:pt x="0" y="116642"/>
                      <a:pt x="39829" y="-4342"/>
                      <a:pt x="111803" y="119"/>
                    </a:cubicBezTo>
                    <a:cubicBezTo>
                      <a:pt x="183777" y="4580"/>
                      <a:pt x="431843" y="143406"/>
                      <a:pt x="431843" y="320159"/>
                    </a:cubicBezTo>
                    <a:cubicBezTo>
                      <a:pt x="431843" y="496912"/>
                      <a:pt x="183777" y="644660"/>
                      <a:pt x="111803" y="640199"/>
                    </a:cubicBezTo>
                    <a:cubicBezTo>
                      <a:pt x="39829" y="635738"/>
                      <a:pt x="0" y="470148"/>
                      <a:pt x="0" y="293395"/>
                    </a:cubicBezTo>
                    <a:close/>
                  </a:path>
                </a:pathLst>
              </a:cu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DDEAE3C-D381-467D-9C9C-1165B6D42C97}"/>
                  </a:ext>
                </a:extLst>
              </p:cNvPr>
              <p:cNvSpPr txBox="1"/>
              <p:nvPr/>
            </p:nvSpPr>
            <p:spPr>
              <a:xfrm>
                <a:off x="8814790" y="4298580"/>
                <a:ext cx="498399" cy="923330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CEC9C194-57AF-4AE2-A43C-B1C436347AD9}"/>
                </a:ext>
              </a:extLst>
            </p:cNvPr>
            <p:cNvCxnSpPr/>
            <p:nvPr/>
          </p:nvCxnSpPr>
          <p:spPr>
            <a:xfrm>
              <a:off x="5834188" y="4162170"/>
              <a:ext cx="153882" cy="54776"/>
            </a:xfrm>
            <a:prstGeom prst="straightConnector1">
              <a:avLst/>
            </a:prstGeom>
            <a:ln w="57150">
              <a:solidFill>
                <a:srgbClr val="EB6E1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638B4A-EAAF-4C13-A805-59BD3D9D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156</a:t>
            </a:fld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030A463-DC5C-403C-9DAB-11E45F4A772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6" name="Picture 2">
              <a:extLst>
                <a:ext uri="{FF2B5EF4-FFF2-40B4-BE49-F238E27FC236}">
                  <a16:creationId xmlns:a16="http://schemas.microsoft.com/office/drawing/2014/main" id="{2DE91CC5-8200-46E2-8369-4D2B253C82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66" descr="Logo COP3530">
              <a:extLst>
                <a:ext uri="{FF2B5EF4-FFF2-40B4-BE49-F238E27FC236}">
                  <a16:creationId xmlns:a16="http://schemas.microsoft.com/office/drawing/2014/main" id="{06D4F119-B6C5-4CB9-B2E3-CA0DEA3FA6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5300B6A-DD06-A86E-0AA6-AAB2556CB36E}"/>
              </a:ext>
            </a:extLst>
          </p:cNvPr>
          <p:cNvSpPr txBox="1"/>
          <p:nvPr/>
        </p:nvSpPr>
        <p:spPr>
          <a:xfrm>
            <a:off x="7974843" y="16819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Double Rotation, Same direction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452784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Zig Zag Rotation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C9A5625-D6A2-4E20-9BD7-27002FCE0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678048" y="2133533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z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60F9276-8966-4723-B09A-EB18C9F43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574820" y="2896566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x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4650D4F-1DCA-4D39-8924-CEBD0D5F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3391227" y="3838201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y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02B3CA5-E36B-4442-BBDD-46C7CF3E2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169562" y="2636910"/>
            <a:ext cx="553824" cy="39255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F5E2693-2813-43AB-A41D-C84EFCD0D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080679" y="3429000"/>
            <a:ext cx="553824" cy="39255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1CC238B-8CEB-47E9-B876-697C4FA89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845351" y="4370635"/>
            <a:ext cx="553824" cy="39255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3704EEC-5438-4E53-8D59-C6003F0E2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99998" y="4422868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40364B-9EAD-47C4-B8D8-5C9F4B614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084829" y="3481233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DFD9CA2-4143-47AD-9A04-44DF4DDE1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209426" y="2636910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CF88B47-4D8E-4446-BB22-78DD2BD63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69507" y="2364355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y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03A7E3C-3AB8-4C91-AFFD-8DE2C4C14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2735" y="3127388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z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F40DD49-AA60-4071-8958-C72636D5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49294" y="3146129"/>
            <a:ext cx="640080" cy="640080"/>
          </a:xfrm>
          <a:prstGeom prst="ellips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x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D07734-DA2C-49F2-8A55-355B85C8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264249" y="2867732"/>
            <a:ext cx="553824" cy="39255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1A7114-ABED-4FB6-B1E2-A1188BFF7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353132" y="3659822"/>
            <a:ext cx="553824" cy="39255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0E12B8-1497-4D4F-941C-231A76E5C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8251120" y="3712269"/>
            <a:ext cx="490950" cy="410045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A1554EA-91C6-4746-817D-50841A745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414461" y="3730796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9827F3-7B97-453B-BA4B-7F606ABAF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436664" y="3712055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EEA8038-B7A0-44F0-9619-11604DEFC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312067" y="2867732"/>
            <a:ext cx="466142" cy="39573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9AECE9B-AB72-425D-83CE-DE8B4A98C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23636" y="3044543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B8C5ADCF-4D2A-43F2-8C00-8872FCC0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41545" y="4079845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EB78CF06-E569-4F01-991C-42FDDF6FB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55262" y="3786995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29D5A7FA-3ABD-475A-A674-92E912F2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90673" y="4122313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B959FE71-9F80-4603-97EF-406A3BED8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05985" y="4763194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0DC49060-C170-4397-B529-06C0DFEB4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0035" y="4139057"/>
            <a:ext cx="466481" cy="53376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3CC04BC6-8436-43F1-AD2E-702F70927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90138" y="4122314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92ABFA08-170D-4F4B-B855-E18E5EEA2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65043" y="4749648"/>
            <a:ext cx="503864" cy="522251"/>
          </a:xfrm>
          <a:prstGeom prst="triangle">
            <a:avLst/>
          </a:prstGeom>
          <a:noFill/>
          <a:ln w="28575">
            <a:solidFill>
              <a:srgbClr val="EB6E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54D12A-85DA-4561-83FF-7B7763968559}"/>
              </a:ext>
            </a:extLst>
          </p:cNvPr>
          <p:cNvCxnSpPr/>
          <p:nvPr/>
        </p:nvCxnSpPr>
        <p:spPr>
          <a:xfrm>
            <a:off x="5397623" y="4353993"/>
            <a:ext cx="1198486" cy="0"/>
          </a:xfrm>
          <a:prstGeom prst="straightConnector1">
            <a:avLst/>
          </a:prstGeom>
          <a:ln>
            <a:solidFill>
              <a:srgbClr val="EB6E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88E7ED-B65A-4916-8471-FE57769181A2}"/>
              </a:ext>
            </a:extLst>
          </p:cNvPr>
          <p:cNvSpPr txBox="1"/>
          <p:nvPr/>
        </p:nvSpPr>
        <p:spPr>
          <a:xfrm>
            <a:off x="5370650" y="3898646"/>
            <a:ext cx="153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Zig-Zag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ACE9A-521F-4479-AEFE-2634F58967E6}"/>
              </a:ext>
            </a:extLst>
          </p:cNvPr>
          <p:cNvSpPr txBox="1"/>
          <p:nvPr/>
        </p:nvSpPr>
        <p:spPr>
          <a:xfrm>
            <a:off x="230934" y="3293616"/>
            <a:ext cx="1399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Search 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Splay(y)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D08366-B3BD-4F26-9C50-474725F27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157</a:t>
            </a:fld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7BA7924-827E-458B-8FC9-32429E9F39C0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B1FB29BC-EEDC-4E93-B404-F1AD10392E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47" descr="Logo COP3530">
              <a:extLst>
                <a:ext uri="{FF2B5EF4-FFF2-40B4-BE49-F238E27FC236}">
                  <a16:creationId xmlns:a16="http://schemas.microsoft.com/office/drawing/2014/main" id="{4E0FF881-EEE0-4ED8-956B-5F69F872B4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2D6B843-D5BE-51D1-4954-C9373FA0206D}"/>
              </a:ext>
            </a:extLst>
          </p:cNvPr>
          <p:cNvSpPr txBox="1"/>
          <p:nvPr/>
        </p:nvSpPr>
        <p:spPr>
          <a:xfrm>
            <a:off x="7605125" y="16956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 Double Rotation, Different direction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92979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Basic Idea</a:t>
            </a:r>
          </a:p>
        </p:txBody>
      </p:sp>
      <p:pic>
        <p:nvPicPr>
          <p:cNvPr id="24" name="Picture 23" descr="Splay Tree">
            <a:extLst>
              <a:ext uri="{FF2B5EF4-FFF2-40B4-BE49-F238E27FC236}">
                <a16:creationId xmlns:a16="http://schemas.microsoft.com/office/drawing/2014/main" id="{E786B873-F2C2-4160-9CCA-D07C2E435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019" y="1824446"/>
            <a:ext cx="8267700" cy="2895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BFBDFB-FD8D-41E4-B1FD-7A43BE0466C1}"/>
              </a:ext>
            </a:extLst>
          </p:cNvPr>
          <p:cNvSpPr/>
          <p:nvPr/>
        </p:nvSpPr>
        <p:spPr>
          <a:xfrm>
            <a:off x="1851803" y="5081360"/>
            <a:ext cx="81429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basic idea of a splay tree is that after a node is accessed, it is pushed to the root via a series of rotations.  And it does manage to shorten the tree.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Start at bottom and move up! Splay(N) till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N.Parent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== null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25A2D-12D7-4493-AE01-3ABDD06A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158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16DA28-A5FE-40AB-A23F-E2D3C252791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AF21BE8-9B72-427D-A321-2AD12AE72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B94F5A19-5197-495B-B0B7-CB9FCB15D3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909829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Insert/Search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D1F2F5-D032-4652-AF80-F5DB9784A763}"/>
              </a:ext>
            </a:extLst>
          </p:cNvPr>
          <p:cNvSpPr/>
          <p:nvPr/>
        </p:nvSpPr>
        <p:spPr>
          <a:xfrm>
            <a:off x="1266738" y="1905506"/>
            <a:ext cx="9404058" cy="4285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Same as BST followed by a Splay Operation on the searched node or newly inserted node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Splay(N)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Determine proper case for rotation and apply</a:t>
            </a: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Zig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Zig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Zig Zag</a:t>
            </a: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Zig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If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N.Parent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!= null:</a:t>
            </a:r>
          </a:p>
          <a:p>
            <a:pPr marL="1257300" marR="0" lvl="2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Splay(N)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50D20-C884-4377-A9A7-1F8EC7F97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159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6A98F9-DD2E-47B1-A103-3F39CED4063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B73A8A5-5496-4C15-A370-10590C3CF4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233500E3-5F28-427B-B78E-B4A1FDAB08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211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25A2D-12D7-4493-AE01-3ABDD06A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160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16DA28-A5FE-40AB-A23F-E2D3C252791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AF21BE8-9B72-427D-A321-2AD12AE72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B94F5A19-5197-495B-B0B7-CB9FCB15D3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7B78217-049F-26DD-5F1C-C94E113FCA97}"/>
              </a:ext>
            </a:extLst>
          </p:cNvPr>
          <p:cNvSpPr txBox="1">
            <a:spLocks/>
          </p:cNvSpPr>
          <p:nvPr/>
        </p:nvSpPr>
        <p:spPr>
          <a:xfrm>
            <a:off x="1148993" y="1900238"/>
            <a:ext cx="10806113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Insert the following into a Splay Tree: </a:t>
            </a:r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5,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1, 9, 6, 11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835382B-74FD-3813-5D12-5DC73953C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1254" y="2788920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3861114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25A2D-12D7-4493-AE01-3ABDD06A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161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16DA28-A5FE-40AB-A23F-E2D3C252791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AF21BE8-9B72-427D-A321-2AD12AE72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B94F5A19-5197-495B-B0B7-CB9FCB15D3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7B78217-049F-26DD-5F1C-C94E113FCA97}"/>
              </a:ext>
            </a:extLst>
          </p:cNvPr>
          <p:cNvSpPr txBox="1">
            <a:spLocks/>
          </p:cNvSpPr>
          <p:nvPr/>
        </p:nvSpPr>
        <p:spPr>
          <a:xfrm>
            <a:off x="1148993" y="1900238"/>
            <a:ext cx="10806113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Insert the following into a Splay Tree: </a:t>
            </a:r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5, 1, 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9, 6, 11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835382B-74FD-3813-5D12-5DC73953C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1254" y="2788920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5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E2EE8A-EBA3-255B-99D1-BA20D0554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53985" y="3948350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58F59E-742E-239C-69A8-2CCB84929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000054" y="3335262"/>
            <a:ext cx="565761" cy="613088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1504F37-82E6-08ED-1CEE-34679DEBD49D}"/>
                  </a:ext>
                </a:extLst>
              </p14:cNvPr>
              <p14:cNvContentPartPr/>
              <p14:nvPr/>
            </p14:nvContentPartPr>
            <p14:xfrm>
              <a:off x="3568680" y="3689280"/>
              <a:ext cx="679680" cy="438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1504F37-82E6-08ED-1CEE-34679DEBD4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59320" y="3679920"/>
                <a:ext cx="698400" cy="45720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645E35F6-6226-E781-FCC6-1AF157BD5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75960" y="2848680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AE15FD9-501C-87DE-6752-145379A13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53984" y="3984693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4DB95AC-1A0B-195F-B67A-CCF0543FA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6291479" y="3411051"/>
            <a:ext cx="456243" cy="66738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86612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25A2D-12D7-4493-AE01-3ABDD06A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162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16DA28-A5FE-40AB-A23F-E2D3C252791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AF21BE8-9B72-427D-A321-2AD12AE72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B94F5A19-5197-495B-B0B7-CB9FCB15D3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7B78217-049F-26DD-5F1C-C94E113FCA97}"/>
              </a:ext>
            </a:extLst>
          </p:cNvPr>
          <p:cNvSpPr txBox="1">
            <a:spLocks/>
          </p:cNvSpPr>
          <p:nvPr/>
        </p:nvSpPr>
        <p:spPr>
          <a:xfrm>
            <a:off x="1148993" y="1900238"/>
            <a:ext cx="10806113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Insert the following into a Splay Tree: </a:t>
            </a:r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5, 1, 9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, 6, 11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45E35F6-6226-E781-FCC6-1AF157BD5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59457" y="2812338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AE15FD9-501C-87DE-6752-145379A13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37481" y="3948351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4DB95AC-1A0B-195F-B67A-CCF0543FA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2674976" y="3374709"/>
            <a:ext cx="456243" cy="66738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67017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25A2D-12D7-4493-AE01-3ABDD06A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163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16DA28-A5FE-40AB-A23F-E2D3C252791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AF21BE8-9B72-427D-A321-2AD12AE72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B94F5A19-5197-495B-B0B7-CB9FCB15D3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7B78217-049F-26DD-5F1C-C94E113FCA97}"/>
              </a:ext>
            </a:extLst>
          </p:cNvPr>
          <p:cNvSpPr txBox="1">
            <a:spLocks/>
          </p:cNvSpPr>
          <p:nvPr/>
        </p:nvSpPr>
        <p:spPr>
          <a:xfrm>
            <a:off x="1148993" y="1900238"/>
            <a:ext cx="10806113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Insert the following into a Splay Tree: 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5, 1, 9, 6, 11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45E35F6-6226-E781-FCC6-1AF157BD5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16311" y="2612375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AE15FD9-501C-87DE-6752-145379A13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4335" y="3748388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4DB95AC-1A0B-195F-B67A-CCF0543FA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2931830" y="3174746"/>
            <a:ext cx="456243" cy="66738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7B811A3-A455-34FB-C0B7-DE9863B09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45378" y="4907655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9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7A20F2-9586-1B2F-D1C1-0F3A02066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782873" y="4334013"/>
            <a:ext cx="456243" cy="66738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A891213-5F4E-2146-18D6-BBF512FCFA98}"/>
                  </a:ext>
                </a:extLst>
              </p14:cNvPr>
              <p14:cNvContentPartPr/>
              <p14:nvPr/>
            </p14:nvContentPartPr>
            <p14:xfrm rot="1184632" flipH="1">
              <a:off x="2373807" y="3601445"/>
              <a:ext cx="626951" cy="438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A891213-5F4E-2146-18D6-BBF512FCFA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1184632" flipH="1">
                <a:off x="2364450" y="3592085"/>
                <a:ext cx="645666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AB2FCA0-EE7B-ED7D-2524-300BA533F296}"/>
                  </a:ext>
                </a:extLst>
              </p14:cNvPr>
              <p14:cNvContentPartPr/>
              <p14:nvPr/>
            </p14:nvContentPartPr>
            <p14:xfrm rot="1184632" flipH="1">
              <a:off x="2987464" y="4782153"/>
              <a:ext cx="626951" cy="438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AB2FCA0-EE7B-ED7D-2524-300BA533F2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1184632" flipH="1">
                <a:off x="2978107" y="4772793"/>
                <a:ext cx="645666" cy="4572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0D1098F3-0C06-3FB0-2C13-73F065DD5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7717" y="3770339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3CEAA38-168D-C3EF-1444-5A00274DD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19477" y="2573179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9C013FB-25CB-EE81-8774-3C5338E87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0520" y="3732446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9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0E588D-0DC9-7F2C-9FB4-9A40823D8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665819" y="3137000"/>
            <a:ext cx="456243" cy="66738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F4A56D-0C90-7496-8CE9-6DA14A061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4" idx="7"/>
          </p:cNvCxnSpPr>
          <p:nvPr/>
        </p:nvCxnSpPr>
        <p:spPr>
          <a:xfrm flipH="1">
            <a:off x="6694059" y="3066698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2566D8D-E96E-9439-C395-987C57E8DA7C}"/>
                  </a:ext>
                </a:extLst>
              </p14:cNvPr>
              <p14:cNvContentPartPr/>
              <p14:nvPr/>
            </p14:nvContentPartPr>
            <p14:xfrm rot="1184632" flipH="1">
              <a:off x="7308485" y="3469223"/>
              <a:ext cx="626951" cy="438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2566D8D-E96E-9439-C395-987C57E8DA7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1184632" flipH="1">
                <a:off x="7299128" y="3459863"/>
                <a:ext cx="645666" cy="45720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47FF8E6D-5B61-11DF-9FE5-23894B06A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16384" y="2415145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9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4D0AB9B-0F6C-1713-91D0-A74947642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47441" y="3674512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B35182C-17FC-FDC5-A226-AD76C2106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02586" y="5019615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78120C-2D12-A75C-403E-9E6E8AFF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951525" y="2900518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739A33-5564-3810-5A26-432FCE09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8980" y="4268414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72207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25A2D-12D7-4493-AE01-3ABDD06A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164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16DA28-A5FE-40AB-A23F-E2D3C252791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AF21BE8-9B72-427D-A321-2AD12AE72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B94F5A19-5197-495B-B0B7-CB9FCB15D3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7B78217-049F-26DD-5F1C-C94E113FCA97}"/>
              </a:ext>
            </a:extLst>
          </p:cNvPr>
          <p:cNvSpPr txBox="1">
            <a:spLocks/>
          </p:cNvSpPr>
          <p:nvPr/>
        </p:nvSpPr>
        <p:spPr>
          <a:xfrm>
            <a:off x="1148993" y="1900238"/>
            <a:ext cx="10806113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Insert the following into a Splay Tree: </a:t>
            </a:r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5, 1, 9, 6, 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7FF8E6D-5B61-11DF-9FE5-23894B06A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86811" y="2802557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9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4D0AB9B-0F6C-1713-91D0-A74947642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7868" y="4061924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B35182C-17FC-FDC5-A226-AD76C2106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73013" y="5407027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78120C-2D12-A75C-403E-9E6E8AFF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221952" y="3287930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739A33-5564-3810-5A26-432FCE09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539407" y="4655826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40165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25A2D-12D7-4493-AE01-3ABDD06A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165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16DA28-A5FE-40AB-A23F-E2D3C252791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AF21BE8-9B72-427D-A321-2AD12AE72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B94F5A19-5197-495B-B0B7-CB9FCB15D3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7B78217-049F-26DD-5F1C-C94E113FCA97}"/>
              </a:ext>
            </a:extLst>
          </p:cNvPr>
          <p:cNvSpPr txBox="1">
            <a:spLocks/>
          </p:cNvSpPr>
          <p:nvPr/>
        </p:nvSpPr>
        <p:spPr>
          <a:xfrm>
            <a:off x="1148993" y="1900238"/>
            <a:ext cx="10806113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Insert the following into a Splay Tree: </a:t>
            </a:r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5, 1, 9, 6, 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7FF8E6D-5B61-11DF-9FE5-23894B06A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86811" y="2802557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9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4D0AB9B-0F6C-1713-91D0-A74947642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7868" y="4061924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B35182C-17FC-FDC5-A226-AD76C2106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73013" y="5407027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78120C-2D12-A75C-403E-9E6E8AFF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221952" y="3287930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739A33-5564-3810-5A26-432FCE09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539407" y="4655826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4A04B557-87DB-7636-37A2-F4BE08BB3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86811" y="5237583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6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35B464-74DC-5C5A-F6B8-05D682394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3324306" y="4663941"/>
            <a:ext cx="456243" cy="66738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4451E45-B7E0-26F0-7516-3870231E8204}"/>
                  </a:ext>
                </a:extLst>
              </p14:cNvPr>
              <p14:cNvContentPartPr/>
              <p14:nvPr/>
            </p14:nvContentPartPr>
            <p14:xfrm>
              <a:off x="3568680" y="3689280"/>
              <a:ext cx="679680" cy="438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4451E45-B7E0-26F0-7516-3870231E82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59320" y="3679920"/>
                <a:ext cx="69840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A812C46-B285-A2C3-7E2B-183939994B54}"/>
                  </a:ext>
                </a:extLst>
              </p14:cNvPr>
              <p14:cNvContentPartPr/>
              <p14:nvPr/>
            </p14:nvContentPartPr>
            <p14:xfrm rot="432364" flipH="1">
              <a:off x="2976016" y="4952311"/>
              <a:ext cx="626951" cy="438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A812C46-B285-A2C3-7E2B-183939994B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rot="432364" flipH="1">
                <a:off x="2966659" y="4942951"/>
                <a:ext cx="645666" cy="4572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8B1D184F-BF54-E056-2635-DA11AD3BB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9970" y="2544937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EF2627B-C8EF-1D45-5007-B6E883941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61027" y="3804304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2C1E49F-A2E6-5107-E394-83974C08D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16172" y="5149407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5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946F41-1F6B-8A0C-1AB9-C11B03D44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865111" y="3030310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C2C2BF-B7F9-3AFC-CF1F-47E68E73C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182566" y="4398206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0B76DCB7-D353-7474-A538-DD50911D4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7950" y="6171135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F7289D-F802-CF9E-D2AC-CADF1E094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4" idx="3"/>
          </p:cNvCxnSpPr>
          <p:nvPr/>
        </p:nvCxnSpPr>
        <p:spPr>
          <a:xfrm flipH="1">
            <a:off x="6604344" y="5695749"/>
            <a:ext cx="205566" cy="521564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56C775A-3E0C-AAF2-35A8-6967974B68AE}"/>
                  </a:ext>
                </a:extLst>
              </p14:cNvPr>
              <p14:cNvContentPartPr/>
              <p14:nvPr/>
            </p14:nvContentPartPr>
            <p14:xfrm>
              <a:off x="8379568" y="3365824"/>
              <a:ext cx="679680" cy="438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56C775A-3E0C-AAF2-35A8-6967974B68A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70208" y="3356464"/>
                <a:ext cx="698400" cy="4572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118722F3-6F0E-F7B3-2FCC-31E1F08C7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12488" y="2636740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6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E848998-E395-D66B-E91D-0CB521CFF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43545" y="3896107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A48A631-6A3C-2AE4-54B0-A59D2F64C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98690" y="5241210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3728F3A-7A19-707C-5697-487CC9153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0247629" y="3122113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200CEF0-8A80-5888-6188-303ABB166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565084" y="4490009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7AE62F8-9D17-585A-6D50-6F9845F98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534491" y="3827689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9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1D800C-1B37-788D-770D-8A69ED6C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1171986" y="3254047"/>
            <a:ext cx="456243" cy="66738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6399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25A2D-12D7-4493-AE01-3ABDD06A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166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16DA28-A5FE-40AB-A23F-E2D3C252791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AF21BE8-9B72-427D-A321-2AD12AE72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B94F5A19-5197-495B-B0B7-CB9FCB15D3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7B78217-049F-26DD-5F1C-C94E113FCA97}"/>
              </a:ext>
            </a:extLst>
          </p:cNvPr>
          <p:cNvSpPr txBox="1">
            <a:spLocks/>
          </p:cNvSpPr>
          <p:nvPr/>
        </p:nvSpPr>
        <p:spPr>
          <a:xfrm>
            <a:off x="1148993" y="1900238"/>
            <a:ext cx="10806113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Insert the following into a Splay Tree: </a:t>
            </a:r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5, 1, 9, 6, 11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18722F3-6F0E-F7B3-2FCC-31E1F08C7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3917" y="2479120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6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E848998-E395-D66B-E91D-0CB521CFF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64974" y="3738487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A48A631-6A3C-2AE4-54B0-A59D2F64C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20119" y="5083590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3728F3A-7A19-707C-5697-487CC9153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169058" y="2964493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200CEF0-8A80-5888-6188-303ABB166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486513" y="4332389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7AE62F8-9D17-585A-6D50-6F9845F98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55920" y="3670069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9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1D800C-1B37-788D-770D-8A69ED6C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5093415" y="3096427"/>
            <a:ext cx="456243" cy="66738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15538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725A2D-12D7-4493-AE01-3ABDD06A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167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16DA28-A5FE-40AB-A23F-E2D3C252791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AF21BE8-9B72-427D-A321-2AD12AE72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B94F5A19-5197-495B-B0B7-CB9FCB15D3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7B78217-049F-26DD-5F1C-C94E113FCA97}"/>
              </a:ext>
            </a:extLst>
          </p:cNvPr>
          <p:cNvSpPr txBox="1">
            <a:spLocks/>
          </p:cNvSpPr>
          <p:nvPr/>
        </p:nvSpPr>
        <p:spPr>
          <a:xfrm>
            <a:off x="1148993" y="1900238"/>
            <a:ext cx="10806113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Insert the following into a Splay Tree: </a:t>
            </a:r>
            <a:r>
              <a:rPr lang="en-US" sz="2000" dirty="0">
                <a:solidFill>
                  <a:srgbClr val="00DA63"/>
                </a:solidFill>
                <a:latin typeface="Consolas" panose="020B0609020204030204" pitchFamily="49" charset="0"/>
              </a:rPr>
              <a:t>5, 1, 9, 6, 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18722F3-6F0E-F7B3-2FCC-31E1F08C7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3917" y="2479120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6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E848998-E395-D66B-E91D-0CB521CFF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64974" y="3738487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A48A631-6A3C-2AE4-54B0-A59D2F64C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20119" y="5083590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3728F3A-7A19-707C-5697-487CC9153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169058" y="2964493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200CEF0-8A80-5888-6188-303ABB166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486513" y="4332389"/>
            <a:ext cx="471992" cy="797379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7AE62F8-9D17-585A-6D50-6F9845F98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55920" y="3670069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9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1D800C-1B37-788D-770D-8A69ED6C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5093415" y="3096427"/>
            <a:ext cx="456243" cy="66738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FA0E7766-9CEC-31A0-2426-79386CA70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2670" y="4883791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8563DF6-255F-2242-625D-CD7908299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5920165" y="4310149"/>
            <a:ext cx="456243" cy="667380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3ACC36F-9466-4A01-B397-E6B63D5C7524}"/>
                  </a:ext>
                </a:extLst>
              </p14:cNvPr>
              <p14:cNvContentPartPr/>
              <p14:nvPr/>
            </p14:nvContentPartPr>
            <p14:xfrm rot="1184632" flipH="1">
              <a:off x="4764783" y="3483842"/>
              <a:ext cx="626951" cy="4384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3ACC36F-9466-4A01-B397-E6B63D5C75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1184632" flipH="1">
                <a:off x="4755426" y="3474482"/>
                <a:ext cx="645666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BD6D25F-54D1-D627-ABC5-79E058176899}"/>
                  </a:ext>
                </a:extLst>
              </p14:cNvPr>
              <p14:cNvContentPartPr/>
              <p14:nvPr/>
            </p14:nvContentPartPr>
            <p14:xfrm rot="1184632" flipH="1">
              <a:off x="5378440" y="4664550"/>
              <a:ext cx="626951" cy="438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BD6D25F-54D1-D627-ABC5-79E0581768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1184632" flipH="1">
                <a:off x="5369083" y="4655190"/>
                <a:ext cx="645666" cy="45720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D6204867-083D-A163-6BCA-7DFDB6D32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67822" y="2410702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40C9B4C-154F-9740-3C98-56F3F1834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83116" y="3330142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9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743CE92-3BED-9E64-E7A1-9B7F91C8E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749824" y="3018111"/>
            <a:ext cx="235996" cy="347606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025DE113-80DC-36E7-C98F-AE9B124D3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18471" y="4243711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6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1ED2842-E036-0E82-9742-032E84544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185179" y="3931680"/>
            <a:ext cx="235996" cy="347606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8EC19350-DA2E-3C92-8398-69EB7B22E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61194" y="5157280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E07E4E7-938E-9B04-9B2C-304B3BE58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627902" y="4845249"/>
            <a:ext cx="235996" cy="347606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80FF2BAD-5958-E3FF-5475-42F442B4E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0026" y="6070849"/>
            <a:ext cx="640080" cy="640080"/>
          </a:xfrm>
          <a:prstGeom prst="ellipse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Gotham Bold" pitchFamily="50" charset="0"/>
              </a:rPr>
              <a:t>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FA7F801-4EBE-D97D-3393-DB9586BC9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106734" y="5758818"/>
            <a:ext cx="235996" cy="347606"/>
          </a:xfrm>
          <a:prstGeom prst="straightConnector1">
            <a:avLst/>
          </a:prstGeom>
          <a:ln w="28575">
            <a:solidFill>
              <a:srgbClr val="0081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2511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Splay Tree: Performance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D1F2F5-D032-4652-AF80-F5DB9784A763}"/>
              </a:ext>
            </a:extLst>
          </p:cNvPr>
          <p:cNvSpPr/>
          <p:nvPr/>
        </p:nvSpPr>
        <p:spPr>
          <a:xfrm>
            <a:off x="1266738" y="1905506"/>
            <a:ext cx="940405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 splay tree is a data structure that guarantees that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tree operations will take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O(m log n)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time, where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is number of nodes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On average, a tree operation is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O(log n)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 the worst case, an operation is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O(n)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, but subsequent operations are fast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Implemented in Cache and Garbage Collection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4BE0F-B2D4-443B-9B2E-5288AE6F3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168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78B3039-69BB-4087-94A3-5471E02297E5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77A2D67-B0E9-461F-8DE6-FF4C34C3C7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B9714A0F-EA5D-41B2-A7EB-F722C4346B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297780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18" y="392780"/>
            <a:ext cx="5170715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Resources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BF419C-BFD0-4D8D-8DD5-E2D06385EA8E}"/>
              </a:ext>
            </a:extLst>
          </p:cNvPr>
          <p:cNvSpPr/>
          <p:nvPr/>
        </p:nvSpPr>
        <p:spPr>
          <a:xfrm>
            <a:off x="1179494" y="1923180"/>
            <a:ext cx="1043249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B+ Tree Visualization: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https://www.cs.usfca.edu/~galles/visualization/BPlusTree.html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Splay Tree Visualization: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https://www.cs.usfca.edu/~galles/visualization/SplayTree.html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Original Paper, Splay Tree: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https://www.cs.cmu.edu/~sleator/papers/self-adjusting.pdf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https://stackoverflow.com/questions/7467079/difference-between-avl-trees-and-splay-trees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8380C-56B5-494E-96A5-DEFF6C179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28E0-2F8B-4999-AEA2-B3AA3AE8994F}" type="slidenum">
              <a:rPr lang="en-US" smtClean="0"/>
              <a:t>169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E0466FE-C040-4495-911D-EEE5329F69D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EC648DFC-3258-4F62-AACD-3A556A25FA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9E095AF2-90C8-48F9-BD8E-77F0EDA6B0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782955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How do we fix the Worst Case in a BST?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8CDEDB-D7EA-4D79-8C9D-67599B88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200" y="1964679"/>
            <a:ext cx="4991381" cy="3791352"/>
            <a:chOff x="1424659" y="2095330"/>
            <a:chExt cx="4991381" cy="379135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3FF9AF-FDCA-48B4-BDE1-98F9A64C17A6}"/>
                </a:ext>
              </a:extLst>
            </p:cNvPr>
            <p:cNvGrpSpPr/>
            <p:nvPr/>
          </p:nvGrpSpPr>
          <p:grpSpPr>
            <a:xfrm>
              <a:off x="1424659" y="2095330"/>
              <a:ext cx="2817846" cy="2220460"/>
              <a:chOff x="6066998" y="3448007"/>
              <a:chExt cx="2817846" cy="2220460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C4965FA-C0AF-4342-A736-F6410314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066998" y="344800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25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0DCCDD1-1030-414E-9159-BE18790B7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170226" y="4211040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51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46E3B8E-7680-4A24-8955-0987122CA4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4764" y="502838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65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EFD94C6-D0CD-4340-B110-28FA004F4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1740" y="395138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CCA8572-35D1-4541-8114-DBB987983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0623" y="4743474"/>
                <a:ext cx="553824" cy="39255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57840B-BB88-47B8-94E7-201658DE2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28698" y="4461156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85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EF02373-4519-4723-91E9-519B4305F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234557" y="4208144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899FE12-11CB-4980-AF30-A35BF23AD1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75960" y="5246602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91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EC2E3B2-208E-4416-989A-BA6504A18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5281819" y="4961689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C690315-1707-4AD5-8859-99D7FEE7815A}"/>
              </a:ext>
            </a:extLst>
          </p:cNvPr>
          <p:cNvSpPr/>
          <p:nvPr/>
        </p:nvSpPr>
        <p:spPr>
          <a:xfrm>
            <a:off x="3614057" y="1710692"/>
            <a:ext cx="8082224" cy="3270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Transform the “Spindly” Tree to “Bushy Tree” using Tools and Algorithms (Transformation)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Never add new leaves at the bottom: Increase size of node (Alter the Structure by Design)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285750" marR="0" lvl="0" indent="-28575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285750" marR="0" lvl="0" indent="-28575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37DD4E-FFD0-4A05-935E-7928254E2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F2CD68C-0BF1-420C-B943-6DF80CFC82F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913E6E31-3FBB-46AD-A3E7-01F8518169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OP3530">
              <a:extLst>
                <a:ext uri="{FF2B5EF4-FFF2-40B4-BE49-F238E27FC236}">
                  <a16:creationId xmlns:a16="http://schemas.microsoft.com/office/drawing/2014/main" id="{B35ABFB2-8516-4440-A9C9-A5F4146E94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141982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Insertion in Non-Random Order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8CDEDB-D7EA-4D79-8C9D-67599B88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00075" y="3545058"/>
            <a:ext cx="4409449" cy="2442378"/>
            <a:chOff x="1745600" y="3675710"/>
            <a:chExt cx="4409449" cy="244237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3FF9AF-FDCA-48B4-BDE1-98F9A64C17A6}"/>
                </a:ext>
              </a:extLst>
            </p:cNvPr>
            <p:cNvGrpSpPr/>
            <p:nvPr/>
          </p:nvGrpSpPr>
          <p:grpSpPr>
            <a:xfrm>
              <a:off x="1745600" y="3675710"/>
              <a:ext cx="2496905" cy="2442378"/>
              <a:chOff x="6387939" y="5028387"/>
              <a:chExt cx="2496905" cy="2442378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C4965FA-C0AF-4342-A736-F6410314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387939" y="6830685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25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0DCCDD1-1030-414E-9159-BE18790B7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232023" y="5927298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51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46E3B8E-7680-4A24-8955-0987122CA4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4764" y="502838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65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EFD94C6-D0CD-4340-B110-28FA004F4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86683" y="6510645"/>
                <a:ext cx="418333" cy="376773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CCA8572-35D1-4541-8114-DBB987983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77899" y="5617553"/>
                <a:ext cx="553121" cy="38492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57840B-BB88-47B8-94E7-201658DE2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28698" y="4461156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85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EF02373-4519-4723-91E9-519B4305F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234557" y="4208144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899FE12-11CB-4980-AF30-A35BF23AD1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14969" y="5478008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91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EC2E3B2-208E-4416-989A-BA6504A18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5281819" y="4961689"/>
              <a:ext cx="466300" cy="566041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DA3E976-1E56-41F1-A361-A370E047DCE8}"/>
              </a:ext>
            </a:extLst>
          </p:cNvPr>
          <p:cNvSpPr txBox="1"/>
          <p:nvPr/>
        </p:nvSpPr>
        <p:spPr>
          <a:xfrm>
            <a:off x="2000250" y="2190750"/>
            <a:ext cx="3336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100, 101, 111, 115, 120, 135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50D6A-AE35-470E-A83A-43F27D0D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B5CC43-9683-4BEC-AAC0-96288FD0DF9D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23DD2418-0BB6-497B-A2CC-9BF414F81B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OP3530">
              <a:extLst>
                <a:ext uri="{FF2B5EF4-FFF2-40B4-BE49-F238E27FC236}">
                  <a16:creationId xmlns:a16="http://schemas.microsoft.com/office/drawing/2014/main" id="{F20899EA-2CA3-4903-BC63-FCD5AE37BB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382669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Insertion in Non-Random Order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8CDEDB-D7EA-4D79-8C9D-67599B88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00075" y="3545058"/>
            <a:ext cx="6612860" cy="2499111"/>
            <a:chOff x="1745600" y="3675710"/>
            <a:chExt cx="6612860" cy="249911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3FF9AF-FDCA-48B4-BDE1-98F9A64C17A6}"/>
                </a:ext>
              </a:extLst>
            </p:cNvPr>
            <p:cNvGrpSpPr/>
            <p:nvPr/>
          </p:nvGrpSpPr>
          <p:grpSpPr>
            <a:xfrm>
              <a:off x="1745600" y="3675710"/>
              <a:ext cx="2496905" cy="2442378"/>
              <a:chOff x="6387939" y="5028387"/>
              <a:chExt cx="2496905" cy="2442378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C4965FA-C0AF-4342-A736-F6410314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387939" y="6830685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25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0DCCDD1-1030-414E-9159-BE18790B7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232023" y="5927298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51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46E3B8E-7680-4A24-8955-0987122CA4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4764" y="502838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65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EFD94C6-D0CD-4340-B110-28FA004F4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86683" y="6510645"/>
                <a:ext cx="418333" cy="376773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CCA8572-35D1-4541-8114-DBB987983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77899" y="5617553"/>
                <a:ext cx="553121" cy="38492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57840B-BB88-47B8-94E7-201658DE2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28698" y="4461156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85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EF02373-4519-4723-91E9-519B4305F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234557" y="4208144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899FE12-11CB-4980-AF30-A35BF23AD1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6232" y="5534741"/>
              <a:ext cx="4362228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91, 100, 101, 111, 115, 120, 135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EC2E3B2-208E-4416-989A-BA6504A18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5281819" y="4961689"/>
              <a:ext cx="466300" cy="566041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4692B6-235B-45A3-9B7A-55E4039DA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5A57F2-F375-4E08-A75C-ED5195EEE95D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A6D0F4A5-204C-4BD5-BEAC-DCC5ECCF66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Logo COP3530">
              <a:extLst>
                <a:ext uri="{FF2B5EF4-FFF2-40B4-BE49-F238E27FC236}">
                  <a16:creationId xmlns:a16="http://schemas.microsoft.com/office/drawing/2014/main" id="{83F21351-ABC4-45EF-BEA7-4E18A988EC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636791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Insertion in Non-Random Order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8CDEDB-D7EA-4D79-8C9D-67599B88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00075" y="3545058"/>
            <a:ext cx="6612860" cy="2499111"/>
            <a:chOff x="1745600" y="3675710"/>
            <a:chExt cx="6612860" cy="249911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3FF9AF-FDCA-48B4-BDE1-98F9A64C17A6}"/>
                </a:ext>
              </a:extLst>
            </p:cNvPr>
            <p:cNvGrpSpPr/>
            <p:nvPr/>
          </p:nvGrpSpPr>
          <p:grpSpPr>
            <a:xfrm>
              <a:off x="1745600" y="3675710"/>
              <a:ext cx="2496905" cy="2442378"/>
              <a:chOff x="6387939" y="5028387"/>
              <a:chExt cx="2496905" cy="2442378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C4965FA-C0AF-4342-A736-F6410314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387939" y="6830685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25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0DCCDD1-1030-414E-9159-BE18790B7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232023" y="5927298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51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46E3B8E-7680-4A24-8955-0987122CA4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4764" y="502838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65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EFD94C6-D0CD-4340-B110-28FA004F4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86683" y="6510645"/>
                <a:ext cx="418333" cy="376773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CCA8572-35D1-4541-8114-DBB987983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77899" y="5617553"/>
                <a:ext cx="553121" cy="38492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57840B-BB88-47B8-94E7-201658DE2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28698" y="4461156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85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EF02373-4519-4723-91E9-519B4305F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234557" y="4208144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899FE12-11CB-4980-AF30-A35BF23AD1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6232" y="5534741"/>
              <a:ext cx="4362228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91, 100, 101, 111, 115, 120, 135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EC2E3B2-208E-4416-989A-BA6504A18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5281819" y="4961689"/>
              <a:ext cx="466300" cy="566041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454A7F0-3D25-41AB-BF5B-DFDBE6B3137F}"/>
              </a:ext>
            </a:extLst>
          </p:cNvPr>
          <p:cNvSpPr/>
          <p:nvPr/>
        </p:nvSpPr>
        <p:spPr>
          <a:xfrm>
            <a:off x="4657457" y="1710692"/>
            <a:ext cx="7038823" cy="2808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Can lead to overstuffing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Overstuffed trees have better balanced height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Consistent BST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285750" marR="0" lvl="0" indent="-28575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285750" marR="0" lvl="0" indent="-28575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3C11AF-60E2-49BD-89B3-664E5C3E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53C5455-BA81-4C3F-9E17-A1A228610BA0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F1D6BB99-E0DC-4441-A3FB-45A8792EE3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OP3530">
              <a:extLst>
                <a:ext uri="{FF2B5EF4-FFF2-40B4-BE49-F238E27FC236}">
                  <a16:creationId xmlns:a16="http://schemas.microsoft.com/office/drawing/2014/main" id="{9252FACD-F8E5-42C9-AFC9-10313453EF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2497793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Insertion in Non-Random Order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8CDEDB-D7EA-4D79-8C9D-67599B88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00075" y="3545058"/>
            <a:ext cx="6612860" cy="2499111"/>
            <a:chOff x="1745600" y="3675710"/>
            <a:chExt cx="6612860" cy="249911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3FF9AF-FDCA-48B4-BDE1-98F9A64C17A6}"/>
                </a:ext>
              </a:extLst>
            </p:cNvPr>
            <p:cNvGrpSpPr/>
            <p:nvPr/>
          </p:nvGrpSpPr>
          <p:grpSpPr>
            <a:xfrm>
              <a:off x="1745600" y="3675710"/>
              <a:ext cx="2496905" cy="2442378"/>
              <a:chOff x="6387939" y="5028387"/>
              <a:chExt cx="2496905" cy="2442378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C4965FA-C0AF-4342-A736-F6410314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387939" y="6830685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25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0DCCDD1-1030-414E-9159-BE18790B7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232023" y="5927298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51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46E3B8E-7680-4A24-8955-0987122CA4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4764" y="502838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65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EFD94C6-D0CD-4340-B110-28FA004F4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86683" y="6510645"/>
                <a:ext cx="418333" cy="376773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CCA8572-35D1-4541-8114-DBB987983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77899" y="5617553"/>
                <a:ext cx="553121" cy="38492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57840B-BB88-47B8-94E7-201658DE2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28698" y="4461156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85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EF02373-4519-4723-91E9-519B4305F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234557" y="4208144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899FE12-11CB-4980-AF30-A35BF23AD1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6232" y="5534741"/>
              <a:ext cx="4362228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91, 100, 101, 111, 115, 120, 135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EC2E3B2-208E-4416-989A-BA6504A18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5281819" y="4961689"/>
              <a:ext cx="466300" cy="566041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454A7F0-3D25-41AB-BF5B-DFDBE6B3137F}"/>
              </a:ext>
            </a:extLst>
          </p:cNvPr>
          <p:cNvSpPr/>
          <p:nvPr/>
        </p:nvSpPr>
        <p:spPr>
          <a:xfrm>
            <a:off x="4657457" y="1710692"/>
            <a:ext cx="7038823" cy="2808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Can lead to overstuffing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Overstuffed trees have better balanced height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Consistent BST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285750" marR="0" lvl="0" indent="-28575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285750" marR="0" lvl="0" indent="-28575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F5BD29-71D1-4EBA-BB80-ADF7DA2A6E6C}"/>
              </a:ext>
            </a:extLst>
          </p:cNvPr>
          <p:cNvSpPr/>
          <p:nvPr/>
        </p:nvSpPr>
        <p:spPr>
          <a:xfrm>
            <a:off x="7153497" y="3340542"/>
            <a:ext cx="5038503" cy="1885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Fixes the height imbalance problem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Doesn’t fix Non-random insertion</a:t>
            </a:r>
          </a:p>
          <a:p>
            <a:pPr marL="285750" marR="0" lvl="0" indent="-28575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285750" marR="0" lvl="0" indent="-28575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1BA15F-1A0E-400B-8D8F-111F40FF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01F130-265D-4216-AF3D-F4E8825D3B1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9E4F414D-235A-49FA-9696-08D1A90B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Logo COP3530">
              <a:extLst>
                <a:ext uri="{FF2B5EF4-FFF2-40B4-BE49-F238E27FC236}">
                  <a16:creationId xmlns:a16="http://schemas.microsoft.com/office/drawing/2014/main" id="{B2674CBA-8AD9-40A5-B31A-1388BE6425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581466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Insertion in Non-Random Order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8CDEDB-D7EA-4D79-8C9D-67599B88C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00075" y="3545058"/>
            <a:ext cx="6612860" cy="2499111"/>
            <a:chOff x="1745600" y="3675710"/>
            <a:chExt cx="6612860" cy="249911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E3FF9AF-FDCA-48B4-BDE1-98F9A64C17A6}"/>
                </a:ext>
              </a:extLst>
            </p:cNvPr>
            <p:cNvGrpSpPr/>
            <p:nvPr/>
          </p:nvGrpSpPr>
          <p:grpSpPr>
            <a:xfrm>
              <a:off x="1745600" y="3675710"/>
              <a:ext cx="2496905" cy="2442378"/>
              <a:chOff x="6387939" y="5028387"/>
              <a:chExt cx="2496905" cy="2442378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C4965FA-C0AF-4342-A736-F6410314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387939" y="6830685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25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0DCCDD1-1030-414E-9159-BE18790B7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232023" y="5927298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51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446E3B8E-7680-4A24-8955-0987122CA4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244764" y="5028387"/>
                <a:ext cx="640080" cy="640080"/>
              </a:xfrm>
              <a:prstGeom prst="ellipse">
                <a:avLst/>
              </a:prstGeom>
              <a:noFill/>
              <a:ln w="28575">
                <a:solidFill>
                  <a:srgbClr val="EB6E1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otham Bold" pitchFamily="50" charset="0"/>
                    <a:ea typeface="+mn-ea"/>
                    <a:cs typeface="+mn-cs"/>
                  </a:rPr>
                  <a:t>65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EFD94C6-D0CD-4340-B110-28FA004F4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86683" y="6510645"/>
                <a:ext cx="418333" cy="376773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CCA8572-35D1-4541-8114-DBB987983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77899" y="5617553"/>
                <a:ext cx="553121" cy="384929"/>
              </a:xfrm>
              <a:prstGeom prst="straightConnector1">
                <a:avLst/>
              </a:prstGeom>
              <a:ln w="28575">
                <a:solidFill>
                  <a:srgbClr val="0081E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57840B-BB88-47B8-94E7-201658DE2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728698" y="4461156"/>
              <a:ext cx="640080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85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EF02373-4519-4723-91E9-519B4305F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4234557" y="4208144"/>
              <a:ext cx="553824" cy="392559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899FE12-11CB-4980-AF30-A35BF23AD1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6232" y="5534741"/>
              <a:ext cx="4362228" cy="640080"/>
            </a:xfrm>
            <a:prstGeom prst="ellipse">
              <a:avLst/>
            </a:prstGeom>
            <a:noFill/>
            <a:ln w="28575">
              <a:solidFill>
                <a:srgbClr val="EB6E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91, 100, 101, 111, 115, 120, 135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EC2E3B2-208E-4416-989A-BA6504A18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5281819" y="4961689"/>
              <a:ext cx="466300" cy="566041"/>
            </a:xfrm>
            <a:prstGeom prst="straightConnector1">
              <a:avLst/>
            </a:prstGeom>
            <a:ln w="28575">
              <a:solidFill>
                <a:srgbClr val="0081E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454A7F0-3D25-41AB-BF5B-DFDBE6B3137F}"/>
              </a:ext>
            </a:extLst>
          </p:cNvPr>
          <p:cNvSpPr/>
          <p:nvPr/>
        </p:nvSpPr>
        <p:spPr>
          <a:xfrm>
            <a:off x="4657457" y="1710692"/>
            <a:ext cx="7038823" cy="2808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Can lead to overstuffing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Overstuffed trees have better balanced height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Consistent BST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285750" marR="0" lvl="0" indent="-28575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285750" marR="0" lvl="0" indent="-28575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FFF15A-8D18-4AED-821F-278AB278ABEE}"/>
              </a:ext>
            </a:extLst>
          </p:cNvPr>
          <p:cNvSpPr/>
          <p:nvPr/>
        </p:nvSpPr>
        <p:spPr>
          <a:xfrm>
            <a:off x="7153497" y="3340542"/>
            <a:ext cx="5038503" cy="1423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Fix: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Set a limit, on the node filling</a:t>
            </a:r>
          </a:p>
          <a:p>
            <a:pPr marL="285750" marR="0" lvl="0" indent="-28575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285750" marR="0" lvl="0" indent="-28575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E910E4-3780-4746-A1E5-8788B15A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742D0A-2324-4749-A420-FB9A92393B9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EE76DFB5-CF68-46CF-B94C-B23F4B9435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Logo COP3530">
              <a:extLst>
                <a:ext uri="{FF2B5EF4-FFF2-40B4-BE49-F238E27FC236}">
                  <a16:creationId xmlns:a16="http://schemas.microsoft.com/office/drawing/2014/main" id="{49F2C172-AA79-468A-9DB4-750CF4FCB6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503786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9D5D4F-8054-48EF-9170-C7D04C6E7DC6}"/>
              </a:ext>
            </a:extLst>
          </p:cNvPr>
          <p:cNvSpPr txBox="1"/>
          <p:nvPr/>
        </p:nvSpPr>
        <p:spPr>
          <a:xfrm>
            <a:off x="578855" y="2521189"/>
            <a:ext cx="110342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 Trees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3E96E0-307B-4C26-B2AB-5CE774631BE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80ADF885-4DB5-45FB-AAFC-99B5A3F481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Logo COP3530">
              <a:extLst>
                <a:ext uri="{FF2B5EF4-FFF2-40B4-BE49-F238E27FC236}">
                  <a16:creationId xmlns:a16="http://schemas.microsoft.com/office/drawing/2014/main" id="{D1C8CF5B-B6CF-412E-8678-975030AC69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619729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Property #1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690315-1707-4AD5-8859-99D7FEE7815A}"/>
              </a:ext>
            </a:extLst>
          </p:cNvPr>
          <p:cNvSpPr/>
          <p:nvPr/>
        </p:nvSpPr>
        <p:spPr>
          <a:xfrm>
            <a:off x="1596436" y="1933969"/>
            <a:ext cx="8299938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Each Node is a Block Containing Multiple “Keys”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1702076-12FE-4735-AD5A-9163ECF8A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8384" y="3020396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5</a:t>
            </a:r>
          </a:p>
        </p:txBody>
      </p:sp>
      <p:pic>
        <p:nvPicPr>
          <p:cNvPr id="48" name="Picture 47" descr="Cheers Bee">
            <a:extLst>
              <a:ext uri="{FF2B5EF4-FFF2-40B4-BE49-F238E27FC236}">
                <a16:creationId xmlns:a16="http://schemas.microsoft.com/office/drawing/2014/main" id="{BBF9ECF6-910D-4E2D-B182-060F9093B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79" y="4839687"/>
            <a:ext cx="1738098" cy="1738098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2750FA28-ED82-4D06-82E0-827B46CD4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93200" y="3020396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D4E84CE-9EBC-4EA6-8143-B8C4807B8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46405" y="3020396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5AB1B7C-099D-4843-B379-9F6041F3F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2832" y="3020396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44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7D12EAD-484B-4D18-AD60-F765B372B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6869173" y="3461654"/>
            <a:ext cx="1536596" cy="703551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40772EE-02A6-49B4-8662-B712C67BE800}"/>
              </a:ext>
            </a:extLst>
          </p:cNvPr>
          <p:cNvSpPr txBox="1"/>
          <p:nvPr/>
        </p:nvSpPr>
        <p:spPr>
          <a:xfrm>
            <a:off x="8405769" y="416520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Keys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6326BB8-5FD9-4B86-9F64-3BC839C57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733280" y="3660476"/>
            <a:ext cx="0" cy="1482457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66AA13D-2623-4C92-8828-5C0E0E267781}"/>
              </a:ext>
            </a:extLst>
          </p:cNvPr>
          <p:cNvSpPr txBox="1"/>
          <p:nvPr/>
        </p:nvSpPr>
        <p:spPr>
          <a:xfrm>
            <a:off x="5413240" y="514293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Node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892BE81-DF1B-4CBB-A054-0E45E0715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6053320" y="3493368"/>
            <a:ext cx="2352448" cy="671837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45A2B7-0331-4153-95A0-28AD6D3E6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9506CC-A0BC-457F-B0B3-4BB421FBE850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955EAC9A-AA6F-4F60-84E3-0AAFA2A816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Logo COP3530">
              <a:extLst>
                <a:ext uri="{FF2B5EF4-FFF2-40B4-BE49-F238E27FC236}">
                  <a16:creationId xmlns:a16="http://schemas.microsoft.com/office/drawing/2014/main" id="{689C0C04-CA25-408D-A61F-37879A4E0C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009624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Property #2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25E65D-9B38-400A-B252-F109597DFBF5}"/>
              </a:ext>
            </a:extLst>
          </p:cNvPr>
          <p:cNvGrpSpPr/>
          <p:nvPr/>
        </p:nvGrpSpPr>
        <p:grpSpPr>
          <a:xfrm>
            <a:off x="2862865" y="4519647"/>
            <a:ext cx="1938101" cy="640080"/>
            <a:chOff x="4448384" y="3020396"/>
            <a:chExt cx="1938101" cy="64008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1702076-12FE-4735-AD5A-9163ECF8A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750FA28-ED82-4D06-82E0-827B46CD4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D4E84CE-9EBC-4EA6-8143-B8C4807B8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46405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17778ECD-73CB-48F6-9926-2B346D999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9057" y="4519647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55A6C7E-B217-41D8-8A53-2A5850D8D2F2}"/>
              </a:ext>
            </a:extLst>
          </p:cNvPr>
          <p:cNvGrpSpPr/>
          <p:nvPr/>
        </p:nvGrpSpPr>
        <p:grpSpPr>
          <a:xfrm>
            <a:off x="8611478" y="4529084"/>
            <a:ext cx="1284896" cy="640080"/>
            <a:chOff x="4448384" y="3020396"/>
            <a:chExt cx="1284896" cy="64008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A9C0C4D-549C-4A43-928B-1C0537104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A9C2F33-F8AE-42C4-9A77-3FA625B2E3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95A581C-06EB-44F6-9C13-55B0FA92766D}"/>
              </a:ext>
            </a:extLst>
          </p:cNvPr>
          <p:cNvGrpSpPr/>
          <p:nvPr/>
        </p:nvGrpSpPr>
        <p:grpSpPr>
          <a:xfrm>
            <a:off x="5875910" y="2770045"/>
            <a:ext cx="1284896" cy="640080"/>
            <a:chOff x="4448384" y="3020396"/>
            <a:chExt cx="1284896" cy="64008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1C497F-AE07-4393-B768-62BCF5C71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59325CD-C9D2-4F98-93B8-2511AE467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7</a:t>
              </a: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9B7DC5-B2D3-4C67-B35F-3ABC0F9A4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3827721" y="3410125"/>
            <a:ext cx="2015822" cy="1109522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C9EE8E4-8C63-499C-BF4D-7057A075B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511200" y="3429000"/>
            <a:ext cx="0" cy="1090647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12859A8-7872-42CC-9B34-23023739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0806" y="3419562"/>
            <a:ext cx="1924471" cy="1100085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Like Bee">
            <a:extLst>
              <a:ext uri="{FF2B5EF4-FFF2-40B4-BE49-F238E27FC236}">
                <a16:creationId xmlns:a16="http://schemas.microsoft.com/office/drawing/2014/main" id="{9019DDDD-C67C-4ADE-94E1-EED0911B1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13" y="5086910"/>
            <a:ext cx="1531224" cy="1531224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C1ADAB1-5AA7-4E6E-BBE8-57A8B4B03138}"/>
              </a:ext>
            </a:extLst>
          </p:cNvPr>
          <p:cNvSpPr/>
          <p:nvPr/>
        </p:nvSpPr>
        <p:spPr>
          <a:xfrm>
            <a:off x="1227486" y="1763361"/>
            <a:ext cx="10964514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 Trees are n-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Trees of order n, each node has up to n children. They follow BST property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45BE8A-F12B-473C-9588-50221627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1DA1F9-881F-415F-A4D6-DB71A19D4798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CE4CD038-368B-499F-9343-DBCB881574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Logo COP3530">
              <a:extLst>
                <a:ext uri="{FF2B5EF4-FFF2-40B4-BE49-F238E27FC236}">
                  <a16:creationId xmlns:a16="http://schemas.microsoft.com/office/drawing/2014/main" id="{A53D8DF8-2483-4121-A42E-84520122A2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234901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Property #2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25E65D-9B38-400A-B252-F109597DFBF5}"/>
              </a:ext>
            </a:extLst>
          </p:cNvPr>
          <p:cNvGrpSpPr/>
          <p:nvPr/>
        </p:nvGrpSpPr>
        <p:grpSpPr>
          <a:xfrm>
            <a:off x="2862865" y="4519647"/>
            <a:ext cx="1938101" cy="640080"/>
            <a:chOff x="4448384" y="3020396"/>
            <a:chExt cx="1938101" cy="64008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1702076-12FE-4735-AD5A-9163ECF8A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750FA28-ED82-4D06-82E0-827B46CD4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D4E84CE-9EBC-4EA6-8143-B8C4807B8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46405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17778ECD-73CB-48F6-9926-2B346D999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69057" y="4519647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55A6C7E-B217-41D8-8A53-2A5850D8D2F2}"/>
              </a:ext>
            </a:extLst>
          </p:cNvPr>
          <p:cNvGrpSpPr/>
          <p:nvPr/>
        </p:nvGrpSpPr>
        <p:grpSpPr>
          <a:xfrm>
            <a:off x="8611478" y="4529084"/>
            <a:ext cx="1284896" cy="640080"/>
            <a:chOff x="4448384" y="3020396"/>
            <a:chExt cx="1284896" cy="64008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A9C0C4D-549C-4A43-928B-1C0537104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A9C2F33-F8AE-42C4-9A77-3FA625B2E3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95A581C-06EB-44F6-9C13-55B0FA92766D}"/>
              </a:ext>
            </a:extLst>
          </p:cNvPr>
          <p:cNvGrpSpPr/>
          <p:nvPr/>
        </p:nvGrpSpPr>
        <p:grpSpPr>
          <a:xfrm>
            <a:off x="5875910" y="2770045"/>
            <a:ext cx="1284896" cy="640080"/>
            <a:chOff x="4448384" y="3020396"/>
            <a:chExt cx="1284896" cy="64008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1C497F-AE07-4393-B768-62BCF5C71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59325CD-C9D2-4F98-93B8-2511AE467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7</a:t>
              </a: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9B7DC5-B2D3-4C67-B35F-3ABC0F9A4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3827721" y="3410125"/>
            <a:ext cx="2015822" cy="1109522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C9EE8E4-8C63-499C-BF4D-7057A075B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511200" y="3429000"/>
            <a:ext cx="0" cy="1090647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12859A8-7872-42CC-9B34-23023739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0806" y="3419562"/>
            <a:ext cx="1924471" cy="1100085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5D6953-C097-46BD-8FA8-EBF58F343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610680" y="5377343"/>
            <a:ext cx="0" cy="687897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EF8D586-724C-4E6A-94E9-A6E52D467B40}"/>
              </a:ext>
            </a:extLst>
          </p:cNvPr>
          <p:cNvSpPr txBox="1"/>
          <p:nvPr/>
        </p:nvSpPr>
        <p:spPr>
          <a:xfrm>
            <a:off x="4965041" y="6248802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 Children, here n = 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02F780-718E-4F81-93EC-5F06366F02D2}"/>
              </a:ext>
            </a:extLst>
          </p:cNvPr>
          <p:cNvCxnSpPr/>
          <p:nvPr/>
        </p:nvCxnSpPr>
        <p:spPr>
          <a:xfrm>
            <a:off x="3827721" y="5637402"/>
            <a:ext cx="0" cy="182880"/>
          </a:xfrm>
          <a:prstGeom prst="line">
            <a:avLst/>
          </a:prstGeom>
          <a:ln w="38100">
            <a:solidFill>
              <a:srgbClr val="00DA6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4FA97CB-E521-4FA3-82D6-BCE2D338C77D}"/>
              </a:ext>
            </a:extLst>
          </p:cNvPr>
          <p:cNvCxnSpPr/>
          <p:nvPr/>
        </p:nvCxnSpPr>
        <p:spPr>
          <a:xfrm>
            <a:off x="9399409" y="5561901"/>
            <a:ext cx="0" cy="182880"/>
          </a:xfrm>
          <a:prstGeom prst="line">
            <a:avLst/>
          </a:prstGeom>
          <a:ln w="38100">
            <a:solidFill>
              <a:srgbClr val="00DA6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EC1704-7871-4EDF-8E38-84166455EE46}"/>
              </a:ext>
            </a:extLst>
          </p:cNvPr>
          <p:cNvCxnSpPr/>
          <p:nvPr/>
        </p:nvCxnSpPr>
        <p:spPr>
          <a:xfrm>
            <a:off x="3649211" y="5377343"/>
            <a:ext cx="5602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Like Bee">
            <a:extLst>
              <a:ext uri="{FF2B5EF4-FFF2-40B4-BE49-F238E27FC236}">
                <a16:creationId xmlns:a16="http://schemas.microsoft.com/office/drawing/2014/main" id="{C2547530-2835-4E02-A7FF-80CDDA0C9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13" y="5086910"/>
            <a:ext cx="1531224" cy="15312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756E0A3-6648-423B-A4E5-78D995484115}"/>
              </a:ext>
            </a:extLst>
          </p:cNvPr>
          <p:cNvSpPr txBox="1"/>
          <p:nvPr/>
        </p:nvSpPr>
        <p:spPr>
          <a:xfrm>
            <a:off x="8411031" y="6248802"/>
            <a:ext cx="2464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 a Binary Tree!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47EE12-0CA8-46EC-8620-E3D23DCDC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EAAED72-5A21-4EDC-A119-5480623C887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0" name="Picture 2">
              <a:extLst>
                <a:ext uri="{FF2B5EF4-FFF2-40B4-BE49-F238E27FC236}">
                  <a16:creationId xmlns:a16="http://schemas.microsoft.com/office/drawing/2014/main" id="{8881A0DD-DD17-4A02-AFBF-D112A0A443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40" descr="Logo COP3530">
              <a:extLst>
                <a:ext uri="{FF2B5EF4-FFF2-40B4-BE49-F238E27FC236}">
                  <a16:creationId xmlns:a16="http://schemas.microsoft.com/office/drawing/2014/main" id="{26CC636D-5D05-40F2-96AB-1F5655A1C8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577CDD7-D69E-9D50-DCA0-99D3A565005C}"/>
              </a:ext>
            </a:extLst>
          </p:cNvPr>
          <p:cNvSpPr/>
          <p:nvPr/>
        </p:nvSpPr>
        <p:spPr>
          <a:xfrm>
            <a:off x="1227486" y="1763361"/>
            <a:ext cx="10964514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 Trees are n-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Trees of order n, each node has up to n children. They follow BST property</a:t>
            </a:r>
          </a:p>
        </p:txBody>
      </p:sp>
    </p:spTree>
    <p:extLst>
      <p:ext uri="{BB962C8B-B14F-4D97-AF65-F5344CB8AC3E}">
        <p14:creationId xmlns:p14="http://schemas.microsoft.com/office/powerpoint/2010/main" val="2437508281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Property #2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25E65D-9B38-400A-B252-F109597DFBF5}"/>
              </a:ext>
            </a:extLst>
          </p:cNvPr>
          <p:cNvGrpSpPr/>
          <p:nvPr/>
        </p:nvGrpSpPr>
        <p:grpSpPr>
          <a:xfrm>
            <a:off x="4644224" y="4465705"/>
            <a:ext cx="2749242" cy="640080"/>
            <a:chOff x="5093200" y="3020396"/>
            <a:chExt cx="2749242" cy="64008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750FA28-ED82-4D06-82E0-827B46CD4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D4E84CE-9EBC-4EA6-8143-B8C4807B8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02362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751C497F-AE07-4393-B768-62BCF5C71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75960" y="2788920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9B7DC5-B2D3-4C67-B35F-3ABC0F9A4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935061" y="3429000"/>
            <a:ext cx="1016949" cy="1036705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C9EE8E4-8C63-499C-BF4D-7057A075B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6049679" y="3429000"/>
            <a:ext cx="1023747" cy="1036705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Like Bee">
            <a:extLst>
              <a:ext uri="{FF2B5EF4-FFF2-40B4-BE49-F238E27FC236}">
                <a16:creationId xmlns:a16="http://schemas.microsoft.com/office/drawing/2014/main" id="{C2547530-2835-4E02-A7FF-80CDDA0C9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13" y="5086910"/>
            <a:ext cx="1531224" cy="1531224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3C5A1E5-CBA0-429C-9AD3-EF9B14D38FB1}"/>
              </a:ext>
            </a:extLst>
          </p:cNvPr>
          <p:cNvSpPr/>
          <p:nvPr/>
        </p:nvSpPr>
        <p:spPr>
          <a:xfrm>
            <a:off x="1078551" y="1771090"/>
            <a:ext cx="9372600" cy="581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Example B tree: (n=2 is a BST)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AB6795-F2AC-4052-97B8-57995F5C3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40C258D-5AD8-4F7C-8272-A893C7D05740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8A33A84D-C104-4DF6-9C1B-9108EA4E66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Logo COP3530">
              <a:extLst>
                <a:ext uri="{FF2B5EF4-FFF2-40B4-BE49-F238E27FC236}">
                  <a16:creationId xmlns:a16="http://schemas.microsoft.com/office/drawing/2014/main" id="{566CC44E-B3DF-4D7A-A18E-52203EAD5D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5684622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Property #3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25E65D-9B38-400A-B252-F109597DFBF5}"/>
              </a:ext>
            </a:extLst>
          </p:cNvPr>
          <p:cNvGrpSpPr/>
          <p:nvPr/>
        </p:nvGrpSpPr>
        <p:grpSpPr>
          <a:xfrm>
            <a:off x="6494509" y="4556424"/>
            <a:ext cx="3394058" cy="640080"/>
            <a:chOff x="4448384" y="3020396"/>
            <a:chExt cx="3394058" cy="64008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1702076-12FE-4735-AD5A-9163ECF8A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750FA28-ED82-4D06-82E0-827B46CD4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D4E84CE-9EBC-4EA6-8143-B8C4807B8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02362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17778ECD-73CB-48F6-9926-2B346D999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00701" y="4556424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1C497F-AE07-4393-B768-62BCF5C71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47236" y="2879639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9B7DC5-B2D3-4C67-B35F-3ABC0F9A4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306337" y="3519719"/>
            <a:ext cx="1016949" cy="1036705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C9EE8E4-8C63-499C-BF4D-7057A075B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8544780" y="3519719"/>
            <a:ext cx="1023747" cy="1036705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12859A8-7872-42CC-9B34-23023739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32070" y="3812064"/>
            <a:ext cx="1537808" cy="0"/>
          </a:xfrm>
          <a:prstGeom prst="straightConnector1">
            <a:avLst/>
          </a:prstGeom>
          <a:ln w="28575">
            <a:solidFill>
              <a:srgbClr val="EB6E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Like Bee">
            <a:extLst>
              <a:ext uri="{FF2B5EF4-FFF2-40B4-BE49-F238E27FC236}">
                <a16:creationId xmlns:a16="http://schemas.microsoft.com/office/drawing/2014/main" id="{C2547530-2835-4E02-A7FF-80CDDA0C9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13" y="5086910"/>
            <a:ext cx="1531224" cy="1531224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3C5A1E5-CBA0-429C-9AD3-EF9B14D38FB1}"/>
              </a:ext>
            </a:extLst>
          </p:cNvPr>
          <p:cNvSpPr/>
          <p:nvPr/>
        </p:nvSpPr>
        <p:spPr>
          <a:xfrm>
            <a:off x="8649" y="1710169"/>
            <a:ext cx="11155048" cy="1135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Tree Building is Bottom-up</a:t>
            </a:r>
            <a:r>
              <a:rPr lang="en-US" sz="2400" dirty="0">
                <a:solidFill>
                  <a:srgbClr val="EB6E19"/>
                </a:solidFill>
                <a:latin typeface="Gotham Bold" pitchFamily="50" charset="0"/>
              </a:rPr>
              <a:t> and Leaves are at same depth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30479DF-4BA6-4742-9791-842C477208D2}"/>
              </a:ext>
            </a:extLst>
          </p:cNvPr>
          <p:cNvGrpSpPr/>
          <p:nvPr/>
        </p:nvGrpSpPr>
        <p:grpSpPr>
          <a:xfrm>
            <a:off x="1383017" y="3429000"/>
            <a:ext cx="1938101" cy="640080"/>
            <a:chOff x="4448384" y="3020396"/>
            <a:chExt cx="1938101" cy="64008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0D959E5-3536-478B-97BD-5FF0F777C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4E7DD3E-9D56-4003-9C48-8EE2B93F4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C74F6F6-90A4-4577-8B1C-684862EB5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46405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5EEDB174-0E4F-4B02-83AE-DCA283A6F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7518" y="3429000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D1FBBB7-E175-45EF-A765-2FD566260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6630" y="3429000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22ABE2-A482-41C5-9792-D0C36EB13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83F7181-FBA2-467F-BAA8-FDA36E11FE8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85635240-E6A0-4279-8780-6C6DB41434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 descr="Logo COP3530">
              <a:extLst>
                <a:ext uri="{FF2B5EF4-FFF2-40B4-BE49-F238E27FC236}">
                  <a16:creationId xmlns:a16="http://schemas.microsoft.com/office/drawing/2014/main" id="{8B57E737-C1CF-42D4-AC96-EE1D6409A3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8114894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Property #4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25E65D-9B38-400A-B252-F109597DFBF5}"/>
              </a:ext>
            </a:extLst>
          </p:cNvPr>
          <p:cNvGrpSpPr/>
          <p:nvPr/>
        </p:nvGrpSpPr>
        <p:grpSpPr>
          <a:xfrm>
            <a:off x="6494509" y="4556424"/>
            <a:ext cx="3394058" cy="640080"/>
            <a:chOff x="4448384" y="3020396"/>
            <a:chExt cx="3394058" cy="64008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1702076-12FE-4735-AD5A-9163ECF8A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750FA28-ED82-4D06-82E0-827B46CD4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D4E84CE-9EBC-4EA6-8143-B8C4807B8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02362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17778ECD-73CB-48F6-9926-2B346D999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00701" y="4556424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1C497F-AE07-4393-B768-62BCF5C71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47236" y="2879639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9B7DC5-B2D3-4C67-B35F-3ABC0F9A4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306337" y="3519719"/>
            <a:ext cx="1016949" cy="1036705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C9EE8E4-8C63-499C-BF4D-7057A075B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8544780" y="3519719"/>
            <a:ext cx="1023747" cy="1036705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Like Bee">
            <a:extLst>
              <a:ext uri="{FF2B5EF4-FFF2-40B4-BE49-F238E27FC236}">
                <a16:creationId xmlns:a16="http://schemas.microsoft.com/office/drawing/2014/main" id="{C2547530-2835-4E02-A7FF-80CDDA0C9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13" y="5086910"/>
            <a:ext cx="1531224" cy="1531224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3C5A1E5-CBA0-429C-9AD3-EF9B14D38FB1}"/>
              </a:ext>
            </a:extLst>
          </p:cNvPr>
          <p:cNvSpPr/>
          <p:nvPr/>
        </p:nvSpPr>
        <p:spPr>
          <a:xfrm>
            <a:off x="647739" y="1604973"/>
            <a:ext cx="2750715" cy="581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Children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0B92F-35F0-44F3-881C-99911D78F77F}"/>
              </a:ext>
            </a:extLst>
          </p:cNvPr>
          <p:cNvSpPr/>
          <p:nvPr/>
        </p:nvSpPr>
        <p:spPr>
          <a:xfrm>
            <a:off x="1630787" y="2196455"/>
            <a:ext cx="6096000" cy="700961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Root is a leaf or has [2, n] children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Non-leaf nodes have [ceil(n/2), n] children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52C69-16BC-4939-BD8D-0EE19A9F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E9F789-1FF3-4F10-AE8A-3FC4A7E2D304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FCB7CDFB-1D52-4692-8744-CE9B529F08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Logo COP3530">
              <a:extLst>
                <a:ext uri="{FF2B5EF4-FFF2-40B4-BE49-F238E27FC236}">
                  <a16:creationId xmlns:a16="http://schemas.microsoft.com/office/drawing/2014/main" id="{DF39AE3B-E4AD-4631-9E3D-2BF7FFF3AA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6636574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Property #5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25E65D-9B38-400A-B252-F109597DFBF5}"/>
              </a:ext>
            </a:extLst>
          </p:cNvPr>
          <p:cNvGrpSpPr/>
          <p:nvPr/>
        </p:nvGrpSpPr>
        <p:grpSpPr>
          <a:xfrm>
            <a:off x="4398971" y="5630215"/>
            <a:ext cx="3394058" cy="640080"/>
            <a:chOff x="4448384" y="3020396"/>
            <a:chExt cx="3394058" cy="64008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1702076-12FE-4735-AD5A-9163ECF8A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750FA28-ED82-4D06-82E0-827B46CD4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D4E84CE-9EBC-4EA6-8143-B8C4807B8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02362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17778ECD-73CB-48F6-9926-2B346D999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05163" y="5630215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1C497F-AE07-4393-B768-62BCF5C71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1698" y="3953430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4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9B7DC5-B2D3-4C67-B35F-3ABC0F9A4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210799" y="4593510"/>
            <a:ext cx="1016949" cy="1036705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C9EE8E4-8C63-499C-BF4D-7057A075B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6449242" y="4593510"/>
            <a:ext cx="1023747" cy="1036705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Like Bee">
            <a:extLst>
              <a:ext uri="{FF2B5EF4-FFF2-40B4-BE49-F238E27FC236}">
                <a16:creationId xmlns:a16="http://schemas.microsoft.com/office/drawing/2014/main" id="{C2547530-2835-4E02-A7FF-80CDDA0C9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13" y="5086910"/>
            <a:ext cx="1531224" cy="1531224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3C5A1E5-CBA0-429C-9AD3-EF9B14D38FB1}"/>
              </a:ext>
            </a:extLst>
          </p:cNvPr>
          <p:cNvSpPr/>
          <p:nvPr/>
        </p:nvSpPr>
        <p:spPr>
          <a:xfrm>
            <a:off x="566803" y="1617905"/>
            <a:ext cx="2750715" cy="581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Keys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0B92F-35F0-44F3-881C-99911D78F77F}"/>
              </a:ext>
            </a:extLst>
          </p:cNvPr>
          <p:cNvSpPr/>
          <p:nvPr/>
        </p:nvSpPr>
        <p:spPr>
          <a:xfrm>
            <a:off x="1242226" y="1962933"/>
            <a:ext cx="10594640" cy="1347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All keys are in Sorted Order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srgbClr val="0081E2"/>
                </a:solidFill>
                <a:latin typeface="Gotham Bold" pitchFamily="50" charset="0"/>
              </a:rPr>
              <a:t>Leaf nodes store up to n-1 keys. 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srgbClr val="0081E2"/>
                </a:solidFill>
                <a:latin typeface="Gotham Bold" pitchFamily="50" charset="0"/>
              </a:rPr>
              <a:t>A non-leaf node with x children contains x-1 keys.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A2D54-3184-4C2C-8780-70B95128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8C72F55-29F9-44AC-8009-DA532C6C2333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AC20A470-4054-4DC3-ABE4-60F6AB8C18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Logo COP3530">
              <a:extLst>
                <a:ext uri="{FF2B5EF4-FFF2-40B4-BE49-F238E27FC236}">
                  <a16:creationId xmlns:a16="http://schemas.microsoft.com/office/drawing/2014/main" id="{52A39C25-0BF7-4D27-A39A-03AD0591B1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743171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690315-1707-4AD5-8859-99D7FEE7815A}"/>
              </a:ext>
            </a:extLst>
          </p:cNvPr>
          <p:cNvSpPr/>
          <p:nvPr/>
        </p:nvSpPr>
        <p:spPr>
          <a:xfrm>
            <a:off x="1204662" y="1757800"/>
            <a:ext cx="10774817" cy="4989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Each Node is a Block Containing Multiple “Keys”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 Trees are n-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ary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Trees or have an order “n”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Children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Root is a leaf or has [2, n] children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Non-leaf nodes have [ceil(n/2), n] children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Keys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All keys are in Sorted Order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Leaf nodes store up to n-1 keys.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 non-leaf node with x children contains x-1 keys.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All leaves are at same depth, so the tree is always balanced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Data items are stored in leaves and non-leaf nodes in a B Tree. In a B+ Tree, data is stored in only leaves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When a node is full (has more than n-1 keys) Splitting occurs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Properties Summary</a:t>
            </a:r>
          </a:p>
        </p:txBody>
      </p:sp>
      <p:grpSp>
        <p:nvGrpSpPr>
          <p:cNvPr id="56" name="Google Shape;1114;p56">
            <a:extLst>
              <a:ext uri="{FF2B5EF4-FFF2-40B4-BE49-F238E27FC236}">
                <a16:creationId xmlns:a16="http://schemas.microsoft.com/office/drawing/2014/main" id="{A4CFD7C8-D63A-42E6-98C4-2CAB03FB5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578440" y="1223424"/>
            <a:ext cx="4226323" cy="1466060"/>
            <a:chOff x="3263027" y="3006650"/>
            <a:chExt cx="4226323" cy="1466060"/>
          </a:xfrm>
          <a:noFill/>
        </p:grpSpPr>
        <p:sp>
          <p:nvSpPr>
            <p:cNvPr id="57" name="Google Shape;1115;p56">
              <a:extLst>
                <a:ext uri="{FF2B5EF4-FFF2-40B4-BE49-F238E27FC236}">
                  <a16:creationId xmlns:a16="http://schemas.microsoft.com/office/drawing/2014/main" id="{BC49D290-3207-4E42-BC12-E5A3094E5A7F}"/>
                </a:ext>
              </a:extLst>
            </p:cNvPr>
            <p:cNvSpPr/>
            <p:nvPr/>
          </p:nvSpPr>
          <p:spPr>
            <a:xfrm>
              <a:off x="5893950" y="3603400"/>
              <a:ext cx="837900" cy="324900"/>
            </a:xfrm>
            <a:prstGeom prst="rect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 u w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Google Shape;1116;p56">
              <a:extLst>
                <a:ext uri="{FF2B5EF4-FFF2-40B4-BE49-F238E27FC236}">
                  <a16:creationId xmlns:a16="http://schemas.microsoft.com/office/drawing/2014/main" id="{13DAAB3B-ED05-4E69-B70B-0F2FBDFACEEC}"/>
                </a:ext>
              </a:extLst>
            </p:cNvPr>
            <p:cNvSpPr/>
            <p:nvPr/>
          </p:nvSpPr>
          <p:spPr>
            <a:xfrm>
              <a:off x="5472238" y="4147810"/>
              <a:ext cx="366600" cy="324900"/>
            </a:xfrm>
            <a:prstGeom prst="rect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0" name="Google Shape;1117;p56">
              <a:extLst>
                <a:ext uri="{FF2B5EF4-FFF2-40B4-BE49-F238E27FC236}">
                  <a16:creationId xmlns:a16="http://schemas.microsoft.com/office/drawing/2014/main" id="{6C226729-93C2-47DA-B0D3-98E606A89E45}"/>
                </a:ext>
              </a:extLst>
            </p:cNvPr>
            <p:cNvCxnSpPr>
              <a:stCxn id="58" idx="0"/>
            </p:cNvCxnSpPr>
            <p:nvPr/>
          </p:nvCxnSpPr>
          <p:spPr>
            <a:xfrm rot="10800000" flipH="1">
              <a:off x="5655538" y="3936910"/>
              <a:ext cx="313500" cy="210900"/>
            </a:xfrm>
            <a:prstGeom prst="straightConnector1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" name="Google Shape;1118;p56">
              <a:extLst>
                <a:ext uri="{FF2B5EF4-FFF2-40B4-BE49-F238E27FC236}">
                  <a16:creationId xmlns:a16="http://schemas.microsoft.com/office/drawing/2014/main" id="{209DC59E-4785-463E-8209-90F3F681250D}"/>
                </a:ext>
              </a:extLst>
            </p:cNvPr>
            <p:cNvSpPr/>
            <p:nvPr/>
          </p:nvSpPr>
          <p:spPr>
            <a:xfrm>
              <a:off x="6871051" y="4147810"/>
              <a:ext cx="618300" cy="324900"/>
            </a:xfrm>
            <a:prstGeom prst="rect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 z</a:t>
              </a: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2" name="Google Shape;1119;p56">
              <a:extLst>
                <a:ext uri="{FF2B5EF4-FFF2-40B4-BE49-F238E27FC236}">
                  <a16:creationId xmlns:a16="http://schemas.microsoft.com/office/drawing/2014/main" id="{CAC3C5D4-4FE8-4C80-80C5-84A80AD697E5}"/>
                </a:ext>
              </a:extLst>
            </p:cNvPr>
            <p:cNvCxnSpPr>
              <a:stCxn id="61" idx="0"/>
            </p:cNvCxnSpPr>
            <p:nvPr/>
          </p:nvCxnSpPr>
          <p:spPr>
            <a:xfrm rot="10800000">
              <a:off x="6745201" y="3936910"/>
              <a:ext cx="435000" cy="210900"/>
            </a:xfrm>
            <a:prstGeom prst="straightConnector1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3" name="Google Shape;1120;p56">
              <a:extLst>
                <a:ext uri="{FF2B5EF4-FFF2-40B4-BE49-F238E27FC236}">
                  <a16:creationId xmlns:a16="http://schemas.microsoft.com/office/drawing/2014/main" id="{3F1FF9A4-73A1-46E2-8DDF-FB50ABAE96E2}"/>
                </a:ext>
              </a:extLst>
            </p:cNvPr>
            <p:cNvSpPr/>
            <p:nvPr/>
          </p:nvSpPr>
          <p:spPr>
            <a:xfrm>
              <a:off x="5986107" y="4147810"/>
              <a:ext cx="366600" cy="324900"/>
            </a:xfrm>
            <a:prstGeom prst="rect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4" name="Google Shape;1121;p56">
              <a:extLst>
                <a:ext uri="{FF2B5EF4-FFF2-40B4-BE49-F238E27FC236}">
                  <a16:creationId xmlns:a16="http://schemas.microsoft.com/office/drawing/2014/main" id="{A66BFB0B-52BA-4278-A26A-8092FC93AFDC}"/>
                </a:ext>
              </a:extLst>
            </p:cNvPr>
            <p:cNvCxnSpPr>
              <a:stCxn id="63" idx="0"/>
            </p:cNvCxnSpPr>
            <p:nvPr/>
          </p:nvCxnSpPr>
          <p:spPr>
            <a:xfrm rot="10800000" flipH="1">
              <a:off x="6169407" y="3936910"/>
              <a:ext cx="39600" cy="210900"/>
            </a:xfrm>
            <a:prstGeom prst="straightConnector1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5" name="Google Shape;1122;p56">
              <a:extLst>
                <a:ext uri="{FF2B5EF4-FFF2-40B4-BE49-F238E27FC236}">
                  <a16:creationId xmlns:a16="http://schemas.microsoft.com/office/drawing/2014/main" id="{F5C0F32E-9ECE-4AE5-9FCC-782F1AD13FDC}"/>
                </a:ext>
              </a:extLst>
            </p:cNvPr>
            <p:cNvGrpSpPr/>
            <p:nvPr/>
          </p:nvGrpSpPr>
          <p:grpSpPr>
            <a:xfrm>
              <a:off x="4562671" y="3580225"/>
              <a:ext cx="838008" cy="892485"/>
              <a:chOff x="6010471" y="4037425"/>
              <a:chExt cx="838008" cy="892485"/>
            </a:xfrm>
            <a:grpFill/>
          </p:grpSpPr>
          <p:sp>
            <p:nvSpPr>
              <p:cNvPr id="79" name="Google Shape;1123;p56">
                <a:extLst>
                  <a:ext uri="{FF2B5EF4-FFF2-40B4-BE49-F238E27FC236}">
                    <a16:creationId xmlns:a16="http://schemas.microsoft.com/office/drawing/2014/main" id="{D07B4DD3-52F7-46AA-997F-E12C0E86306D}"/>
                  </a:ext>
                </a:extLst>
              </p:cNvPr>
              <p:cNvSpPr/>
              <p:nvPr/>
            </p:nvSpPr>
            <p:spPr>
              <a:xfrm>
                <a:off x="6010471" y="4605010"/>
                <a:ext cx="316800" cy="324900"/>
              </a:xfrm>
              <a:prstGeom prst="rect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80" name="Google Shape;1124;p56">
                <a:extLst>
                  <a:ext uri="{FF2B5EF4-FFF2-40B4-BE49-F238E27FC236}">
                    <a16:creationId xmlns:a16="http://schemas.microsoft.com/office/drawing/2014/main" id="{7A3D0613-5255-4A2C-947C-81B9FA3BC07D}"/>
                  </a:ext>
                </a:extLst>
              </p:cNvPr>
              <p:cNvCxnSpPr>
                <a:stCxn id="79" idx="0"/>
                <a:endCxn id="83" idx="2"/>
              </p:cNvCxnSpPr>
              <p:nvPr/>
            </p:nvCxnSpPr>
            <p:spPr>
              <a:xfrm rot="10800000" flipH="1">
                <a:off x="6168871" y="4362310"/>
                <a:ext cx="279600" cy="242700"/>
              </a:xfrm>
              <a:prstGeom prst="straightConnector1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1" name="Google Shape;1126;p56">
                <a:extLst>
                  <a:ext uri="{FF2B5EF4-FFF2-40B4-BE49-F238E27FC236}">
                    <a16:creationId xmlns:a16="http://schemas.microsoft.com/office/drawing/2014/main" id="{B3E46B70-621E-4581-9900-B7A7935588A3}"/>
                  </a:ext>
                </a:extLst>
              </p:cNvPr>
              <p:cNvSpPr/>
              <p:nvPr/>
            </p:nvSpPr>
            <p:spPr>
              <a:xfrm>
                <a:off x="6481879" y="4605010"/>
                <a:ext cx="366600" cy="324900"/>
              </a:xfrm>
              <a:prstGeom prst="rect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</a:t>
                </a: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82" name="Google Shape;1127;p56">
                <a:extLst>
                  <a:ext uri="{FF2B5EF4-FFF2-40B4-BE49-F238E27FC236}">
                    <a16:creationId xmlns:a16="http://schemas.microsoft.com/office/drawing/2014/main" id="{F1CC6F8F-E4B9-4FF2-99B7-579590F672A6}"/>
                  </a:ext>
                </a:extLst>
              </p:cNvPr>
              <p:cNvCxnSpPr>
                <a:stCxn id="83" idx="2"/>
                <a:endCxn id="81" idx="0"/>
              </p:cNvCxnSpPr>
              <p:nvPr/>
            </p:nvCxnSpPr>
            <p:spPr>
              <a:xfrm>
                <a:off x="6448483" y="4362325"/>
                <a:ext cx="216600" cy="242700"/>
              </a:xfrm>
              <a:prstGeom prst="straightConnector1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3" name="Google Shape;1125;p56">
                <a:extLst>
                  <a:ext uri="{FF2B5EF4-FFF2-40B4-BE49-F238E27FC236}">
                    <a16:creationId xmlns:a16="http://schemas.microsoft.com/office/drawing/2014/main" id="{24A57DD2-1FF8-401D-B9CD-3D908FA8F348}"/>
                  </a:ext>
                </a:extLst>
              </p:cNvPr>
              <p:cNvSpPr/>
              <p:nvPr/>
            </p:nvSpPr>
            <p:spPr>
              <a:xfrm>
                <a:off x="6279433" y="4037425"/>
                <a:ext cx="338100" cy="324900"/>
              </a:xfrm>
              <a:prstGeom prst="rect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</a:t>
                </a: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oogle Shape;1128;p56">
              <a:extLst>
                <a:ext uri="{FF2B5EF4-FFF2-40B4-BE49-F238E27FC236}">
                  <a16:creationId xmlns:a16="http://schemas.microsoft.com/office/drawing/2014/main" id="{69633578-0B71-4D09-80FE-FF7FCF83F520}"/>
                </a:ext>
              </a:extLst>
            </p:cNvPr>
            <p:cNvGrpSpPr/>
            <p:nvPr/>
          </p:nvGrpSpPr>
          <p:grpSpPr>
            <a:xfrm>
              <a:off x="3263027" y="3006650"/>
              <a:ext cx="3049872" cy="1466060"/>
              <a:chOff x="4710827" y="3463850"/>
              <a:chExt cx="3049872" cy="1466060"/>
            </a:xfrm>
            <a:grpFill/>
          </p:grpSpPr>
          <p:grpSp>
            <p:nvGrpSpPr>
              <p:cNvPr id="69" name="Google Shape;1129;p56">
                <a:extLst>
                  <a:ext uri="{FF2B5EF4-FFF2-40B4-BE49-F238E27FC236}">
                    <a16:creationId xmlns:a16="http://schemas.microsoft.com/office/drawing/2014/main" id="{2CE7DD67-0E7C-4066-A438-3FF2E89B1C8C}"/>
                  </a:ext>
                </a:extLst>
              </p:cNvPr>
              <p:cNvGrpSpPr/>
              <p:nvPr/>
            </p:nvGrpSpPr>
            <p:grpSpPr>
              <a:xfrm>
                <a:off x="4710827" y="3463850"/>
                <a:ext cx="2059446" cy="1466060"/>
                <a:chOff x="4710827" y="3463850"/>
                <a:chExt cx="2059446" cy="1466060"/>
              </a:xfrm>
              <a:grpFill/>
            </p:grpSpPr>
            <p:sp>
              <p:nvSpPr>
                <p:cNvPr id="72" name="Google Shape;1130;p56">
                  <a:extLst>
                    <a:ext uri="{FF2B5EF4-FFF2-40B4-BE49-F238E27FC236}">
                      <a16:creationId xmlns:a16="http://schemas.microsoft.com/office/drawing/2014/main" id="{B15CEF3E-2511-4E99-8BCF-A2356B46C2C5}"/>
                    </a:ext>
                  </a:extLst>
                </p:cNvPr>
                <p:cNvSpPr/>
                <p:nvPr/>
              </p:nvSpPr>
              <p:spPr>
                <a:xfrm>
                  <a:off x="5048916" y="4060575"/>
                  <a:ext cx="490500" cy="324900"/>
                </a:xfrm>
                <a:prstGeom prst="rect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EB6E1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</a:t>
                  </a: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Google Shape;1131;p56">
                  <a:extLst>
                    <a:ext uri="{FF2B5EF4-FFF2-40B4-BE49-F238E27FC236}">
                      <a16:creationId xmlns:a16="http://schemas.microsoft.com/office/drawing/2014/main" id="{1A3D69E2-FCD1-4CDB-A588-68B41D04D635}"/>
                    </a:ext>
                  </a:extLst>
                </p:cNvPr>
                <p:cNvSpPr/>
                <p:nvPr/>
              </p:nvSpPr>
              <p:spPr>
                <a:xfrm>
                  <a:off x="4710827" y="4605010"/>
                  <a:ext cx="490500" cy="324900"/>
                </a:xfrm>
                <a:prstGeom prst="rect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EB6E1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</a:t>
                  </a: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Google Shape;1132;p56">
                  <a:extLst>
                    <a:ext uri="{FF2B5EF4-FFF2-40B4-BE49-F238E27FC236}">
                      <a16:creationId xmlns:a16="http://schemas.microsoft.com/office/drawing/2014/main" id="{1EB361D2-9801-4C0A-95E9-766A9674A4C9}"/>
                    </a:ext>
                  </a:extLst>
                </p:cNvPr>
                <p:cNvSpPr/>
                <p:nvPr/>
              </p:nvSpPr>
              <p:spPr>
                <a:xfrm>
                  <a:off x="5388104" y="4605010"/>
                  <a:ext cx="490500" cy="324900"/>
                </a:xfrm>
                <a:prstGeom prst="rect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EB6E1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g</a:t>
                  </a: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5" name="Google Shape;1133;p56">
                  <a:extLst>
                    <a:ext uri="{FF2B5EF4-FFF2-40B4-BE49-F238E27FC236}">
                      <a16:creationId xmlns:a16="http://schemas.microsoft.com/office/drawing/2014/main" id="{F6ED4C8A-191A-4DF0-8BA7-44462FFCD18E}"/>
                    </a:ext>
                  </a:extLst>
                </p:cNvPr>
                <p:cNvCxnSpPr>
                  <a:stCxn id="73" idx="0"/>
                  <a:endCxn id="72" idx="2"/>
                </p:cNvCxnSpPr>
                <p:nvPr/>
              </p:nvCxnSpPr>
              <p:spPr>
                <a:xfrm rot="10800000" flipH="1">
                  <a:off x="4956077" y="4385410"/>
                  <a:ext cx="338100" cy="219600"/>
                </a:xfrm>
                <a:prstGeom prst="straightConnector1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1134;p56">
                  <a:extLst>
                    <a:ext uri="{FF2B5EF4-FFF2-40B4-BE49-F238E27FC236}">
                      <a16:creationId xmlns:a16="http://schemas.microsoft.com/office/drawing/2014/main" id="{E6316C69-9F55-4504-874A-C4479B18076C}"/>
                    </a:ext>
                  </a:extLst>
                </p:cNvPr>
                <p:cNvCxnSpPr>
                  <a:stCxn id="74" idx="0"/>
                  <a:endCxn id="72" idx="2"/>
                </p:cNvCxnSpPr>
                <p:nvPr/>
              </p:nvCxnSpPr>
              <p:spPr>
                <a:xfrm rot="10800000">
                  <a:off x="5294054" y="4385410"/>
                  <a:ext cx="339300" cy="219600"/>
                </a:xfrm>
                <a:prstGeom prst="straightConnector1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77" name="Google Shape;1135;p56">
                  <a:extLst>
                    <a:ext uri="{FF2B5EF4-FFF2-40B4-BE49-F238E27FC236}">
                      <a16:creationId xmlns:a16="http://schemas.microsoft.com/office/drawing/2014/main" id="{4CD4168F-D9BF-44C8-A64C-A3445C5D12C5}"/>
                    </a:ext>
                  </a:extLst>
                </p:cNvPr>
                <p:cNvSpPr/>
                <p:nvPr/>
              </p:nvSpPr>
              <p:spPr>
                <a:xfrm>
                  <a:off x="6134273" y="3463850"/>
                  <a:ext cx="636000" cy="324900"/>
                </a:xfrm>
                <a:prstGeom prst="rect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EB6E1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 q</a:t>
                  </a: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8" name="Google Shape;1136;p56">
                  <a:extLst>
                    <a:ext uri="{FF2B5EF4-FFF2-40B4-BE49-F238E27FC236}">
                      <a16:creationId xmlns:a16="http://schemas.microsoft.com/office/drawing/2014/main" id="{A899A8C9-0B46-457A-8B1A-CDBB6222ED17}"/>
                    </a:ext>
                  </a:extLst>
                </p:cNvPr>
                <p:cNvCxnSpPr>
                  <a:endCxn id="72" idx="0"/>
                </p:cNvCxnSpPr>
                <p:nvPr/>
              </p:nvCxnSpPr>
              <p:spPr>
                <a:xfrm flipH="1">
                  <a:off x="5294166" y="3789675"/>
                  <a:ext cx="907200" cy="270900"/>
                </a:xfrm>
                <a:prstGeom prst="straightConnector1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70" name="Google Shape;1137;p56">
                <a:extLst>
                  <a:ext uri="{FF2B5EF4-FFF2-40B4-BE49-F238E27FC236}">
                    <a16:creationId xmlns:a16="http://schemas.microsoft.com/office/drawing/2014/main" id="{663EECE8-F1B3-4BE2-A941-BF880B61982A}"/>
                  </a:ext>
                </a:extLst>
              </p:cNvPr>
              <p:cNvCxnSpPr>
                <a:endCxn id="57" idx="0"/>
              </p:cNvCxnSpPr>
              <p:nvPr/>
            </p:nvCxnSpPr>
            <p:spPr>
              <a:xfrm>
                <a:off x="6723600" y="3789700"/>
                <a:ext cx="1037100" cy="270900"/>
              </a:xfrm>
              <a:prstGeom prst="straightConnector1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1138;p56">
                <a:extLst>
                  <a:ext uri="{FF2B5EF4-FFF2-40B4-BE49-F238E27FC236}">
                    <a16:creationId xmlns:a16="http://schemas.microsoft.com/office/drawing/2014/main" id="{610F1EBE-5CF6-4375-BD43-2947DAA9671C}"/>
                  </a:ext>
                </a:extLst>
              </p:cNvPr>
              <p:cNvCxnSpPr>
                <a:stCxn id="83" idx="0"/>
                <a:endCxn id="77" idx="2"/>
              </p:cNvCxnSpPr>
              <p:nvPr/>
            </p:nvCxnSpPr>
            <p:spPr>
              <a:xfrm rot="10800000" flipH="1">
                <a:off x="6448483" y="3788725"/>
                <a:ext cx="3900" cy="248700"/>
              </a:xfrm>
              <a:prstGeom prst="straightConnector1">
                <a:avLst/>
              </a:prstGeom>
              <a:grp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7" name="Google Shape;1139;p56">
              <a:extLst>
                <a:ext uri="{FF2B5EF4-FFF2-40B4-BE49-F238E27FC236}">
                  <a16:creationId xmlns:a16="http://schemas.microsoft.com/office/drawing/2014/main" id="{FB8BB747-B57E-4554-A2E6-467C155CB37A}"/>
                </a:ext>
              </a:extLst>
            </p:cNvPr>
            <p:cNvSpPr/>
            <p:nvPr/>
          </p:nvSpPr>
          <p:spPr>
            <a:xfrm>
              <a:off x="6446782" y="4147810"/>
              <a:ext cx="366600" cy="324900"/>
            </a:xfrm>
            <a:prstGeom prst="rect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</a:t>
              </a: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8" name="Google Shape;1140;p56">
              <a:extLst>
                <a:ext uri="{FF2B5EF4-FFF2-40B4-BE49-F238E27FC236}">
                  <a16:creationId xmlns:a16="http://schemas.microsoft.com/office/drawing/2014/main" id="{ED7A2F45-29D3-481F-99D0-04D3F2E873BF}"/>
                </a:ext>
              </a:extLst>
            </p:cNvPr>
            <p:cNvCxnSpPr>
              <a:stCxn id="67" idx="0"/>
            </p:cNvCxnSpPr>
            <p:nvPr/>
          </p:nvCxnSpPr>
          <p:spPr>
            <a:xfrm rot="10800000">
              <a:off x="6462982" y="3936910"/>
              <a:ext cx="167100" cy="210900"/>
            </a:xfrm>
            <a:prstGeom prst="straightConnector1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4" name="Google Shape;1113;p56">
            <a:extLst>
              <a:ext uri="{FF2B5EF4-FFF2-40B4-BE49-F238E27FC236}">
                <a16:creationId xmlns:a16="http://schemas.microsoft.com/office/drawing/2014/main" id="{E9E8E680-A168-4FEF-87E2-5E9EA35439E5}"/>
              </a:ext>
            </a:extLst>
          </p:cNvPr>
          <p:cNvSpPr txBox="1"/>
          <p:nvPr/>
        </p:nvSpPr>
        <p:spPr>
          <a:xfrm>
            <a:off x="9467520" y="2844846"/>
            <a:ext cx="1037100" cy="44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 = 4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7CB7DD-445D-4452-A49E-26BED957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F0D05C-7123-44B2-968C-D5F49DC31A7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C3B2DDA2-B236-437B-9FA9-84BC0C2890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34" descr="Logo COP3530">
              <a:extLst>
                <a:ext uri="{FF2B5EF4-FFF2-40B4-BE49-F238E27FC236}">
                  <a16:creationId xmlns:a16="http://schemas.microsoft.com/office/drawing/2014/main" id="{15137B82-6B73-4CC2-93F9-3766F94D15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216391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Examples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690315-1707-4AD5-8859-99D7FEE7815A}"/>
              </a:ext>
            </a:extLst>
          </p:cNvPr>
          <p:cNvSpPr/>
          <p:nvPr/>
        </p:nvSpPr>
        <p:spPr>
          <a:xfrm>
            <a:off x="1259554" y="1669301"/>
            <a:ext cx="9231085" cy="2536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B-trees of order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n=4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are also called a 2-3-4 tree or a 2-4 tree.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“2-3-4” refers to the number of children that a node can have, e.g. a 2-3-4 tree node may have 2, 3, or 4 children.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B-trees of order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n=3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are also called a 2-3 tree.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Keys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can be very large in case of file systems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grpSp>
        <p:nvGrpSpPr>
          <p:cNvPr id="5" name="Google Shape;1114;p56">
            <a:extLst>
              <a:ext uri="{FF2B5EF4-FFF2-40B4-BE49-F238E27FC236}">
                <a16:creationId xmlns:a16="http://schemas.microsoft.com/office/drawing/2014/main" id="{9211EC95-C5F1-4C54-816D-0687A8482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65452" y="4081361"/>
            <a:ext cx="4226323" cy="1466060"/>
            <a:chOff x="3263027" y="3006650"/>
            <a:chExt cx="4226323" cy="1466060"/>
          </a:xfrm>
          <a:noFill/>
        </p:grpSpPr>
        <p:sp>
          <p:nvSpPr>
            <p:cNvPr id="6" name="Google Shape;1115;p56">
              <a:extLst>
                <a:ext uri="{FF2B5EF4-FFF2-40B4-BE49-F238E27FC236}">
                  <a16:creationId xmlns:a16="http://schemas.microsoft.com/office/drawing/2014/main" id="{DF432EDB-432A-4610-ADD9-00328CB203C3}"/>
                </a:ext>
              </a:extLst>
            </p:cNvPr>
            <p:cNvSpPr/>
            <p:nvPr/>
          </p:nvSpPr>
          <p:spPr>
            <a:xfrm>
              <a:off x="5893950" y="3603400"/>
              <a:ext cx="837900" cy="324900"/>
            </a:xfrm>
            <a:prstGeom prst="rect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 u w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Google Shape;1116;p56">
              <a:extLst>
                <a:ext uri="{FF2B5EF4-FFF2-40B4-BE49-F238E27FC236}">
                  <a16:creationId xmlns:a16="http://schemas.microsoft.com/office/drawing/2014/main" id="{DD280119-CB8B-4E69-BB3B-4D4D63DB8427}"/>
                </a:ext>
              </a:extLst>
            </p:cNvPr>
            <p:cNvSpPr/>
            <p:nvPr/>
          </p:nvSpPr>
          <p:spPr>
            <a:xfrm>
              <a:off x="5472238" y="4147810"/>
              <a:ext cx="366600" cy="324900"/>
            </a:xfrm>
            <a:prstGeom prst="rect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Google Shape;1117;p56">
              <a:extLst>
                <a:ext uri="{FF2B5EF4-FFF2-40B4-BE49-F238E27FC236}">
                  <a16:creationId xmlns:a16="http://schemas.microsoft.com/office/drawing/2014/main" id="{9FFFE9AD-D337-4112-B7D0-A1D4964B824B}"/>
                </a:ext>
              </a:extLst>
            </p:cNvPr>
            <p:cNvCxnSpPr>
              <a:stCxn id="7" idx="0"/>
            </p:cNvCxnSpPr>
            <p:nvPr/>
          </p:nvCxnSpPr>
          <p:spPr>
            <a:xfrm rot="10800000" flipH="1">
              <a:off x="5655538" y="3936910"/>
              <a:ext cx="313500" cy="210900"/>
            </a:xfrm>
            <a:prstGeom prst="straightConnector1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1118;p56">
              <a:extLst>
                <a:ext uri="{FF2B5EF4-FFF2-40B4-BE49-F238E27FC236}">
                  <a16:creationId xmlns:a16="http://schemas.microsoft.com/office/drawing/2014/main" id="{D0B5803F-584E-4705-ACF0-273182D0503E}"/>
                </a:ext>
              </a:extLst>
            </p:cNvPr>
            <p:cNvSpPr/>
            <p:nvPr/>
          </p:nvSpPr>
          <p:spPr>
            <a:xfrm>
              <a:off x="6871051" y="4147810"/>
              <a:ext cx="618300" cy="324900"/>
            </a:xfrm>
            <a:prstGeom prst="rect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 z</a:t>
              </a: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" name="Google Shape;1119;p56">
              <a:extLst>
                <a:ext uri="{FF2B5EF4-FFF2-40B4-BE49-F238E27FC236}">
                  <a16:creationId xmlns:a16="http://schemas.microsoft.com/office/drawing/2014/main" id="{5478B8D4-3133-48A2-A6F5-B34D793ABE16}"/>
                </a:ext>
              </a:extLst>
            </p:cNvPr>
            <p:cNvCxnSpPr>
              <a:stCxn id="9" idx="0"/>
            </p:cNvCxnSpPr>
            <p:nvPr/>
          </p:nvCxnSpPr>
          <p:spPr>
            <a:xfrm rot="10800000">
              <a:off x="6745201" y="3936910"/>
              <a:ext cx="435000" cy="210900"/>
            </a:xfrm>
            <a:prstGeom prst="straightConnector1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1120;p56">
              <a:extLst>
                <a:ext uri="{FF2B5EF4-FFF2-40B4-BE49-F238E27FC236}">
                  <a16:creationId xmlns:a16="http://schemas.microsoft.com/office/drawing/2014/main" id="{9A6DC566-FE77-419B-9CC8-18EC8E1021CC}"/>
                </a:ext>
              </a:extLst>
            </p:cNvPr>
            <p:cNvSpPr/>
            <p:nvPr/>
          </p:nvSpPr>
          <p:spPr>
            <a:xfrm>
              <a:off x="5986107" y="4147810"/>
              <a:ext cx="366600" cy="324900"/>
            </a:xfrm>
            <a:prstGeom prst="rect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Google Shape;1121;p56">
              <a:extLst>
                <a:ext uri="{FF2B5EF4-FFF2-40B4-BE49-F238E27FC236}">
                  <a16:creationId xmlns:a16="http://schemas.microsoft.com/office/drawing/2014/main" id="{17FB12BF-2A05-46D1-B635-B7297D5AE880}"/>
                </a:ext>
              </a:extLst>
            </p:cNvPr>
            <p:cNvCxnSpPr>
              <a:stCxn id="11" idx="0"/>
            </p:cNvCxnSpPr>
            <p:nvPr/>
          </p:nvCxnSpPr>
          <p:spPr>
            <a:xfrm rot="10800000" flipH="1">
              <a:off x="6169407" y="3936910"/>
              <a:ext cx="39600" cy="210900"/>
            </a:xfrm>
            <a:prstGeom prst="straightConnector1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" name="Google Shape;1122;p56">
              <a:extLst>
                <a:ext uri="{FF2B5EF4-FFF2-40B4-BE49-F238E27FC236}">
                  <a16:creationId xmlns:a16="http://schemas.microsoft.com/office/drawing/2014/main" id="{DEBDBC8A-4019-4DFC-8BFD-6A21850B43F2}"/>
                </a:ext>
              </a:extLst>
            </p:cNvPr>
            <p:cNvGrpSpPr/>
            <p:nvPr/>
          </p:nvGrpSpPr>
          <p:grpSpPr>
            <a:xfrm>
              <a:off x="4562671" y="3580225"/>
              <a:ext cx="838008" cy="892485"/>
              <a:chOff x="6010471" y="4037425"/>
              <a:chExt cx="838008" cy="892485"/>
            </a:xfrm>
            <a:grpFill/>
          </p:grpSpPr>
          <p:sp>
            <p:nvSpPr>
              <p:cNvPr id="27" name="Google Shape;1123;p56">
                <a:extLst>
                  <a:ext uri="{FF2B5EF4-FFF2-40B4-BE49-F238E27FC236}">
                    <a16:creationId xmlns:a16="http://schemas.microsoft.com/office/drawing/2014/main" id="{01336221-5050-4257-824D-194063DDA979}"/>
                  </a:ext>
                </a:extLst>
              </p:cNvPr>
              <p:cNvSpPr/>
              <p:nvPr/>
            </p:nvSpPr>
            <p:spPr>
              <a:xfrm>
                <a:off x="6010471" y="4605010"/>
                <a:ext cx="316800" cy="324900"/>
              </a:xfrm>
              <a:prstGeom prst="rect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8" name="Google Shape;1124;p56">
                <a:extLst>
                  <a:ext uri="{FF2B5EF4-FFF2-40B4-BE49-F238E27FC236}">
                    <a16:creationId xmlns:a16="http://schemas.microsoft.com/office/drawing/2014/main" id="{88363B80-9186-4FBD-A585-FBD31BF9FFCD}"/>
                  </a:ext>
                </a:extLst>
              </p:cNvPr>
              <p:cNvCxnSpPr>
                <a:stCxn id="27" idx="0"/>
                <a:endCxn id="31" idx="2"/>
              </p:cNvCxnSpPr>
              <p:nvPr/>
            </p:nvCxnSpPr>
            <p:spPr>
              <a:xfrm rot="10800000" flipH="1">
                <a:off x="6168871" y="4362310"/>
                <a:ext cx="279600" cy="242700"/>
              </a:xfrm>
              <a:prstGeom prst="straightConnector1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" name="Google Shape;1126;p56">
                <a:extLst>
                  <a:ext uri="{FF2B5EF4-FFF2-40B4-BE49-F238E27FC236}">
                    <a16:creationId xmlns:a16="http://schemas.microsoft.com/office/drawing/2014/main" id="{F36CA7C3-15CE-49BA-9B8A-745D92D8E8F6}"/>
                  </a:ext>
                </a:extLst>
              </p:cNvPr>
              <p:cNvSpPr/>
              <p:nvPr/>
            </p:nvSpPr>
            <p:spPr>
              <a:xfrm>
                <a:off x="6481879" y="4605010"/>
                <a:ext cx="366600" cy="324900"/>
              </a:xfrm>
              <a:prstGeom prst="rect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</a:t>
                </a: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0" name="Google Shape;1127;p56">
                <a:extLst>
                  <a:ext uri="{FF2B5EF4-FFF2-40B4-BE49-F238E27FC236}">
                    <a16:creationId xmlns:a16="http://schemas.microsoft.com/office/drawing/2014/main" id="{42C5F272-4C1E-47D0-BD48-79EE99987004}"/>
                  </a:ext>
                </a:extLst>
              </p:cNvPr>
              <p:cNvCxnSpPr>
                <a:stCxn id="31" idx="2"/>
                <a:endCxn id="29" idx="0"/>
              </p:cNvCxnSpPr>
              <p:nvPr/>
            </p:nvCxnSpPr>
            <p:spPr>
              <a:xfrm>
                <a:off x="6448483" y="4362325"/>
                <a:ext cx="216600" cy="242700"/>
              </a:xfrm>
              <a:prstGeom prst="straightConnector1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" name="Google Shape;1125;p56">
                <a:extLst>
                  <a:ext uri="{FF2B5EF4-FFF2-40B4-BE49-F238E27FC236}">
                    <a16:creationId xmlns:a16="http://schemas.microsoft.com/office/drawing/2014/main" id="{14836F71-4A08-420B-915F-403B841D31E1}"/>
                  </a:ext>
                </a:extLst>
              </p:cNvPr>
              <p:cNvSpPr/>
              <p:nvPr/>
            </p:nvSpPr>
            <p:spPr>
              <a:xfrm>
                <a:off x="6279433" y="4037425"/>
                <a:ext cx="338100" cy="324900"/>
              </a:xfrm>
              <a:prstGeom prst="rect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</a:t>
                </a: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oogle Shape;1128;p56">
              <a:extLst>
                <a:ext uri="{FF2B5EF4-FFF2-40B4-BE49-F238E27FC236}">
                  <a16:creationId xmlns:a16="http://schemas.microsoft.com/office/drawing/2014/main" id="{AA4FEBB8-5793-4C18-B76F-9990B54273BD}"/>
                </a:ext>
              </a:extLst>
            </p:cNvPr>
            <p:cNvGrpSpPr/>
            <p:nvPr/>
          </p:nvGrpSpPr>
          <p:grpSpPr>
            <a:xfrm>
              <a:off x="3263027" y="3006650"/>
              <a:ext cx="3049872" cy="1466060"/>
              <a:chOff x="4710827" y="3463850"/>
              <a:chExt cx="3049872" cy="1466060"/>
            </a:xfrm>
            <a:grpFill/>
          </p:grpSpPr>
          <p:grpSp>
            <p:nvGrpSpPr>
              <p:cNvPr id="17" name="Google Shape;1129;p56">
                <a:extLst>
                  <a:ext uri="{FF2B5EF4-FFF2-40B4-BE49-F238E27FC236}">
                    <a16:creationId xmlns:a16="http://schemas.microsoft.com/office/drawing/2014/main" id="{3BC501CB-7A1C-4BBA-B54B-5086CDDC6617}"/>
                  </a:ext>
                </a:extLst>
              </p:cNvPr>
              <p:cNvGrpSpPr/>
              <p:nvPr/>
            </p:nvGrpSpPr>
            <p:grpSpPr>
              <a:xfrm>
                <a:off x="4710827" y="3463850"/>
                <a:ext cx="2059446" cy="1466060"/>
                <a:chOff x="4710827" y="3463850"/>
                <a:chExt cx="2059446" cy="1466060"/>
              </a:xfrm>
              <a:grpFill/>
            </p:grpSpPr>
            <p:sp>
              <p:nvSpPr>
                <p:cNvPr id="20" name="Google Shape;1130;p56">
                  <a:extLst>
                    <a:ext uri="{FF2B5EF4-FFF2-40B4-BE49-F238E27FC236}">
                      <a16:creationId xmlns:a16="http://schemas.microsoft.com/office/drawing/2014/main" id="{3E89B887-5E97-4E1F-8521-D1C6EDBCD99E}"/>
                    </a:ext>
                  </a:extLst>
                </p:cNvPr>
                <p:cNvSpPr/>
                <p:nvPr/>
              </p:nvSpPr>
              <p:spPr>
                <a:xfrm>
                  <a:off x="5048916" y="4060575"/>
                  <a:ext cx="490500" cy="324900"/>
                </a:xfrm>
                <a:prstGeom prst="rect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EB6E1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</a:t>
                  </a: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Google Shape;1131;p56">
                  <a:extLst>
                    <a:ext uri="{FF2B5EF4-FFF2-40B4-BE49-F238E27FC236}">
                      <a16:creationId xmlns:a16="http://schemas.microsoft.com/office/drawing/2014/main" id="{92C39FA8-A8DF-454D-AB2C-CCADB837A803}"/>
                    </a:ext>
                  </a:extLst>
                </p:cNvPr>
                <p:cNvSpPr/>
                <p:nvPr/>
              </p:nvSpPr>
              <p:spPr>
                <a:xfrm>
                  <a:off x="4710827" y="4605010"/>
                  <a:ext cx="490500" cy="324900"/>
                </a:xfrm>
                <a:prstGeom prst="rect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EB6E1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</a:t>
                  </a: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Google Shape;1132;p56">
                  <a:extLst>
                    <a:ext uri="{FF2B5EF4-FFF2-40B4-BE49-F238E27FC236}">
                      <a16:creationId xmlns:a16="http://schemas.microsoft.com/office/drawing/2014/main" id="{8BA5ABF0-4ADC-4A99-A8C3-5DCE1B93C743}"/>
                    </a:ext>
                  </a:extLst>
                </p:cNvPr>
                <p:cNvSpPr/>
                <p:nvPr/>
              </p:nvSpPr>
              <p:spPr>
                <a:xfrm>
                  <a:off x="5388104" y="4605010"/>
                  <a:ext cx="490500" cy="324900"/>
                </a:xfrm>
                <a:prstGeom prst="rect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EB6E1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g</a:t>
                  </a: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Google Shape;1133;p56">
                  <a:extLst>
                    <a:ext uri="{FF2B5EF4-FFF2-40B4-BE49-F238E27FC236}">
                      <a16:creationId xmlns:a16="http://schemas.microsoft.com/office/drawing/2014/main" id="{231E64E5-F3C2-4D67-B215-570D719DFF21}"/>
                    </a:ext>
                  </a:extLst>
                </p:cNvPr>
                <p:cNvCxnSpPr>
                  <a:stCxn id="21" idx="0"/>
                  <a:endCxn id="20" idx="2"/>
                </p:cNvCxnSpPr>
                <p:nvPr/>
              </p:nvCxnSpPr>
              <p:spPr>
                <a:xfrm rot="10800000" flipH="1">
                  <a:off x="4956077" y="4385410"/>
                  <a:ext cx="338100" cy="219600"/>
                </a:xfrm>
                <a:prstGeom prst="straightConnector1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1134;p56">
                  <a:extLst>
                    <a:ext uri="{FF2B5EF4-FFF2-40B4-BE49-F238E27FC236}">
                      <a16:creationId xmlns:a16="http://schemas.microsoft.com/office/drawing/2014/main" id="{0B0684EC-5D54-4E5A-981E-DCCCA4DEE84F}"/>
                    </a:ext>
                  </a:extLst>
                </p:cNvPr>
                <p:cNvCxnSpPr>
                  <a:stCxn id="22" idx="0"/>
                  <a:endCxn id="20" idx="2"/>
                </p:cNvCxnSpPr>
                <p:nvPr/>
              </p:nvCxnSpPr>
              <p:spPr>
                <a:xfrm rot="10800000">
                  <a:off x="5294054" y="4385410"/>
                  <a:ext cx="339300" cy="219600"/>
                </a:xfrm>
                <a:prstGeom prst="straightConnector1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5" name="Google Shape;1135;p56">
                  <a:extLst>
                    <a:ext uri="{FF2B5EF4-FFF2-40B4-BE49-F238E27FC236}">
                      <a16:creationId xmlns:a16="http://schemas.microsoft.com/office/drawing/2014/main" id="{F63BE445-96CA-4A2C-A7F8-40DF37D7632F}"/>
                    </a:ext>
                  </a:extLst>
                </p:cNvPr>
                <p:cNvSpPr/>
                <p:nvPr/>
              </p:nvSpPr>
              <p:spPr>
                <a:xfrm>
                  <a:off x="6134273" y="3463850"/>
                  <a:ext cx="636000" cy="324900"/>
                </a:xfrm>
                <a:prstGeom prst="rect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EB6E1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 q</a:t>
                  </a: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6" name="Google Shape;1136;p56">
                  <a:extLst>
                    <a:ext uri="{FF2B5EF4-FFF2-40B4-BE49-F238E27FC236}">
                      <a16:creationId xmlns:a16="http://schemas.microsoft.com/office/drawing/2014/main" id="{08BD7E86-2744-4DC7-B5DD-6108DE42CFD8}"/>
                    </a:ext>
                  </a:extLst>
                </p:cNvPr>
                <p:cNvCxnSpPr>
                  <a:endCxn id="20" idx="0"/>
                </p:cNvCxnSpPr>
                <p:nvPr/>
              </p:nvCxnSpPr>
              <p:spPr>
                <a:xfrm flipH="1">
                  <a:off x="5294166" y="3789675"/>
                  <a:ext cx="907200" cy="270900"/>
                </a:xfrm>
                <a:prstGeom prst="straightConnector1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8" name="Google Shape;1137;p56">
                <a:extLst>
                  <a:ext uri="{FF2B5EF4-FFF2-40B4-BE49-F238E27FC236}">
                    <a16:creationId xmlns:a16="http://schemas.microsoft.com/office/drawing/2014/main" id="{E7EF3894-2717-4B12-9BF2-931AC11A489D}"/>
                  </a:ext>
                </a:extLst>
              </p:cNvPr>
              <p:cNvCxnSpPr>
                <a:endCxn id="6" idx="0"/>
              </p:cNvCxnSpPr>
              <p:nvPr/>
            </p:nvCxnSpPr>
            <p:spPr>
              <a:xfrm>
                <a:off x="6723600" y="3789700"/>
                <a:ext cx="1037100" cy="270900"/>
              </a:xfrm>
              <a:prstGeom prst="straightConnector1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" name="Google Shape;1138;p56">
                <a:extLst>
                  <a:ext uri="{FF2B5EF4-FFF2-40B4-BE49-F238E27FC236}">
                    <a16:creationId xmlns:a16="http://schemas.microsoft.com/office/drawing/2014/main" id="{020FC011-7148-4268-B152-5199D371DA6F}"/>
                  </a:ext>
                </a:extLst>
              </p:cNvPr>
              <p:cNvCxnSpPr>
                <a:stCxn id="31" idx="0"/>
                <a:endCxn id="25" idx="2"/>
              </p:cNvCxnSpPr>
              <p:nvPr/>
            </p:nvCxnSpPr>
            <p:spPr>
              <a:xfrm rot="10800000" flipH="1">
                <a:off x="6448483" y="3788725"/>
                <a:ext cx="3900" cy="248700"/>
              </a:xfrm>
              <a:prstGeom prst="straightConnector1">
                <a:avLst/>
              </a:prstGeom>
              <a:grp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" name="Google Shape;1139;p56">
              <a:extLst>
                <a:ext uri="{FF2B5EF4-FFF2-40B4-BE49-F238E27FC236}">
                  <a16:creationId xmlns:a16="http://schemas.microsoft.com/office/drawing/2014/main" id="{0F36C3F2-359E-4ADF-866B-770FFC6A730F}"/>
                </a:ext>
              </a:extLst>
            </p:cNvPr>
            <p:cNvSpPr/>
            <p:nvPr/>
          </p:nvSpPr>
          <p:spPr>
            <a:xfrm>
              <a:off x="6446782" y="4147810"/>
              <a:ext cx="366600" cy="324900"/>
            </a:xfrm>
            <a:prstGeom prst="rect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</a:t>
              </a: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6" name="Google Shape;1140;p56">
              <a:extLst>
                <a:ext uri="{FF2B5EF4-FFF2-40B4-BE49-F238E27FC236}">
                  <a16:creationId xmlns:a16="http://schemas.microsoft.com/office/drawing/2014/main" id="{E848727C-BED8-4B24-863F-FCCF774FAC9A}"/>
                </a:ext>
              </a:extLst>
            </p:cNvPr>
            <p:cNvCxnSpPr>
              <a:stCxn id="15" idx="0"/>
            </p:cNvCxnSpPr>
            <p:nvPr/>
          </p:nvCxnSpPr>
          <p:spPr>
            <a:xfrm rot="10800000">
              <a:off x="6462982" y="3936910"/>
              <a:ext cx="167100" cy="210900"/>
            </a:xfrm>
            <a:prstGeom prst="straightConnector1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" name="Google Shape;1142;p56">
            <a:extLst>
              <a:ext uri="{FF2B5EF4-FFF2-40B4-BE49-F238E27FC236}">
                <a16:creationId xmlns:a16="http://schemas.microsoft.com/office/drawing/2014/main" id="{34E39CD4-0780-4DEE-B72E-866DB4693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718356" y="4081974"/>
            <a:ext cx="3702754" cy="1466060"/>
            <a:chOff x="3263027" y="3006650"/>
            <a:chExt cx="3702754" cy="1466060"/>
          </a:xfrm>
          <a:noFill/>
        </p:grpSpPr>
        <p:sp>
          <p:nvSpPr>
            <p:cNvPr id="33" name="Google Shape;1143;p56">
              <a:extLst>
                <a:ext uri="{FF2B5EF4-FFF2-40B4-BE49-F238E27FC236}">
                  <a16:creationId xmlns:a16="http://schemas.microsoft.com/office/drawing/2014/main" id="{80F167A9-9870-4F71-A7D3-05A2BE0E6965}"/>
                </a:ext>
              </a:extLst>
            </p:cNvPr>
            <p:cNvSpPr/>
            <p:nvPr/>
          </p:nvSpPr>
          <p:spPr>
            <a:xfrm>
              <a:off x="5893950" y="3603400"/>
              <a:ext cx="837900" cy="324900"/>
            </a:xfrm>
            <a:prstGeom prst="rect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 u</a:t>
              </a: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Google Shape;1144;p56">
              <a:extLst>
                <a:ext uri="{FF2B5EF4-FFF2-40B4-BE49-F238E27FC236}">
                  <a16:creationId xmlns:a16="http://schemas.microsoft.com/office/drawing/2014/main" id="{7423C9F1-CB5B-4FDF-BC5D-5C61A0536F1B}"/>
                </a:ext>
              </a:extLst>
            </p:cNvPr>
            <p:cNvSpPr/>
            <p:nvPr/>
          </p:nvSpPr>
          <p:spPr>
            <a:xfrm>
              <a:off x="5587678" y="4147810"/>
              <a:ext cx="366600" cy="324900"/>
            </a:xfrm>
            <a:prstGeom prst="rect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5" name="Google Shape;1145;p56">
              <a:extLst>
                <a:ext uri="{FF2B5EF4-FFF2-40B4-BE49-F238E27FC236}">
                  <a16:creationId xmlns:a16="http://schemas.microsoft.com/office/drawing/2014/main" id="{B165FE96-9DE6-454D-BECC-5DD826290E4A}"/>
                </a:ext>
              </a:extLst>
            </p:cNvPr>
            <p:cNvCxnSpPr>
              <a:stCxn id="34" idx="0"/>
            </p:cNvCxnSpPr>
            <p:nvPr/>
          </p:nvCxnSpPr>
          <p:spPr>
            <a:xfrm rot="10800000" flipH="1">
              <a:off x="5770978" y="3936910"/>
              <a:ext cx="313500" cy="210900"/>
            </a:xfrm>
            <a:prstGeom prst="straightConnector1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" name="Google Shape;1146;p56">
              <a:extLst>
                <a:ext uri="{FF2B5EF4-FFF2-40B4-BE49-F238E27FC236}">
                  <a16:creationId xmlns:a16="http://schemas.microsoft.com/office/drawing/2014/main" id="{6E0A464E-6B3B-42B2-8F02-FD15AAB0B38F}"/>
                </a:ext>
              </a:extLst>
            </p:cNvPr>
            <p:cNvSpPr/>
            <p:nvPr/>
          </p:nvSpPr>
          <p:spPr>
            <a:xfrm>
              <a:off x="6125680" y="4147810"/>
              <a:ext cx="366600" cy="324900"/>
            </a:xfrm>
            <a:prstGeom prst="rect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</a:t>
              </a: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7" name="Google Shape;1147;p56">
              <a:extLst>
                <a:ext uri="{FF2B5EF4-FFF2-40B4-BE49-F238E27FC236}">
                  <a16:creationId xmlns:a16="http://schemas.microsoft.com/office/drawing/2014/main" id="{814F3608-FC91-464D-A723-E3EB8D0C3BE8}"/>
                </a:ext>
              </a:extLst>
            </p:cNvPr>
            <p:cNvCxnSpPr>
              <a:stCxn id="36" idx="0"/>
              <a:endCxn id="33" idx="2"/>
            </p:cNvCxnSpPr>
            <p:nvPr/>
          </p:nvCxnSpPr>
          <p:spPr>
            <a:xfrm rot="10800000" flipH="1">
              <a:off x="6308980" y="3928210"/>
              <a:ext cx="3900" cy="219600"/>
            </a:xfrm>
            <a:prstGeom prst="straightConnector1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8" name="Google Shape;1148;p56">
              <a:extLst>
                <a:ext uri="{FF2B5EF4-FFF2-40B4-BE49-F238E27FC236}">
                  <a16:creationId xmlns:a16="http://schemas.microsoft.com/office/drawing/2014/main" id="{55D05DDA-8F5F-4B29-B579-55605F83046F}"/>
                </a:ext>
              </a:extLst>
            </p:cNvPr>
            <p:cNvGrpSpPr/>
            <p:nvPr/>
          </p:nvGrpSpPr>
          <p:grpSpPr>
            <a:xfrm>
              <a:off x="4562671" y="3580225"/>
              <a:ext cx="838008" cy="892485"/>
              <a:chOff x="6010471" y="4037425"/>
              <a:chExt cx="838008" cy="892485"/>
            </a:xfrm>
            <a:grpFill/>
          </p:grpSpPr>
          <p:sp>
            <p:nvSpPr>
              <p:cNvPr id="52" name="Google Shape;1149;p56">
                <a:extLst>
                  <a:ext uri="{FF2B5EF4-FFF2-40B4-BE49-F238E27FC236}">
                    <a16:creationId xmlns:a16="http://schemas.microsoft.com/office/drawing/2014/main" id="{8C13D86F-BBC7-482A-9679-A6630F4F89A2}"/>
                  </a:ext>
                </a:extLst>
              </p:cNvPr>
              <p:cNvSpPr/>
              <p:nvPr/>
            </p:nvSpPr>
            <p:spPr>
              <a:xfrm>
                <a:off x="6010471" y="4605010"/>
                <a:ext cx="316800" cy="324900"/>
              </a:xfrm>
              <a:prstGeom prst="rect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</a:t>
                </a: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3" name="Google Shape;1150;p56">
                <a:extLst>
                  <a:ext uri="{FF2B5EF4-FFF2-40B4-BE49-F238E27FC236}">
                    <a16:creationId xmlns:a16="http://schemas.microsoft.com/office/drawing/2014/main" id="{7E892C6A-F179-41C6-85FE-7D246050171F}"/>
                  </a:ext>
                </a:extLst>
              </p:cNvPr>
              <p:cNvCxnSpPr>
                <a:stCxn id="52" idx="0"/>
                <a:endCxn id="56" idx="2"/>
              </p:cNvCxnSpPr>
              <p:nvPr/>
            </p:nvCxnSpPr>
            <p:spPr>
              <a:xfrm rot="10800000" flipH="1">
                <a:off x="6168871" y="4362310"/>
                <a:ext cx="279600" cy="242700"/>
              </a:xfrm>
              <a:prstGeom prst="straightConnector1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4" name="Google Shape;1152;p56">
                <a:extLst>
                  <a:ext uri="{FF2B5EF4-FFF2-40B4-BE49-F238E27FC236}">
                    <a16:creationId xmlns:a16="http://schemas.microsoft.com/office/drawing/2014/main" id="{BAE41E2F-2203-4C4A-9657-30D22E1E2E6B}"/>
                  </a:ext>
                </a:extLst>
              </p:cNvPr>
              <p:cNvSpPr/>
              <p:nvPr/>
            </p:nvSpPr>
            <p:spPr>
              <a:xfrm>
                <a:off x="6481879" y="4605010"/>
                <a:ext cx="366600" cy="324900"/>
              </a:xfrm>
              <a:prstGeom prst="rect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</a:t>
                </a: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5" name="Google Shape;1153;p56">
                <a:extLst>
                  <a:ext uri="{FF2B5EF4-FFF2-40B4-BE49-F238E27FC236}">
                    <a16:creationId xmlns:a16="http://schemas.microsoft.com/office/drawing/2014/main" id="{8DAC5F21-0CE6-437B-B3B8-2858C54AD8D5}"/>
                  </a:ext>
                </a:extLst>
              </p:cNvPr>
              <p:cNvCxnSpPr>
                <a:stCxn id="56" idx="2"/>
                <a:endCxn id="54" idx="0"/>
              </p:cNvCxnSpPr>
              <p:nvPr/>
            </p:nvCxnSpPr>
            <p:spPr>
              <a:xfrm>
                <a:off x="6448483" y="4362325"/>
                <a:ext cx="216600" cy="242700"/>
              </a:xfrm>
              <a:prstGeom prst="straightConnector1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6" name="Google Shape;1151;p56">
                <a:extLst>
                  <a:ext uri="{FF2B5EF4-FFF2-40B4-BE49-F238E27FC236}">
                    <a16:creationId xmlns:a16="http://schemas.microsoft.com/office/drawing/2014/main" id="{3E7C3A27-ABD6-4AF3-8E96-5F3ED2655BA4}"/>
                  </a:ext>
                </a:extLst>
              </p:cNvPr>
              <p:cNvSpPr/>
              <p:nvPr/>
            </p:nvSpPr>
            <p:spPr>
              <a:xfrm>
                <a:off x="6279433" y="4037425"/>
                <a:ext cx="338100" cy="324900"/>
              </a:xfrm>
              <a:prstGeom prst="rect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</a:t>
                </a: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oogle Shape;1154;p56">
              <a:extLst>
                <a:ext uri="{FF2B5EF4-FFF2-40B4-BE49-F238E27FC236}">
                  <a16:creationId xmlns:a16="http://schemas.microsoft.com/office/drawing/2014/main" id="{2D1943F3-7D62-4DE8-896B-2720CE25A087}"/>
                </a:ext>
              </a:extLst>
            </p:cNvPr>
            <p:cNvGrpSpPr/>
            <p:nvPr/>
          </p:nvGrpSpPr>
          <p:grpSpPr>
            <a:xfrm>
              <a:off x="3263027" y="3006650"/>
              <a:ext cx="3049872" cy="1466060"/>
              <a:chOff x="4710827" y="3463850"/>
              <a:chExt cx="3049872" cy="1466060"/>
            </a:xfrm>
            <a:grpFill/>
          </p:grpSpPr>
          <p:grpSp>
            <p:nvGrpSpPr>
              <p:cNvPr id="42" name="Google Shape;1155;p56">
                <a:extLst>
                  <a:ext uri="{FF2B5EF4-FFF2-40B4-BE49-F238E27FC236}">
                    <a16:creationId xmlns:a16="http://schemas.microsoft.com/office/drawing/2014/main" id="{8F300C0A-0ABF-4693-9B1C-BDE533D0FE2D}"/>
                  </a:ext>
                </a:extLst>
              </p:cNvPr>
              <p:cNvGrpSpPr/>
              <p:nvPr/>
            </p:nvGrpSpPr>
            <p:grpSpPr>
              <a:xfrm>
                <a:off x="4710827" y="3463850"/>
                <a:ext cx="2059446" cy="1466060"/>
                <a:chOff x="4710827" y="3463850"/>
                <a:chExt cx="2059446" cy="1466060"/>
              </a:xfrm>
              <a:grpFill/>
            </p:grpSpPr>
            <p:sp>
              <p:nvSpPr>
                <p:cNvPr id="45" name="Google Shape;1156;p56">
                  <a:extLst>
                    <a:ext uri="{FF2B5EF4-FFF2-40B4-BE49-F238E27FC236}">
                      <a16:creationId xmlns:a16="http://schemas.microsoft.com/office/drawing/2014/main" id="{7E0D2087-14B6-4F78-8271-46F2A6E6844A}"/>
                    </a:ext>
                  </a:extLst>
                </p:cNvPr>
                <p:cNvSpPr/>
                <p:nvPr/>
              </p:nvSpPr>
              <p:spPr>
                <a:xfrm>
                  <a:off x="5048916" y="4060575"/>
                  <a:ext cx="490500" cy="324900"/>
                </a:xfrm>
                <a:prstGeom prst="rect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EB6E1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e</a:t>
                  </a: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Google Shape;1157;p56">
                  <a:extLst>
                    <a:ext uri="{FF2B5EF4-FFF2-40B4-BE49-F238E27FC236}">
                      <a16:creationId xmlns:a16="http://schemas.microsoft.com/office/drawing/2014/main" id="{56B82ACC-642C-4AA1-AE0F-08DA05239F8C}"/>
                    </a:ext>
                  </a:extLst>
                </p:cNvPr>
                <p:cNvSpPr/>
                <p:nvPr/>
              </p:nvSpPr>
              <p:spPr>
                <a:xfrm>
                  <a:off x="4710827" y="4605010"/>
                  <a:ext cx="490500" cy="324900"/>
                </a:xfrm>
                <a:prstGeom prst="rect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EB6E1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</a:t>
                  </a: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Google Shape;1158;p56">
                  <a:extLst>
                    <a:ext uri="{FF2B5EF4-FFF2-40B4-BE49-F238E27FC236}">
                      <a16:creationId xmlns:a16="http://schemas.microsoft.com/office/drawing/2014/main" id="{54E1F17A-75BB-4EBA-AF83-1BA0E13858E4}"/>
                    </a:ext>
                  </a:extLst>
                </p:cNvPr>
                <p:cNvSpPr/>
                <p:nvPr/>
              </p:nvSpPr>
              <p:spPr>
                <a:xfrm>
                  <a:off x="5388104" y="4605010"/>
                  <a:ext cx="490500" cy="324900"/>
                </a:xfrm>
                <a:prstGeom prst="rect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EB6E1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g</a:t>
                  </a: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48" name="Google Shape;1159;p56">
                  <a:extLst>
                    <a:ext uri="{FF2B5EF4-FFF2-40B4-BE49-F238E27FC236}">
                      <a16:creationId xmlns:a16="http://schemas.microsoft.com/office/drawing/2014/main" id="{E8BFFC58-D60B-4A9C-8474-987FEC1CE98C}"/>
                    </a:ext>
                  </a:extLst>
                </p:cNvPr>
                <p:cNvCxnSpPr>
                  <a:stCxn id="46" idx="0"/>
                  <a:endCxn id="45" idx="2"/>
                </p:cNvCxnSpPr>
                <p:nvPr/>
              </p:nvCxnSpPr>
              <p:spPr>
                <a:xfrm rot="10800000" flipH="1">
                  <a:off x="4956077" y="4385410"/>
                  <a:ext cx="338100" cy="219600"/>
                </a:xfrm>
                <a:prstGeom prst="straightConnector1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1160;p56">
                  <a:extLst>
                    <a:ext uri="{FF2B5EF4-FFF2-40B4-BE49-F238E27FC236}">
                      <a16:creationId xmlns:a16="http://schemas.microsoft.com/office/drawing/2014/main" id="{30BFCAC3-348B-4C29-88B7-4D12EC55C719}"/>
                    </a:ext>
                  </a:extLst>
                </p:cNvPr>
                <p:cNvCxnSpPr>
                  <a:stCxn id="47" idx="0"/>
                  <a:endCxn id="45" idx="2"/>
                </p:cNvCxnSpPr>
                <p:nvPr/>
              </p:nvCxnSpPr>
              <p:spPr>
                <a:xfrm rot="10800000">
                  <a:off x="5294054" y="4385410"/>
                  <a:ext cx="339300" cy="219600"/>
                </a:xfrm>
                <a:prstGeom prst="straightConnector1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0" name="Google Shape;1161;p56">
                  <a:extLst>
                    <a:ext uri="{FF2B5EF4-FFF2-40B4-BE49-F238E27FC236}">
                      <a16:creationId xmlns:a16="http://schemas.microsoft.com/office/drawing/2014/main" id="{16ED36A0-6900-4C8E-A2FD-AA9D7782BD57}"/>
                    </a:ext>
                  </a:extLst>
                </p:cNvPr>
                <p:cNvSpPr/>
                <p:nvPr/>
              </p:nvSpPr>
              <p:spPr>
                <a:xfrm>
                  <a:off x="6134273" y="3463850"/>
                  <a:ext cx="636000" cy="324900"/>
                </a:xfrm>
                <a:prstGeom prst="rect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EB6E19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 q</a:t>
                  </a: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EB6E1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51" name="Google Shape;1162;p56">
                  <a:extLst>
                    <a:ext uri="{FF2B5EF4-FFF2-40B4-BE49-F238E27FC236}">
                      <a16:creationId xmlns:a16="http://schemas.microsoft.com/office/drawing/2014/main" id="{2239D883-B5E3-4C4B-A515-A3C86557FDD3}"/>
                    </a:ext>
                  </a:extLst>
                </p:cNvPr>
                <p:cNvCxnSpPr>
                  <a:endCxn id="45" idx="0"/>
                </p:cNvCxnSpPr>
                <p:nvPr/>
              </p:nvCxnSpPr>
              <p:spPr>
                <a:xfrm flipH="1">
                  <a:off x="5294166" y="3789675"/>
                  <a:ext cx="907200" cy="270900"/>
                </a:xfrm>
                <a:prstGeom prst="straightConnector1">
                  <a:avLst/>
                </a:prstGeom>
                <a:grpFill/>
                <a:ln w="19050" cap="flat" cmpd="sng">
                  <a:solidFill>
                    <a:srgbClr val="6666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43" name="Google Shape;1163;p56">
                <a:extLst>
                  <a:ext uri="{FF2B5EF4-FFF2-40B4-BE49-F238E27FC236}">
                    <a16:creationId xmlns:a16="http://schemas.microsoft.com/office/drawing/2014/main" id="{98CF152F-2604-4839-A59B-02A93680D78F}"/>
                  </a:ext>
                </a:extLst>
              </p:cNvPr>
              <p:cNvCxnSpPr>
                <a:endCxn id="33" idx="0"/>
              </p:cNvCxnSpPr>
              <p:nvPr/>
            </p:nvCxnSpPr>
            <p:spPr>
              <a:xfrm>
                <a:off x="6723600" y="3789700"/>
                <a:ext cx="1037100" cy="270900"/>
              </a:xfrm>
              <a:prstGeom prst="straightConnector1">
                <a:avLst/>
              </a:prstGeom>
              <a:grpFill/>
              <a:ln w="19050" cap="flat" cmpd="sng">
                <a:solidFill>
                  <a:srgbClr val="6666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" name="Google Shape;1164;p56">
                <a:extLst>
                  <a:ext uri="{FF2B5EF4-FFF2-40B4-BE49-F238E27FC236}">
                    <a16:creationId xmlns:a16="http://schemas.microsoft.com/office/drawing/2014/main" id="{6AECCC81-D6A9-41DA-9F70-F4FA985ADE9B}"/>
                  </a:ext>
                </a:extLst>
              </p:cNvPr>
              <p:cNvCxnSpPr>
                <a:stCxn id="56" idx="0"/>
                <a:endCxn id="50" idx="2"/>
              </p:cNvCxnSpPr>
              <p:nvPr/>
            </p:nvCxnSpPr>
            <p:spPr>
              <a:xfrm rot="10800000" flipH="1">
                <a:off x="6448483" y="3788725"/>
                <a:ext cx="3900" cy="248700"/>
              </a:xfrm>
              <a:prstGeom prst="straightConnector1">
                <a:avLst/>
              </a:prstGeom>
              <a:grp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0" name="Google Shape;1165;p56">
              <a:extLst>
                <a:ext uri="{FF2B5EF4-FFF2-40B4-BE49-F238E27FC236}">
                  <a16:creationId xmlns:a16="http://schemas.microsoft.com/office/drawing/2014/main" id="{A45CF5A7-7204-4A99-B2E6-0EE461E8CCF3}"/>
                </a:ext>
              </a:extLst>
            </p:cNvPr>
            <p:cNvSpPr/>
            <p:nvPr/>
          </p:nvSpPr>
          <p:spPr>
            <a:xfrm>
              <a:off x="6599181" y="4147810"/>
              <a:ext cx="366600" cy="324900"/>
            </a:xfrm>
            <a:prstGeom prst="rect">
              <a:avLst/>
            </a:prstGeom>
            <a:grpFill/>
            <a:ln w="1905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1200" cap="none" spc="0" normalizeH="0" baseline="0" noProof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</a:t>
              </a: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1" name="Google Shape;1166;p56">
              <a:extLst>
                <a:ext uri="{FF2B5EF4-FFF2-40B4-BE49-F238E27FC236}">
                  <a16:creationId xmlns:a16="http://schemas.microsoft.com/office/drawing/2014/main" id="{A1A74469-007D-4B20-B2D9-7B212597F32A}"/>
                </a:ext>
              </a:extLst>
            </p:cNvPr>
            <p:cNvCxnSpPr>
              <a:stCxn id="40" idx="0"/>
            </p:cNvCxnSpPr>
            <p:nvPr/>
          </p:nvCxnSpPr>
          <p:spPr>
            <a:xfrm rot="10800000">
              <a:off x="6615381" y="3936910"/>
              <a:ext cx="167100" cy="210900"/>
            </a:xfrm>
            <a:prstGeom prst="straightConnector1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" name="Google Shape;1113;p56">
            <a:extLst>
              <a:ext uri="{FF2B5EF4-FFF2-40B4-BE49-F238E27FC236}">
                <a16:creationId xmlns:a16="http://schemas.microsoft.com/office/drawing/2014/main" id="{99FDAC07-32E3-4408-BAA2-668109F67C8A}"/>
              </a:ext>
            </a:extLst>
          </p:cNvPr>
          <p:cNvSpPr txBox="1"/>
          <p:nvPr/>
        </p:nvSpPr>
        <p:spPr>
          <a:xfrm>
            <a:off x="1515889" y="5645581"/>
            <a:ext cx="3649288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2-3-4 a.k.a. 2-4 Tree:</a:t>
            </a:r>
            <a:b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Max 3 items per node.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Max 4 non-null children per node.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58" name="Google Shape;1141;p56">
            <a:extLst>
              <a:ext uri="{FF2B5EF4-FFF2-40B4-BE49-F238E27FC236}">
                <a16:creationId xmlns:a16="http://schemas.microsoft.com/office/drawing/2014/main" id="{B3E291D8-F97D-46D0-A98D-C1C3D985EFA4}"/>
              </a:ext>
            </a:extLst>
          </p:cNvPr>
          <p:cNvSpPr txBox="1"/>
          <p:nvPr/>
        </p:nvSpPr>
        <p:spPr>
          <a:xfrm>
            <a:off x="7132655" y="5662117"/>
            <a:ext cx="3298367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2-3 Tree:</a:t>
            </a:r>
            <a:b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Max 2 items per node.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2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Max 3 non-null children per node.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BB6F81-8433-48C7-BECC-7B76DFD1C62C}"/>
              </a:ext>
            </a:extLst>
          </p:cNvPr>
          <p:cNvSpPr/>
          <p:nvPr/>
        </p:nvSpPr>
        <p:spPr>
          <a:xfrm>
            <a:off x="4765125" y="6423812"/>
            <a:ext cx="241604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https://sp19.datastructur.es/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59" name="Google Shape;1113;p56">
            <a:extLst>
              <a:ext uri="{FF2B5EF4-FFF2-40B4-BE49-F238E27FC236}">
                <a16:creationId xmlns:a16="http://schemas.microsoft.com/office/drawing/2014/main" id="{48BD1A90-0224-47B1-AA4A-BD5E8212E8B2}"/>
              </a:ext>
            </a:extLst>
          </p:cNvPr>
          <p:cNvSpPr txBox="1"/>
          <p:nvPr/>
        </p:nvSpPr>
        <p:spPr>
          <a:xfrm>
            <a:off x="2365096" y="6224252"/>
            <a:ext cx="1037100" cy="44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n=4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60" name="Google Shape;1113;p56">
            <a:extLst>
              <a:ext uri="{FF2B5EF4-FFF2-40B4-BE49-F238E27FC236}">
                <a16:creationId xmlns:a16="http://schemas.microsoft.com/office/drawing/2014/main" id="{EB7D5129-89CA-4C45-84E9-28F715B07858}"/>
              </a:ext>
            </a:extLst>
          </p:cNvPr>
          <p:cNvSpPr txBox="1"/>
          <p:nvPr/>
        </p:nvSpPr>
        <p:spPr>
          <a:xfrm>
            <a:off x="8212579" y="6269750"/>
            <a:ext cx="1037100" cy="44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n=3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3BFCAE77-0559-4DD6-A54A-7F7A35C3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38D8008-C2C0-4318-98F3-D7E1A3563018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62AF3891-3E73-4FB7-8A97-60A9464083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63" descr="Logo COP3530">
              <a:extLst>
                <a:ext uri="{FF2B5EF4-FFF2-40B4-BE49-F238E27FC236}">
                  <a16:creationId xmlns:a16="http://schemas.microsoft.com/office/drawing/2014/main" id="{D5740222-64C1-4740-823D-48EB9A6323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4234971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 Tree Insertion</a:t>
            </a:r>
          </a:p>
        </p:txBody>
      </p:sp>
      <p:sp>
        <p:nvSpPr>
          <p:cNvPr id="17" name="Google Shape;1141;p56">
            <a:extLst>
              <a:ext uri="{FF2B5EF4-FFF2-40B4-BE49-F238E27FC236}">
                <a16:creationId xmlns:a16="http://schemas.microsoft.com/office/drawing/2014/main" id="{9B07EC6C-8F03-4D59-B655-D112C1A0790F}"/>
              </a:ext>
            </a:extLst>
          </p:cNvPr>
          <p:cNvSpPr txBox="1"/>
          <p:nvPr/>
        </p:nvSpPr>
        <p:spPr>
          <a:xfrm>
            <a:off x="1093200" y="1840204"/>
            <a:ext cx="6580922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2-3 Tree:</a:t>
            </a:r>
            <a:b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Max 2 items per node.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Max 3 non-null children per node.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C9391AB-676F-4FBC-89A4-18987A8B2037}"/>
              </a:ext>
            </a:extLst>
          </p:cNvPr>
          <p:cNvGrpSpPr/>
          <p:nvPr/>
        </p:nvGrpSpPr>
        <p:grpSpPr>
          <a:xfrm>
            <a:off x="478441" y="4697821"/>
            <a:ext cx="868408" cy="429656"/>
            <a:chOff x="5093200" y="3020396"/>
            <a:chExt cx="1293285" cy="64008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D96BA3-74AD-4092-A4E2-A9949BB2A7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F30EC0C-C73B-4546-83EE-3186769E0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46405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7C907D8-D3DD-4F48-88F8-AA600F91D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3001" y="4694985"/>
            <a:ext cx="429798" cy="429656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2BFBBAE-101A-406C-B5DE-574BA9CFE7F2}"/>
              </a:ext>
            </a:extLst>
          </p:cNvPr>
          <p:cNvGrpSpPr/>
          <p:nvPr/>
        </p:nvGrpSpPr>
        <p:grpSpPr>
          <a:xfrm>
            <a:off x="2641427" y="4681620"/>
            <a:ext cx="862775" cy="429656"/>
            <a:chOff x="4448384" y="3020396"/>
            <a:chExt cx="1284896" cy="64008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F49766C-98CD-4011-8135-8985F34C0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D180FA6-058F-402B-A14C-9902BE0098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65E3C50-801E-4AAB-BA59-0133A5B95838}"/>
              </a:ext>
            </a:extLst>
          </p:cNvPr>
          <p:cNvGrpSpPr/>
          <p:nvPr/>
        </p:nvGrpSpPr>
        <p:grpSpPr>
          <a:xfrm>
            <a:off x="1494065" y="3561231"/>
            <a:ext cx="862775" cy="429656"/>
            <a:chOff x="4448384" y="3020396"/>
            <a:chExt cx="1284896" cy="64008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70A29D0-9CE9-400B-B30A-6B5A9554F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03B7419-7B2D-429A-8E6D-F3318BF51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7</a:t>
              </a:r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540F9A4-B618-41DD-AE7D-6C71408A9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41236" y="4003470"/>
            <a:ext cx="653509" cy="706934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753AA4-5CE9-4D15-8EAA-AB493F8D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7900" y="3990887"/>
            <a:ext cx="0" cy="732101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29FB5A4-CCD9-4CB0-BD5C-0E5220FCB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56840" y="3966108"/>
            <a:ext cx="803030" cy="715512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2C53E-058B-4240-A7AD-1886D67B8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BF67E17-76B0-49EE-A567-02E128A184A9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E9DD1399-CF00-4C55-9D73-89CADEBC15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5" descr="Logo COP3530">
              <a:extLst>
                <a:ext uri="{FF2B5EF4-FFF2-40B4-BE49-F238E27FC236}">
                  <a16:creationId xmlns:a16="http://schemas.microsoft.com/office/drawing/2014/main" id="{C3EE9542-DF87-4E7B-9E3D-2528F784B2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7584166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 Tree</a:t>
            </a:r>
          </a:p>
        </p:txBody>
      </p:sp>
      <p:sp>
        <p:nvSpPr>
          <p:cNvPr id="17" name="Google Shape;1141;p56">
            <a:extLst>
              <a:ext uri="{FF2B5EF4-FFF2-40B4-BE49-F238E27FC236}">
                <a16:creationId xmlns:a16="http://schemas.microsoft.com/office/drawing/2014/main" id="{9B07EC6C-8F03-4D59-B655-D112C1A0790F}"/>
              </a:ext>
            </a:extLst>
          </p:cNvPr>
          <p:cNvSpPr txBox="1"/>
          <p:nvPr/>
        </p:nvSpPr>
        <p:spPr>
          <a:xfrm>
            <a:off x="1093200" y="1840204"/>
            <a:ext cx="6580922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2-3 Tree:</a:t>
            </a:r>
            <a:b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Max 2 items per node.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Max 3 non-null children per node.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C9391AB-676F-4FBC-89A4-18987A8B2037}"/>
              </a:ext>
            </a:extLst>
          </p:cNvPr>
          <p:cNvGrpSpPr/>
          <p:nvPr/>
        </p:nvGrpSpPr>
        <p:grpSpPr>
          <a:xfrm>
            <a:off x="478441" y="4697821"/>
            <a:ext cx="868408" cy="429656"/>
            <a:chOff x="5093200" y="3020396"/>
            <a:chExt cx="1293285" cy="64008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D96BA3-74AD-4092-A4E2-A9949BB2A7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F30EC0C-C73B-4546-83EE-3186769E0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46405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7C907D8-D3DD-4F48-88F8-AA600F91D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3001" y="4694985"/>
            <a:ext cx="429798" cy="429656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2BFBBAE-101A-406C-B5DE-574BA9CFE7F2}"/>
              </a:ext>
            </a:extLst>
          </p:cNvPr>
          <p:cNvGrpSpPr/>
          <p:nvPr/>
        </p:nvGrpSpPr>
        <p:grpSpPr>
          <a:xfrm>
            <a:off x="2641427" y="4681620"/>
            <a:ext cx="862775" cy="429656"/>
            <a:chOff x="4448384" y="3020396"/>
            <a:chExt cx="1284896" cy="64008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F49766C-98CD-4011-8135-8985F34C0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D180FA6-058F-402B-A14C-9902BE0098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65E3C50-801E-4AAB-BA59-0133A5B95838}"/>
              </a:ext>
            </a:extLst>
          </p:cNvPr>
          <p:cNvGrpSpPr/>
          <p:nvPr/>
        </p:nvGrpSpPr>
        <p:grpSpPr>
          <a:xfrm>
            <a:off x="1494065" y="3561231"/>
            <a:ext cx="862775" cy="429656"/>
            <a:chOff x="4448384" y="3020396"/>
            <a:chExt cx="1284896" cy="64008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70A29D0-9CE9-400B-B30A-6B5A9554F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03B7419-7B2D-429A-8E6D-F3318BF51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7</a:t>
              </a:r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540F9A4-B618-41DD-AE7D-6C71408A9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41236" y="4003470"/>
            <a:ext cx="653509" cy="706934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753AA4-5CE9-4D15-8EAA-AB493F8D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7900" y="3990887"/>
            <a:ext cx="0" cy="732101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29FB5A4-CCD9-4CB0-BD5C-0E5220FCB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56840" y="3966108"/>
            <a:ext cx="803030" cy="715512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606088F-6B06-445A-A0CD-AF30C9BBC6F0}"/>
              </a:ext>
            </a:extLst>
          </p:cNvPr>
          <p:cNvGrpSpPr/>
          <p:nvPr/>
        </p:nvGrpSpPr>
        <p:grpSpPr>
          <a:xfrm>
            <a:off x="3071224" y="6061801"/>
            <a:ext cx="1301386" cy="429656"/>
            <a:chOff x="4448384" y="3020396"/>
            <a:chExt cx="1938101" cy="64008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DE6FFD6-9519-45C8-8B80-E50E92DC1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E6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BFB3001-FFBD-4400-AC5A-6D953BCFF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E6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4ED621D-28AB-45F0-ACF1-B38DB2EACC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46405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E6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14285179-A8A8-49D4-AF61-D17BB9BD1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9586" y="6061801"/>
            <a:ext cx="429798" cy="429656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D9CEC38-0823-470A-8C49-028B855C2501}"/>
              </a:ext>
            </a:extLst>
          </p:cNvPr>
          <p:cNvGrpSpPr/>
          <p:nvPr/>
        </p:nvGrpSpPr>
        <p:grpSpPr>
          <a:xfrm>
            <a:off x="5512050" y="6045600"/>
            <a:ext cx="862775" cy="429656"/>
            <a:chOff x="4448384" y="3020396"/>
            <a:chExt cx="1284896" cy="64008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C6C9010-6300-47F5-85FD-CAA313131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6A9F9BD-8769-4749-AC7B-3FEEC6EC6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F13CAD9-E919-46C4-AB1A-C5B3080F8BAA}"/>
              </a:ext>
            </a:extLst>
          </p:cNvPr>
          <p:cNvGrpSpPr/>
          <p:nvPr/>
        </p:nvGrpSpPr>
        <p:grpSpPr>
          <a:xfrm>
            <a:off x="4364688" y="4925211"/>
            <a:ext cx="862775" cy="429656"/>
            <a:chOff x="4448384" y="3020396"/>
            <a:chExt cx="1284896" cy="64008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2F2B42D-235E-491B-9A65-FC0010C95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849703E-2FFA-41DC-85DF-2E5E77E9C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7</a:t>
              </a:r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A415487-F2B9-4525-A139-AFD73F76E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4" idx="0"/>
          </p:cNvCxnSpPr>
          <p:nvPr/>
        </p:nvCxnSpPr>
        <p:spPr>
          <a:xfrm flipH="1">
            <a:off x="3719101" y="5354867"/>
            <a:ext cx="653509" cy="706934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AEDAA7-6A61-4CDD-98D7-67647349F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4485" y="5354867"/>
            <a:ext cx="0" cy="732101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ABB293-6827-4516-B8B3-DB27C7200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27463" y="5330088"/>
            <a:ext cx="803030" cy="715512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643C07-A83D-4632-9E80-AE0D9EC7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F01B727-2FAA-4590-AD43-CF780E02EED8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17F34772-3239-4C03-980D-FD018DA0F7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35" descr="Logo COP3530">
              <a:extLst>
                <a:ext uri="{FF2B5EF4-FFF2-40B4-BE49-F238E27FC236}">
                  <a16:creationId xmlns:a16="http://schemas.microsoft.com/office/drawing/2014/main" id="{EDA74F7A-F1C4-4E9F-867D-DB8A05F9E0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5284604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 Tree</a:t>
            </a:r>
          </a:p>
        </p:txBody>
      </p:sp>
      <p:sp>
        <p:nvSpPr>
          <p:cNvPr id="17" name="Google Shape;1141;p56">
            <a:extLst>
              <a:ext uri="{FF2B5EF4-FFF2-40B4-BE49-F238E27FC236}">
                <a16:creationId xmlns:a16="http://schemas.microsoft.com/office/drawing/2014/main" id="{9B07EC6C-8F03-4D59-B655-D112C1A0790F}"/>
              </a:ext>
            </a:extLst>
          </p:cNvPr>
          <p:cNvSpPr txBox="1"/>
          <p:nvPr/>
        </p:nvSpPr>
        <p:spPr>
          <a:xfrm>
            <a:off x="1093200" y="1840204"/>
            <a:ext cx="6580922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2-3 Tree:</a:t>
            </a:r>
            <a:b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Max 2 items per node.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Max 3 non-null children per node.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Insert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C9391AB-676F-4FBC-89A4-18987A8B2037}"/>
              </a:ext>
            </a:extLst>
          </p:cNvPr>
          <p:cNvGrpSpPr/>
          <p:nvPr/>
        </p:nvGrpSpPr>
        <p:grpSpPr>
          <a:xfrm>
            <a:off x="478441" y="4697821"/>
            <a:ext cx="868408" cy="429656"/>
            <a:chOff x="5093200" y="3020396"/>
            <a:chExt cx="1293285" cy="64008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D96BA3-74AD-4092-A4E2-A9949BB2A7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F30EC0C-C73B-4546-83EE-3186769E0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46405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7C907D8-D3DD-4F48-88F8-AA600F91D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3001" y="4694985"/>
            <a:ext cx="429798" cy="429656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2BFBBAE-101A-406C-B5DE-574BA9CFE7F2}"/>
              </a:ext>
            </a:extLst>
          </p:cNvPr>
          <p:cNvGrpSpPr/>
          <p:nvPr/>
        </p:nvGrpSpPr>
        <p:grpSpPr>
          <a:xfrm>
            <a:off x="2641427" y="4681620"/>
            <a:ext cx="862775" cy="429656"/>
            <a:chOff x="4448384" y="3020396"/>
            <a:chExt cx="1284896" cy="64008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F49766C-98CD-4011-8135-8985F34C0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D180FA6-058F-402B-A14C-9902BE0098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65E3C50-801E-4AAB-BA59-0133A5B95838}"/>
              </a:ext>
            </a:extLst>
          </p:cNvPr>
          <p:cNvGrpSpPr/>
          <p:nvPr/>
        </p:nvGrpSpPr>
        <p:grpSpPr>
          <a:xfrm>
            <a:off x="1494065" y="3561231"/>
            <a:ext cx="862775" cy="429656"/>
            <a:chOff x="4448384" y="3020396"/>
            <a:chExt cx="1284896" cy="64008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70A29D0-9CE9-400B-B30A-6B5A9554F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03B7419-7B2D-429A-8E6D-F3318BF51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7</a:t>
              </a:r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540F9A4-B618-41DD-AE7D-6C71408A9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41236" y="4003470"/>
            <a:ext cx="653509" cy="706934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753AA4-5CE9-4D15-8EAA-AB493F8D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7900" y="3990887"/>
            <a:ext cx="0" cy="732101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29FB5A4-CCD9-4CB0-BD5C-0E5220FCB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56840" y="3966108"/>
            <a:ext cx="803030" cy="715512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606088F-6B06-445A-A0CD-AF30C9BBC6F0}"/>
              </a:ext>
            </a:extLst>
          </p:cNvPr>
          <p:cNvGrpSpPr/>
          <p:nvPr/>
        </p:nvGrpSpPr>
        <p:grpSpPr>
          <a:xfrm>
            <a:off x="3071224" y="6061801"/>
            <a:ext cx="1301386" cy="429656"/>
            <a:chOff x="4448384" y="3020396"/>
            <a:chExt cx="1938101" cy="64008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DE6FFD6-9519-45C8-8B80-E50E92DC1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E6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BFB3001-FFBD-4400-AC5A-6D953BCFF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E6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4ED621D-28AB-45F0-ACF1-B38DB2EACC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46405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E6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14285179-A8A8-49D4-AF61-D17BB9BD1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9586" y="6061801"/>
            <a:ext cx="429798" cy="429656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D9CEC38-0823-470A-8C49-028B855C2501}"/>
              </a:ext>
            </a:extLst>
          </p:cNvPr>
          <p:cNvGrpSpPr/>
          <p:nvPr/>
        </p:nvGrpSpPr>
        <p:grpSpPr>
          <a:xfrm>
            <a:off x="5512050" y="6045600"/>
            <a:ext cx="862775" cy="429656"/>
            <a:chOff x="4448384" y="3020396"/>
            <a:chExt cx="1284896" cy="64008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C6C9010-6300-47F5-85FD-CAA313131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6A9F9BD-8769-4749-AC7B-3FEEC6EC6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F13CAD9-E919-46C4-AB1A-C5B3080F8BAA}"/>
              </a:ext>
            </a:extLst>
          </p:cNvPr>
          <p:cNvGrpSpPr/>
          <p:nvPr/>
        </p:nvGrpSpPr>
        <p:grpSpPr>
          <a:xfrm>
            <a:off x="4364688" y="4925211"/>
            <a:ext cx="862775" cy="429656"/>
            <a:chOff x="4448384" y="3020396"/>
            <a:chExt cx="1284896" cy="64008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2F2B42D-235E-491B-9A65-FC0010C95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849703E-2FFA-41DC-85DF-2E5E77E9C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7</a:t>
              </a:r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A415487-F2B9-4525-A139-AFD73F76E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4" idx="0"/>
          </p:cNvCxnSpPr>
          <p:nvPr/>
        </p:nvCxnSpPr>
        <p:spPr>
          <a:xfrm flipH="1">
            <a:off x="3719101" y="5354867"/>
            <a:ext cx="653509" cy="706934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AEDAA7-6A61-4CDD-98D7-67647349F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4485" y="5354867"/>
            <a:ext cx="0" cy="732101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ABB293-6827-4516-B8B3-DB27C7200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27463" y="5330088"/>
            <a:ext cx="803030" cy="715512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A160DC7-401C-4DFF-A39D-5F0077F632D7}"/>
              </a:ext>
            </a:extLst>
          </p:cNvPr>
          <p:cNvGrpSpPr/>
          <p:nvPr/>
        </p:nvGrpSpPr>
        <p:grpSpPr>
          <a:xfrm>
            <a:off x="5684662" y="4482995"/>
            <a:ext cx="1004211" cy="438234"/>
            <a:chOff x="4448384" y="3007617"/>
            <a:chExt cx="1495531" cy="652859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67B08CF-473F-404C-BA6B-37614E0597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46DCA5D-2D48-4DB3-89A4-46A32C748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03834" y="3007617"/>
              <a:ext cx="640081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396EC695-94B4-4F65-9232-F1A410BE7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6065" y="4482993"/>
            <a:ext cx="429798" cy="429656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EBF96D7-EE40-4CF9-AF0F-BC515ED82CCE}"/>
              </a:ext>
            </a:extLst>
          </p:cNvPr>
          <p:cNvGrpSpPr/>
          <p:nvPr/>
        </p:nvGrpSpPr>
        <p:grpSpPr>
          <a:xfrm>
            <a:off x="8169357" y="4466792"/>
            <a:ext cx="862775" cy="429656"/>
            <a:chOff x="4448384" y="3020396"/>
            <a:chExt cx="1284896" cy="64008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C41F27E-88E3-4611-915E-4F041B114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9B6FDD5-AD0A-413D-A96D-85D07E2C8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D92FBA3-D22E-4560-8D90-6DAF0A8E74E1}"/>
              </a:ext>
            </a:extLst>
          </p:cNvPr>
          <p:cNvGrpSpPr/>
          <p:nvPr/>
        </p:nvGrpSpPr>
        <p:grpSpPr>
          <a:xfrm>
            <a:off x="7021995" y="3346403"/>
            <a:ext cx="862775" cy="429656"/>
            <a:chOff x="4448384" y="3020396"/>
            <a:chExt cx="1284896" cy="64008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3D18168-8625-48C3-8F6C-38E399F43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E6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5EC303E-9B45-411C-8B88-098D232047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E6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7</a:t>
              </a:r>
            </a:p>
          </p:txBody>
        </p: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77A29B2-B9E9-4D6E-947B-B5A67E94B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60" idx="0"/>
          </p:cNvCxnSpPr>
          <p:nvPr/>
        </p:nvCxnSpPr>
        <p:spPr>
          <a:xfrm flipH="1">
            <a:off x="5899561" y="3791888"/>
            <a:ext cx="695818" cy="699685"/>
          </a:xfrm>
          <a:prstGeom prst="straightConnector1">
            <a:avLst/>
          </a:prstGeom>
          <a:ln w="28575">
            <a:solidFill>
              <a:srgbClr val="E6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4F31DEC-2600-4531-8B82-750469AC8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81103" y="3791888"/>
            <a:ext cx="170689" cy="716272"/>
          </a:xfrm>
          <a:prstGeom prst="straightConnector1">
            <a:avLst/>
          </a:prstGeom>
          <a:ln w="28575">
            <a:solidFill>
              <a:srgbClr val="E6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92901F-5B0C-4F5A-BCC8-2FAA64913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84770" y="3751280"/>
            <a:ext cx="803030" cy="715512"/>
          </a:xfrm>
          <a:prstGeom prst="straightConnector1">
            <a:avLst/>
          </a:prstGeom>
          <a:ln w="28575">
            <a:solidFill>
              <a:srgbClr val="E6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5B3BB088-C575-4758-944E-CB3266980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95378" y="3346403"/>
            <a:ext cx="429798" cy="429656"/>
          </a:xfrm>
          <a:prstGeom prst="rect">
            <a:avLst/>
          </a:prstGeom>
          <a:noFill/>
          <a:ln w="28575">
            <a:solidFill>
              <a:srgbClr val="E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3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25F75E4-7BF2-4AE2-AB35-BA07DA678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6473974" y="3763849"/>
            <a:ext cx="562808" cy="719146"/>
          </a:xfrm>
          <a:prstGeom prst="straightConnector1">
            <a:avLst/>
          </a:prstGeom>
          <a:ln w="28575">
            <a:solidFill>
              <a:srgbClr val="E6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427139-A6FD-4111-83AA-F727418C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6063DA5-C496-4772-A8C3-CA50C1B3DA1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50" name="Picture 2">
              <a:extLst>
                <a:ext uri="{FF2B5EF4-FFF2-40B4-BE49-F238E27FC236}">
                  <a16:creationId xmlns:a16="http://schemas.microsoft.com/office/drawing/2014/main" id="{3C2131C6-0940-43EC-A6A0-24990C969D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60" descr="Logo COP3530">
              <a:extLst>
                <a:ext uri="{FF2B5EF4-FFF2-40B4-BE49-F238E27FC236}">
                  <a16:creationId xmlns:a16="http://schemas.microsoft.com/office/drawing/2014/main" id="{40378338-DA13-4FAC-A90D-866378EB67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7377236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 Tree</a:t>
            </a:r>
          </a:p>
        </p:txBody>
      </p:sp>
      <p:sp>
        <p:nvSpPr>
          <p:cNvPr id="17" name="Google Shape;1141;p56">
            <a:extLst>
              <a:ext uri="{FF2B5EF4-FFF2-40B4-BE49-F238E27FC236}">
                <a16:creationId xmlns:a16="http://schemas.microsoft.com/office/drawing/2014/main" id="{9B07EC6C-8F03-4D59-B655-D112C1A0790F}"/>
              </a:ext>
            </a:extLst>
          </p:cNvPr>
          <p:cNvSpPr txBox="1"/>
          <p:nvPr/>
        </p:nvSpPr>
        <p:spPr>
          <a:xfrm>
            <a:off x="1058921" y="1847404"/>
            <a:ext cx="6580922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2-3 Tree:</a:t>
            </a:r>
            <a:b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Max 2 items per node.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Max 3 non-null children per node.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C9391AB-676F-4FBC-89A4-18987A8B2037}"/>
              </a:ext>
            </a:extLst>
          </p:cNvPr>
          <p:cNvGrpSpPr/>
          <p:nvPr/>
        </p:nvGrpSpPr>
        <p:grpSpPr>
          <a:xfrm>
            <a:off x="478441" y="4697821"/>
            <a:ext cx="868408" cy="429656"/>
            <a:chOff x="5093200" y="3020396"/>
            <a:chExt cx="1293285" cy="64008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D96BA3-74AD-4092-A4E2-A9949BB2A7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F30EC0C-C73B-4546-83EE-3186769E0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46405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7C907D8-D3DD-4F48-88F8-AA600F91D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3001" y="4694985"/>
            <a:ext cx="429798" cy="429656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2BFBBAE-101A-406C-B5DE-574BA9CFE7F2}"/>
              </a:ext>
            </a:extLst>
          </p:cNvPr>
          <p:cNvGrpSpPr/>
          <p:nvPr/>
        </p:nvGrpSpPr>
        <p:grpSpPr>
          <a:xfrm>
            <a:off x="2641427" y="4681620"/>
            <a:ext cx="862775" cy="429656"/>
            <a:chOff x="4448384" y="3020396"/>
            <a:chExt cx="1284896" cy="64008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F49766C-98CD-4011-8135-8985F34C0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D180FA6-058F-402B-A14C-9902BE0098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65E3C50-801E-4AAB-BA59-0133A5B95838}"/>
              </a:ext>
            </a:extLst>
          </p:cNvPr>
          <p:cNvGrpSpPr/>
          <p:nvPr/>
        </p:nvGrpSpPr>
        <p:grpSpPr>
          <a:xfrm>
            <a:off x="1494065" y="3561231"/>
            <a:ext cx="862775" cy="429656"/>
            <a:chOff x="4448384" y="3020396"/>
            <a:chExt cx="1284896" cy="64008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70A29D0-9CE9-400B-B30A-6B5A9554F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03B7419-7B2D-429A-8E6D-F3318BF51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7</a:t>
              </a:r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540F9A4-B618-41DD-AE7D-6C71408A9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41236" y="4003470"/>
            <a:ext cx="653509" cy="706934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753AA4-5CE9-4D15-8EAA-AB493F8D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7900" y="3990887"/>
            <a:ext cx="0" cy="732101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29FB5A4-CCD9-4CB0-BD5C-0E5220FCB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56840" y="3966108"/>
            <a:ext cx="803030" cy="715512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606088F-6B06-445A-A0CD-AF30C9BBC6F0}"/>
              </a:ext>
            </a:extLst>
          </p:cNvPr>
          <p:cNvGrpSpPr/>
          <p:nvPr/>
        </p:nvGrpSpPr>
        <p:grpSpPr>
          <a:xfrm>
            <a:off x="3071224" y="6061801"/>
            <a:ext cx="1301386" cy="429656"/>
            <a:chOff x="4448384" y="3020396"/>
            <a:chExt cx="1938101" cy="64008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DE6FFD6-9519-45C8-8B80-E50E92DC1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E6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BFB3001-FFBD-4400-AC5A-6D953BCFF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E6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4ED621D-28AB-45F0-ACF1-B38DB2EACC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46405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E6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14285179-A8A8-49D4-AF61-D17BB9BD1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9586" y="6061801"/>
            <a:ext cx="429798" cy="429656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D9CEC38-0823-470A-8C49-028B855C2501}"/>
              </a:ext>
            </a:extLst>
          </p:cNvPr>
          <p:cNvGrpSpPr/>
          <p:nvPr/>
        </p:nvGrpSpPr>
        <p:grpSpPr>
          <a:xfrm>
            <a:off x="5512050" y="6045600"/>
            <a:ext cx="862775" cy="429656"/>
            <a:chOff x="4448384" y="3020396"/>
            <a:chExt cx="1284896" cy="64008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C6C9010-6300-47F5-85FD-CAA313131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6A9F9BD-8769-4749-AC7B-3FEEC6EC6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F13CAD9-E919-46C4-AB1A-C5B3080F8BAA}"/>
              </a:ext>
            </a:extLst>
          </p:cNvPr>
          <p:cNvGrpSpPr/>
          <p:nvPr/>
        </p:nvGrpSpPr>
        <p:grpSpPr>
          <a:xfrm>
            <a:off x="4364688" y="4925211"/>
            <a:ext cx="862775" cy="429656"/>
            <a:chOff x="4448384" y="3020396"/>
            <a:chExt cx="1284896" cy="64008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2F2B42D-235E-491B-9A65-FC0010C95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849703E-2FFA-41DC-85DF-2E5E77E9C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7</a:t>
              </a:r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A415487-F2B9-4525-A139-AFD73F76E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4" idx="0"/>
          </p:cNvCxnSpPr>
          <p:nvPr/>
        </p:nvCxnSpPr>
        <p:spPr>
          <a:xfrm flipH="1">
            <a:off x="3719101" y="5354867"/>
            <a:ext cx="653509" cy="706934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AEDAA7-6A61-4CDD-98D7-67647349F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4485" y="5354867"/>
            <a:ext cx="0" cy="732101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ABB293-6827-4516-B8B3-DB27C7200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27463" y="5330088"/>
            <a:ext cx="803030" cy="715512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A160DC7-401C-4DFF-A39D-5F0077F632D7}"/>
              </a:ext>
            </a:extLst>
          </p:cNvPr>
          <p:cNvGrpSpPr/>
          <p:nvPr/>
        </p:nvGrpSpPr>
        <p:grpSpPr>
          <a:xfrm>
            <a:off x="5684662" y="4482995"/>
            <a:ext cx="1004211" cy="438234"/>
            <a:chOff x="4448384" y="3007617"/>
            <a:chExt cx="1495531" cy="652859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67B08CF-473F-404C-BA6B-37614E0597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46DCA5D-2D48-4DB3-89A4-46A32C748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03834" y="3007617"/>
              <a:ext cx="640081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396EC695-94B4-4F65-9232-F1A410BE7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6065" y="4482993"/>
            <a:ext cx="429798" cy="429656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EBF96D7-EE40-4CF9-AF0F-BC515ED82CCE}"/>
              </a:ext>
            </a:extLst>
          </p:cNvPr>
          <p:cNvGrpSpPr/>
          <p:nvPr/>
        </p:nvGrpSpPr>
        <p:grpSpPr>
          <a:xfrm>
            <a:off x="8169357" y="4466792"/>
            <a:ext cx="862775" cy="429656"/>
            <a:chOff x="4448384" y="3020396"/>
            <a:chExt cx="1284896" cy="64008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C41F27E-88E3-4611-915E-4F041B114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9B6FDD5-AD0A-413D-A96D-85D07E2C8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D92FBA3-D22E-4560-8D90-6DAF0A8E74E1}"/>
              </a:ext>
            </a:extLst>
          </p:cNvPr>
          <p:cNvGrpSpPr/>
          <p:nvPr/>
        </p:nvGrpSpPr>
        <p:grpSpPr>
          <a:xfrm>
            <a:off x="7021995" y="3346403"/>
            <a:ext cx="862775" cy="429656"/>
            <a:chOff x="4448384" y="3020396"/>
            <a:chExt cx="1284896" cy="64008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3D18168-8625-48C3-8F6C-38E399F43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E6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5EC303E-9B45-411C-8B88-098D232047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E6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7</a:t>
              </a:r>
            </a:p>
          </p:txBody>
        </p: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77A29B2-B9E9-4D6E-947B-B5A67E94B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60" idx="0"/>
          </p:cNvCxnSpPr>
          <p:nvPr/>
        </p:nvCxnSpPr>
        <p:spPr>
          <a:xfrm flipH="1">
            <a:off x="5899561" y="3791888"/>
            <a:ext cx="695818" cy="699685"/>
          </a:xfrm>
          <a:prstGeom prst="straightConnector1">
            <a:avLst/>
          </a:prstGeom>
          <a:ln w="28575">
            <a:solidFill>
              <a:srgbClr val="E6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4F31DEC-2600-4531-8B82-750469AC8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81103" y="3791888"/>
            <a:ext cx="170689" cy="716272"/>
          </a:xfrm>
          <a:prstGeom prst="straightConnector1">
            <a:avLst/>
          </a:prstGeom>
          <a:ln w="28575">
            <a:solidFill>
              <a:srgbClr val="E6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C92901F-5B0C-4F5A-BCC8-2FAA64913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84770" y="3751280"/>
            <a:ext cx="803030" cy="715512"/>
          </a:xfrm>
          <a:prstGeom prst="straightConnector1">
            <a:avLst/>
          </a:prstGeom>
          <a:ln w="28575">
            <a:solidFill>
              <a:srgbClr val="E6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5B3BB088-C575-4758-944E-CB3266980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95378" y="3346403"/>
            <a:ext cx="429798" cy="429656"/>
          </a:xfrm>
          <a:prstGeom prst="rect">
            <a:avLst/>
          </a:prstGeom>
          <a:noFill/>
          <a:ln w="28575">
            <a:solidFill>
              <a:srgbClr val="E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3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E1CD1C-8751-4940-8DD5-EB1B7B0A6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16608" y="2964779"/>
            <a:ext cx="429798" cy="429656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5FBD411-AF2E-4C5F-A607-28DC537E0C46}"/>
              </a:ext>
            </a:extLst>
          </p:cNvPr>
          <p:cNvGrpSpPr/>
          <p:nvPr/>
        </p:nvGrpSpPr>
        <p:grpSpPr>
          <a:xfrm>
            <a:off x="11081936" y="2948578"/>
            <a:ext cx="862775" cy="429656"/>
            <a:chOff x="4448384" y="3020396"/>
            <a:chExt cx="1284896" cy="64008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21C23EC-2873-4209-B00D-2265F64F6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BD78971-46BB-48C0-8FDD-53629DF94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C4E73B4-C68C-45ED-AF28-4FB3FA419CC0}"/>
              </a:ext>
            </a:extLst>
          </p:cNvPr>
          <p:cNvGrpSpPr/>
          <p:nvPr/>
        </p:nvGrpSpPr>
        <p:grpSpPr>
          <a:xfrm>
            <a:off x="9993926" y="1027906"/>
            <a:ext cx="1214541" cy="1205160"/>
            <a:chOff x="3924513" y="1865089"/>
            <a:chExt cx="1808767" cy="1795387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C577BC9-E77D-4414-923D-BE9B6006F7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24513" y="1865089"/>
              <a:ext cx="640080" cy="640080"/>
            </a:xfrm>
            <a:prstGeom prst="rect">
              <a:avLst/>
            </a:prstGeom>
            <a:noFill/>
            <a:ln w="28575">
              <a:solidFill>
                <a:srgbClr val="00DA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EE6BFAAB-3C90-46D2-BE36-E91980B30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DA6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7</a:t>
              </a:r>
            </a:p>
          </p:txBody>
        </p:sp>
      </p:grp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4E1A136-E292-4D17-9443-E60C18E44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07" idx="0"/>
          </p:cNvCxnSpPr>
          <p:nvPr/>
        </p:nvCxnSpPr>
        <p:spPr>
          <a:xfrm flipH="1">
            <a:off x="8980369" y="2273430"/>
            <a:ext cx="509824" cy="726540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CA4B07E-47D8-4F33-8A61-38A82515E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94" idx="0"/>
          </p:cNvCxnSpPr>
          <p:nvPr/>
        </p:nvCxnSpPr>
        <p:spPr>
          <a:xfrm flipH="1">
            <a:off x="10531507" y="2233066"/>
            <a:ext cx="247164" cy="731713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2223FA8-A0A3-4BDE-BC1F-94389E42D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208466" y="2259291"/>
            <a:ext cx="391913" cy="689287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EB69EEC-2158-4C78-A311-7A5D8DB1C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26237" y="1839593"/>
            <a:ext cx="429798" cy="429656"/>
          </a:xfrm>
          <a:prstGeom prst="rect">
            <a:avLst/>
          </a:prstGeom>
          <a:noFill/>
          <a:ln w="28575">
            <a:solidFill>
              <a:srgbClr val="00DA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3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25F75E4-7BF2-4AE2-AB35-BA07DA678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6473974" y="3763849"/>
            <a:ext cx="562808" cy="719146"/>
          </a:xfrm>
          <a:prstGeom prst="straightConnector1">
            <a:avLst/>
          </a:prstGeom>
          <a:ln w="28575">
            <a:solidFill>
              <a:srgbClr val="E6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8E03854-87BE-472D-846D-4E7D7EEC07C3}"/>
              </a:ext>
            </a:extLst>
          </p:cNvPr>
          <p:cNvGrpSpPr/>
          <p:nvPr/>
        </p:nvGrpSpPr>
        <p:grpSpPr>
          <a:xfrm>
            <a:off x="8765470" y="2999970"/>
            <a:ext cx="1406083" cy="429656"/>
            <a:chOff x="4448384" y="3020396"/>
            <a:chExt cx="2094023" cy="640080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33177DC-9922-4080-BA50-1931280A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E45F324-EE8D-4F25-9FBA-9EF3EABAF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02326" y="3020396"/>
              <a:ext cx="640081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</p:grp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6CFCBDD0-3AA1-42F9-9D0A-C25C10701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04" idx="2"/>
            <a:endCxn id="108" idx="0"/>
          </p:cNvCxnSpPr>
          <p:nvPr/>
        </p:nvCxnSpPr>
        <p:spPr>
          <a:xfrm>
            <a:off x="9541136" y="2269249"/>
            <a:ext cx="415518" cy="730721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5F2D6664-9017-486D-9835-897FE1A9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04" idx="0"/>
          </p:cNvCxnSpPr>
          <p:nvPr/>
        </p:nvCxnSpPr>
        <p:spPr>
          <a:xfrm flipH="1">
            <a:off x="9541136" y="1461743"/>
            <a:ext cx="450356" cy="377850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E6ED2C17-C1ED-462D-A735-0C3E73BF2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447468" y="1457562"/>
            <a:ext cx="546100" cy="335572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7FEBFBC-6AB7-4CBA-986D-B9D269A2AB88}"/>
              </a:ext>
            </a:extLst>
          </p:cNvPr>
          <p:cNvSpPr/>
          <p:nvPr/>
        </p:nvSpPr>
        <p:spPr>
          <a:xfrm>
            <a:off x="9291568" y="3642942"/>
            <a:ext cx="32081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 is still perfectly balanced!</a:t>
            </a:r>
            <a:endParaRPr kumimoji="0" lang="en" sz="18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5AAEB-5319-4467-B180-AD128EA2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07617C4-54FF-4401-8A47-EA494253733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5" name="Picture 2">
              <a:extLst>
                <a:ext uri="{FF2B5EF4-FFF2-40B4-BE49-F238E27FC236}">
                  <a16:creationId xmlns:a16="http://schemas.microsoft.com/office/drawing/2014/main" id="{C12996A2-99C6-4F31-BF01-3BC6C1C967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75" descr="Logo COP3530">
              <a:extLst>
                <a:ext uri="{FF2B5EF4-FFF2-40B4-BE49-F238E27FC236}">
                  <a16:creationId xmlns:a16="http://schemas.microsoft.com/office/drawing/2014/main" id="{5C607984-2702-4C3A-8A23-B879A5DCCB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9724785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B+ Tree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25E65D-9B38-400A-B252-F109597DFBF5}"/>
              </a:ext>
            </a:extLst>
          </p:cNvPr>
          <p:cNvGrpSpPr/>
          <p:nvPr/>
        </p:nvGrpSpPr>
        <p:grpSpPr>
          <a:xfrm>
            <a:off x="2577639" y="3722693"/>
            <a:ext cx="1938101" cy="640080"/>
            <a:chOff x="4448384" y="3020396"/>
            <a:chExt cx="1938101" cy="64008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1702076-12FE-4735-AD5A-9163ECF8A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750FA28-ED82-4D06-82E0-827B46CD4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D4E84CE-9EBC-4EA6-8143-B8C4807B8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46405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17778ECD-73CB-48F6-9926-2B346D999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3831" y="3722693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6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55A6C7E-B217-41D8-8A53-2A5850D8D2F2}"/>
              </a:ext>
            </a:extLst>
          </p:cNvPr>
          <p:cNvGrpSpPr/>
          <p:nvPr/>
        </p:nvGrpSpPr>
        <p:grpSpPr>
          <a:xfrm>
            <a:off x="8326252" y="3732130"/>
            <a:ext cx="1284896" cy="640080"/>
            <a:chOff x="4448384" y="3020396"/>
            <a:chExt cx="1284896" cy="64008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A9C0C4D-549C-4A43-928B-1C0537104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A9C2F33-F8AE-42C4-9A77-3FA625B2E3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95A581C-06EB-44F6-9C13-55B0FA92766D}"/>
              </a:ext>
            </a:extLst>
          </p:cNvPr>
          <p:cNvGrpSpPr/>
          <p:nvPr/>
        </p:nvGrpSpPr>
        <p:grpSpPr>
          <a:xfrm>
            <a:off x="5590684" y="1973091"/>
            <a:ext cx="1284896" cy="640080"/>
            <a:chOff x="4448384" y="3020396"/>
            <a:chExt cx="1284896" cy="64008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1C497F-AE07-4393-B768-62BCF5C71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448384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59325CD-C9D2-4F98-93B8-2511AE467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93200" y="3020396"/>
              <a:ext cx="640080" cy="640080"/>
            </a:xfrm>
            <a:prstGeom prst="rect">
              <a:avLst/>
            </a:prstGeom>
            <a:noFill/>
            <a:ln w="28575">
              <a:solidFill>
                <a:srgbClr val="0081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otham Bold" pitchFamily="50" charset="0"/>
                  <a:ea typeface="+mn-ea"/>
                  <a:cs typeface="+mn-cs"/>
                </a:rPr>
                <a:t>7</a:t>
              </a: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9B7DC5-B2D3-4C67-B35F-3ABC0F9A4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3542495" y="2613171"/>
            <a:ext cx="2015822" cy="1109522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C9EE8E4-8C63-499C-BF4D-7057A075B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970706" y="2632046"/>
            <a:ext cx="255269" cy="1090647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12859A8-7872-42CC-9B34-23023739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75580" y="2622608"/>
            <a:ext cx="1924471" cy="1100085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8145468-5C9D-4D31-A31B-E9965D03F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0626" y="3722693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877288-E2D9-4B43-A24A-7CC8E3C15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9387" y="3736709"/>
            <a:ext cx="640080" cy="640080"/>
          </a:xfrm>
          <a:prstGeom prst="rect">
            <a:avLst/>
          </a:prstGeom>
          <a:noFill/>
          <a:ln w="28575">
            <a:solidFill>
              <a:srgbClr val="008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D4EF972-FFB6-4AB4-A620-65F4E77EB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4509711" y="4042733"/>
            <a:ext cx="820915" cy="9438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903E58-E547-4124-B63B-64E95F5FA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6654166" y="4056749"/>
            <a:ext cx="1035221" cy="4860"/>
          </a:xfrm>
          <a:prstGeom prst="straightConnector1">
            <a:avLst/>
          </a:prstGeom>
          <a:ln w="28575">
            <a:solidFill>
              <a:srgbClr val="00DA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6A6677-0FB4-48FD-9528-BE308F261F5E}"/>
              </a:ext>
            </a:extLst>
          </p:cNvPr>
          <p:cNvSpPr txBox="1"/>
          <p:nvPr/>
        </p:nvSpPr>
        <p:spPr>
          <a:xfrm>
            <a:off x="494947" y="5117804"/>
            <a:ext cx="11202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 Tree + All data is stored in the leaves +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 leaves have pointers to the other leaves forming a linked list for faster traversal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07BF5-52BB-4269-BDDD-6D0A19582A68}"/>
              </a:ext>
            </a:extLst>
          </p:cNvPr>
          <p:cNvSpPr/>
          <p:nvPr/>
        </p:nvSpPr>
        <p:spPr>
          <a:xfrm>
            <a:off x="4205136" y="6338986"/>
            <a:ext cx="40607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https://en.wikipedia.org/wiki/B%2B_tree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7CBBA-D8A5-47DE-9146-0E1845EB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957E87B-A0CB-45AD-A2B4-E349B64FA4FF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B1D198AC-EE50-4BA7-9FB0-5ACFC4DEAF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34" descr="Logo COP3530">
              <a:extLst>
                <a:ext uri="{FF2B5EF4-FFF2-40B4-BE49-F238E27FC236}">
                  <a16:creationId xmlns:a16="http://schemas.microsoft.com/office/drawing/2014/main" id="{0A36D918-847A-478B-97C2-70DD7FB68D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592849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B+ Tree</a:t>
            </a:r>
          </a:p>
        </p:txBody>
      </p:sp>
      <p:pic>
        <p:nvPicPr>
          <p:cNvPr id="23" name="Picture 22" descr="B+ Trees">
            <a:extLst>
              <a:ext uri="{FF2B5EF4-FFF2-40B4-BE49-F238E27FC236}">
                <a16:creationId xmlns:a16="http://schemas.microsoft.com/office/drawing/2014/main" id="{B9ABA78B-F1EA-409B-9AE3-4077DFEC5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57" y="2220319"/>
            <a:ext cx="10055285" cy="148235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9ECE75-6451-484B-9F42-6308316E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1DAC36D-8945-4141-8282-3B2E03FAEDE3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35EB8049-4919-4B74-8F9E-50FC51C188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39EADC93-F61F-46F5-A417-E1C13ACBDE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4" name="Google Shape;1141;p56">
            <a:extLst>
              <a:ext uri="{FF2B5EF4-FFF2-40B4-BE49-F238E27FC236}">
                <a16:creationId xmlns:a16="http://schemas.microsoft.com/office/drawing/2014/main" id="{F212D293-7DC3-2750-0008-12F01E1F8BD7}"/>
              </a:ext>
            </a:extLst>
          </p:cNvPr>
          <p:cNvSpPr txBox="1"/>
          <p:nvPr/>
        </p:nvSpPr>
        <p:spPr>
          <a:xfrm>
            <a:off x="5922335" y="4041321"/>
            <a:ext cx="929502" cy="8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 = 4</a:t>
            </a:r>
            <a:endParaRPr kumimoji="0" lang="en" sz="14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83240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B+ Tree Insertion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A93062-6F0C-45EE-8E1D-6DF911FE8229}"/>
              </a:ext>
            </a:extLst>
          </p:cNvPr>
          <p:cNvSpPr txBox="1"/>
          <p:nvPr/>
        </p:nvSpPr>
        <p:spPr>
          <a:xfrm>
            <a:off x="1097598" y="1626248"/>
            <a:ext cx="7467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 = </a:t>
            </a:r>
            <a:r>
              <a:rPr lang="en-US" dirty="0">
                <a:solidFill>
                  <a:srgbClr val="EB6E19"/>
                </a:solidFill>
                <a:latin typeface="Consolas" panose="020B0609020204030204" pitchFamily="49" charset="0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(at most 4 children and 3 keys),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08E1AF-F8B2-4ABA-AF73-B5AEAF630686}"/>
              </a:ext>
            </a:extLst>
          </p:cNvPr>
          <p:cNvSpPr/>
          <p:nvPr/>
        </p:nvSpPr>
        <p:spPr>
          <a:xfrm>
            <a:off x="5158383" y="2440881"/>
            <a:ext cx="1353889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10  20  30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BB566AD-078B-477E-93E8-7082ECD4B379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1667740" y="2745293"/>
            <a:ext cx="3480148" cy="107886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6B1CD50-3C18-43BD-957A-CF54965F15AB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3685148" y="2734796"/>
            <a:ext cx="1924534" cy="108936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25763B0-7DBA-4D20-AD16-8A44E919A725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6039985" y="2734796"/>
            <a:ext cx="247115" cy="1118581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1D02774-FBE0-4822-8040-806EB9616C69}"/>
              </a:ext>
            </a:extLst>
          </p:cNvPr>
          <p:cNvCxnSpPr>
            <a:cxnSpLocks/>
          </p:cNvCxnSpPr>
          <p:nvPr/>
        </p:nvCxnSpPr>
        <p:spPr>
          <a:xfrm>
            <a:off x="6512272" y="2713802"/>
            <a:ext cx="3051178" cy="113652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128F229-628A-42D5-9B77-0C885FEF6569}"/>
              </a:ext>
            </a:extLst>
          </p:cNvPr>
          <p:cNvSpPr/>
          <p:nvPr/>
        </p:nvSpPr>
        <p:spPr>
          <a:xfrm>
            <a:off x="1195453" y="3824156"/>
            <a:ext cx="944574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D072E8-F5F5-4953-9737-8A0001CE6987}"/>
              </a:ext>
            </a:extLst>
          </p:cNvPr>
          <p:cNvSpPr/>
          <p:nvPr/>
        </p:nvSpPr>
        <p:spPr>
          <a:xfrm>
            <a:off x="3199632" y="3824156"/>
            <a:ext cx="971031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13 17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A68975-79C6-4813-97F2-664112EA723A}"/>
              </a:ext>
            </a:extLst>
          </p:cNvPr>
          <p:cNvSpPr/>
          <p:nvPr/>
        </p:nvSpPr>
        <p:spPr>
          <a:xfrm>
            <a:off x="5610155" y="3853377"/>
            <a:ext cx="1353889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25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D15043-3052-4D02-9194-2CC3612902CD}"/>
              </a:ext>
            </a:extLst>
          </p:cNvPr>
          <p:cNvSpPr/>
          <p:nvPr/>
        </p:nvSpPr>
        <p:spPr>
          <a:xfrm>
            <a:off x="9127341" y="3852453"/>
            <a:ext cx="1274518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35 60 70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0A4EAEE-EAA5-4570-833E-F5E10FEFD599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604112" y="4118071"/>
            <a:ext cx="585364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D3D26E4-1F22-485D-9BB2-69FFDD8997E9}"/>
              </a:ext>
            </a:extLst>
          </p:cNvPr>
          <p:cNvCxnSpPr>
            <a:cxnSpLocks/>
            <a:stCxn id="29" idx="2"/>
            <a:endCxn id="44" idx="0"/>
          </p:cNvCxnSpPr>
          <p:nvPr/>
        </p:nvCxnSpPr>
        <p:spPr>
          <a:xfrm flipH="1">
            <a:off x="1404289" y="4118071"/>
            <a:ext cx="263451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968F738-8560-4C1D-A39D-7650951D4529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1901662" y="4118071"/>
            <a:ext cx="232483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0EAF9DA-19DA-40DC-A4AB-A4624B0939B2}"/>
              </a:ext>
            </a:extLst>
          </p:cNvPr>
          <p:cNvCxnSpPr>
            <a:cxnSpLocks/>
          </p:cNvCxnSpPr>
          <p:nvPr/>
        </p:nvCxnSpPr>
        <p:spPr>
          <a:xfrm flipH="1">
            <a:off x="2852522" y="4118071"/>
            <a:ext cx="548065" cy="1112924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02E9FE3-ACD3-4CA0-9199-735DC639192B}"/>
              </a:ext>
            </a:extLst>
          </p:cNvPr>
          <p:cNvCxnSpPr>
            <a:cxnSpLocks/>
          </p:cNvCxnSpPr>
          <p:nvPr/>
        </p:nvCxnSpPr>
        <p:spPr>
          <a:xfrm>
            <a:off x="3696483" y="4111288"/>
            <a:ext cx="1867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C455E09-20DF-4216-B01E-3F63164096F9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4083652" y="4118071"/>
            <a:ext cx="87542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4F73CCD-89AE-4E73-A585-613D2E431C2D}"/>
              </a:ext>
            </a:extLst>
          </p:cNvPr>
          <p:cNvCxnSpPr>
            <a:cxnSpLocks/>
          </p:cNvCxnSpPr>
          <p:nvPr/>
        </p:nvCxnSpPr>
        <p:spPr>
          <a:xfrm flipH="1">
            <a:off x="5752510" y="4147292"/>
            <a:ext cx="245414" cy="108370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20E2C6B-D3CA-4559-B9F6-04D54307A845}"/>
              </a:ext>
            </a:extLst>
          </p:cNvPr>
          <p:cNvCxnSpPr>
            <a:cxnSpLocks/>
          </p:cNvCxnSpPr>
          <p:nvPr/>
        </p:nvCxnSpPr>
        <p:spPr>
          <a:xfrm>
            <a:off x="6595975" y="4147292"/>
            <a:ext cx="531525" cy="109420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B2EA32F-67E9-4E5A-817C-F4A04B4B66B3}"/>
              </a:ext>
            </a:extLst>
          </p:cNvPr>
          <p:cNvGrpSpPr/>
          <p:nvPr/>
        </p:nvGrpSpPr>
        <p:grpSpPr>
          <a:xfrm>
            <a:off x="236029" y="5237778"/>
            <a:ext cx="11523789" cy="262799"/>
            <a:chOff x="398118" y="5877635"/>
            <a:chExt cx="11523789" cy="26279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005B80B-B39A-4B0A-89CD-BD8FC23F0B67}"/>
                </a:ext>
              </a:extLst>
            </p:cNvPr>
            <p:cNvSpPr/>
            <p:nvPr/>
          </p:nvSpPr>
          <p:spPr>
            <a:xfrm>
              <a:off x="398118" y="5877635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1 2 3 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556676B-582F-4C00-A785-9F180F961BAE}"/>
                </a:ext>
              </a:extLst>
            </p:cNvPr>
            <p:cNvSpPr/>
            <p:nvPr/>
          </p:nvSpPr>
          <p:spPr>
            <a:xfrm>
              <a:off x="1198295" y="5877636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4 5 6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2FA4DBC-84D0-409C-B156-5B50BF47ECF5}"/>
                </a:ext>
              </a:extLst>
            </p:cNvPr>
            <p:cNvSpPr/>
            <p:nvPr/>
          </p:nvSpPr>
          <p:spPr>
            <a:xfrm>
              <a:off x="1983621" y="5877636"/>
              <a:ext cx="62522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7 8 9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A194BC9-0123-4B27-A87E-35A9FB21D294}"/>
                </a:ext>
              </a:extLst>
            </p:cNvPr>
            <p:cNvSpPr/>
            <p:nvPr/>
          </p:nvSpPr>
          <p:spPr>
            <a:xfrm>
              <a:off x="2658007" y="5877636"/>
              <a:ext cx="822225" cy="262797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10 11 12 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D2F8462-5F12-4E72-9C84-D42E6E01A291}"/>
                </a:ext>
              </a:extLst>
            </p:cNvPr>
            <p:cNvSpPr/>
            <p:nvPr/>
          </p:nvSpPr>
          <p:spPr>
            <a:xfrm>
              <a:off x="3529392" y="5877635"/>
              <a:ext cx="1064378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13 14 15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A5F4550-8AC1-4933-9976-CF27D3ED4F4E}"/>
                </a:ext>
              </a:extLst>
            </p:cNvPr>
            <p:cNvSpPr/>
            <p:nvPr/>
          </p:nvSpPr>
          <p:spPr>
            <a:xfrm>
              <a:off x="4642930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17 18 19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737C25D-4CEF-446E-9DCF-F0E27D54B31A}"/>
                </a:ext>
              </a:extLst>
            </p:cNvPr>
            <p:cNvSpPr/>
            <p:nvPr/>
          </p:nvSpPr>
          <p:spPr>
            <a:xfrm>
              <a:off x="5648569" y="5877635"/>
              <a:ext cx="118872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20 21 22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C35CAF6-F52E-4205-8C4D-CC18A152CE03}"/>
                </a:ext>
              </a:extLst>
            </p:cNvPr>
            <p:cNvSpPr/>
            <p:nvPr/>
          </p:nvSpPr>
          <p:spPr>
            <a:xfrm>
              <a:off x="6886449" y="5877635"/>
              <a:ext cx="8955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25 27 29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7191B34-0842-436F-A12B-5000DC3F97A5}"/>
                </a:ext>
              </a:extLst>
            </p:cNvPr>
            <p:cNvSpPr/>
            <p:nvPr/>
          </p:nvSpPr>
          <p:spPr>
            <a:xfrm>
              <a:off x="7831188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30 31 33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80A2ED3-91C4-47D9-BDC4-962AB22945D9}"/>
                </a:ext>
              </a:extLst>
            </p:cNvPr>
            <p:cNvSpPr/>
            <p:nvPr/>
          </p:nvSpPr>
          <p:spPr>
            <a:xfrm>
              <a:off x="8900625" y="5877635"/>
              <a:ext cx="1233548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35 50 55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EC5E32A-16C8-4E79-9A37-EAD7ABEFEEF9}"/>
                </a:ext>
              </a:extLst>
            </p:cNvPr>
            <p:cNvSpPr/>
            <p:nvPr/>
          </p:nvSpPr>
          <p:spPr>
            <a:xfrm>
              <a:off x="10266315" y="5877635"/>
              <a:ext cx="783475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60 65 66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09B5DB1-24BA-4669-812B-02DEA2A7DB74}"/>
                </a:ext>
              </a:extLst>
            </p:cNvPr>
            <p:cNvSpPr/>
            <p:nvPr/>
          </p:nvSpPr>
          <p:spPr>
            <a:xfrm>
              <a:off x="11098947" y="5877636"/>
              <a:ext cx="82296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70 71 72</a:t>
              </a:r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53E6D55-41EF-4E12-9CC1-5D344AF8E60A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8147339" y="4146368"/>
            <a:ext cx="1046996" cy="109141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28BE93C-B6E5-41A2-BECB-0D8FEAD7FB74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9355310" y="4148499"/>
            <a:ext cx="346394" cy="1089279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1F73255-62D4-453E-A59A-AADAE103077A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9908286" y="4141716"/>
            <a:ext cx="587678" cy="1096062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994A723-34CB-4D5B-818B-BD7C1F4CEB57}"/>
              </a:ext>
            </a:extLst>
          </p:cNvPr>
          <p:cNvCxnSpPr>
            <a:cxnSpLocks/>
          </p:cNvCxnSpPr>
          <p:nvPr/>
        </p:nvCxnSpPr>
        <p:spPr>
          <a:xfrm>
            <a:off x="10295223" y="4148499"/>
            <a:ext cx="914692" cy="1082496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248C1-8C18-424E-9FC2-F54184A00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A3A9C3A-AFD9-4A10-885D-A98073B066C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15DBF5AA-8679-4945-A090-80CA9779DE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44" descr="Logo COP3530">
              <a:extLst>
                <a:ext uri="{FF2B5EF4-FFF2-40B4-BE49-F238E27FC236}">
                  <a16:creationId xmlns:a16="http://schemas.microsoft.com/office/drawing/2014/main" id="{3454CA9B-5E81-49D2-A8A5-125C7C6154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5677107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519BB3-FF1E-3C12-AD62-9EFD2D13A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48D8E-10D2-1623-9B2F-3226190DC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B+ Tree Insertion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709AA-0AE3-F530-0683-1A51D298C028}"/>
              </a:ext>
            </a:extLst>
          </p:cNvPr>
          <p:cNvSpPr txBox="1"/>
          <p:nvPr/>
        </p:nvSpPr>
        <p:spPr>
          <a:xfrm>
            <a:off x="1097598" y="1626248"/>
            <a:ext cx="7467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 = </a:t>
            </a:r>
            <a:r>
              <a:rPr lang="en-US" dirty="0">
                <a:solidFill>
                  <a:srgbClr val="EB6E19"/>
                </a:solidFill>
                <a:latin typeface="Consolas" panose="020B0609020204030204" pitchFamily="49" charset="0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(at most 4 children and 3 keys),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C2014C-AC81-0929-00DE-65626A1081DD}"/>
              </a:ext>
            </a:extLst>
          </p:cNvPr>
          <p:cNvSpPr/>
          <p:nvPr/>
        </p:nvSpPr>
        <p:spPr>
          <a:xfrm>
            <a:off x="5158383" y="2440881"/>
            <a:ext cx="1353889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10  20  30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04D778-187B-615E-6917-D33C69B154F2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1667740" y="2745293"/>
            <a:ext cx="3480148" cy="107886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ED2BEE3-521D-DFA5-B0AA-327AFB8A2BB7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3685148" y="2734796"/>
            <a:ext cx="1924534" cy="108936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658A74-F91C-594A-E905-A3DE3DE33B9D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6039985" y="2734796"/>
            <a:ext cx="247115" cy="1118581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AD9FFD-B31C-2870-ED2B-814A2C21F984}"/>
              </a:ext>
            </a:extLst>
          </p:cNvPr>
          <p:cNvCxnSpPr>
            <a:cxnSpLocks/>
          </p:cNvCxnSpPr>
          <p:nvPr/>
        </p:nvCxnSpPr>
        <p:spPr>
          <a:xfrm>
            <a:off x="6512272" y="2713802"/>
            <a:ext cx="3051178" cy="113652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4EC97DF-4750-2EEA-12A5-097BFE6B88D0}"/>
              </a:ext>
            </a:extLst>
          </p:cNvPr>
          <p:cNvSpPr/>
          <p:nvPr/>
        </p:nvSpPr>
        <p:spPr>
          <a:xfrm>
            <a:off x="1195453" y="3824156"/>
            <a:ext cx="944574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A56B3B-4B40-0F3F-8ED7-8E776BCDA4D0}"/>
              </a:ext>
            </a:extLst>
          </p:cNvPr>
          <p:cNvSpPr/>
          <p:nvPr/>
        </p:nvSpPr>
        <p:spPr>
          <a:xfrm>
            <a:off x="3199632" y="3824156"/>
            <a:ext cx="971031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13 17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81160F-15A0-F19D-095B-4787A814AE19}"/>
              </a:ext>
            </a:extLst>
          </p:cNvPr>
          <p:cNvSpPr/>
          <p:nvPr/>
        </p:nvSpPr>
        <p:spPr>
          <a:xfrm>
            <a:off x="5610155" y="3853377"/>
            <a:ext cx="1353889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25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15E804-6532-9BC3-4076-0A7ADAD28858}"/>
              </a:ext>
            </a:extLst>
          </p:cNvPr>
          <p:cNvSpPr/>
          <p:nvPr/>
        </p:nvSpPr>
        <p:spPr>
          <a:xfrm>
            <a:off x="9127341" y="3852453"/>
            <a:ext cx="1274518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35 60 70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F25893-1D72-C2B4-B53B-684EAF391CE0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604112" y="4118071"/>
            <a:ext cx="585364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4FE64F9-3D62-E6D1-76DB-0C2D506A8C5A}"/>
              </a:ext>
            </a:extLst>
          </p:cNvPr>
          <p:cNvCxnSpPr>
            <a:cxnSpLocks/>
            <a:stCxn id="29" idx="2"/>
            <a:endCxn id="44" idx="0"/>
          </p:cNvCxnSpPr>
          <p:nvPr/>
        </p:nvCxnSpPr>
        <p:spPr>
          <a:xfrm flipH="1">
            <a:off x="1404289" y="4118071"/>
            <a:ext cx="263451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E395E1F-8235-EE8D-8573-DBC91B8681DB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1901662" y="4118071"/>
            <a:ext cx="232483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37950F8-3B55-9E1D-0B3A-11C6FC14E9A7}"/>
              </a:ext>
            </a:extLst>
          </p:cNvPr>
          <p:cNvCxnSpPr>
            <a:cxnSpLocks/>
          </p:cNvCxnSpPr>
          <p:nvPr/>
        </p:nvCxnSpPr>
        <p:spPr>
          <a:xfrm flipH="1">
            <a:off x="2852522" y="4118071"/>
            <a:ext cx="548065" cy="1112924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1E1CD93-CFFA-0D74-DFFB-3CF467F86FAA}"/>
              </a:ext>
            </a:extLst>
          </p:cNvPr>
          <p:cNvCxnSpPr>
            <a:cxnSpLocks/>
          </p:cNvCxnSpPr>
          <p:nvPr/>
        </p:nvCxnSpPr>
        <p:spPr>
          <a:xfrm>
            <a:off x="3696483" y="4111288"/>
            <a:ext cx="1867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6987F33-2EC5-1877-75FC-E4A17FBB57F6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4083652" y="4118071"/>
            <a:ext cx="87542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6A3A46F-F41B-6A41-B468-D4A5FAC678E2}"/>
              </a:ext>
            </a:extLst>
          </p:cNvPr>
          <p:cNvCxnSpPr>
            <a:cxnSpLocks/>
          </p:cNvCxnSpPr>
          <p:nvPr/>
        </p:nvCxnSpPr>
        <p:spPr>
          <a:xfrm flipH="1">
            <a:off x="5752510" y="4147292"/>
            <a:ext cx="245414" cy="108370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58875E7-E6BA-DAA0-AFC7-569279B0E290}"/>
              </a:ext>
            </a:extLst>
          </p:cNvPr>
          <p:cNvCxnSpPr>
            <a:cxnSpLocks/>
          </p:cNvCxnSpPr>
          <p:nvPr/>
        </p:nvCxnSpPr>
        <p:spPr>
          <a:xfrm>
            <a:off x="6595975" y="4147292"/>
            <a:ext cx="531525" cy="109420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A7D771C-B584-957C-598A-BF096F890CC2}"/>
              </a:ext>
            </a:extLst>
          </p:cNvPr>
          <p:cNvGrpSpPr/>
          <p:nvPr/>
        </p:nvGrpSpPr>
        <p:grpSpPr>
          <a:xfrm>
            <a:off x="236029" y="5237778"/>
            <a:ext cx="11523789" cy="262799"/>
            <a:chOff x="398118" y="5877635"/>
            <a:chExt cx="11523789" cy="26279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434025F-CD74-EB1E-780C-C675F06932A3}"/>
                </a:ext>
              </a:extLst>
            </p:cNvPr>
            <p:cNvSpPr/>
            <p:nvPr/>
          </p:nvSpPr>
          <p:spPr>
            <a:xfrm>
              <a:off x="398118" y="5877635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1 2 3 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CBF8F3A-4EEF-CEBA-27F3-DE809DB1CCDE}"/>
                </a:ext>
              </a:extLst>
            </p:cNvPr>
            <p:cNvSpPr/>
            <p:nvPr/>
          </p:nvSpPr>
          <p:spPr>
            <a:xfrm>
              <a:off x="1198295" y="5877636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4 5 6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1C05E27-11DA-F76C-0459-9AAA8944817E}"/>
                </a:ext>
              </a:extLst>
            </p:cNvPr>
            <p:cNvSpPr/>
            <p:nvPr/>
          </p:nvSpPr>
          <p:spPr>
            <a:xfrm>
              <a:off x="1983621" y="5877636"/>
              <a:ext cx="62522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7 8 9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6152B76-0FF3-B8DF-772C-386530C24C89}"/>
                </a:ext>
              </a:extLst>
            </p:cNvPr>
            <p:cNvSpPr/>
            <p:nvPr/>
          </p:nvSpPr>
          <p:spPr>
            <a:xfrm>
              <a:off x="2658007" y="5877636"/>
              <a:ext cx="822225" cy="262797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10 11 12 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65C37DF-AC29-18D0-3BA2-3702E32C94C4}"/>
                </a:ext>
              </a:extLst>
            </p:cNvPr>
            <p:cNvSpPr/>
            <p:nvPr/>
          </p:nvSpPr>
          <p:spPr>
            <a:xfrm>
              <a:off x="3529392" y="5877635"/>
              <a:ext cx="1064378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13 14 15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9DDD1DC-2506-62E1-5EBD-6097A16F0729}"/>
                </a:ext>
              </a:extLst>
            </p:cNvPr>
            <p:cNvSpPr/>
            <p:nvPr/>
          </p:nvSpPr>
          <p:spPr>
            <a:xfrm>
              <a:off x="4642930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17 18 19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C7FCB17-B275-3DBB-FD59-F203ACF8E80A}"/>
                </a:ext>
              </a:extLst>
            </p:cNvPr>
            <p:cNvSpPr/>
            <p:nvPr/>
          </p:nvSpPr>
          <p:spPr>
            <a:xfrm>
              <a:off x="5648569" y="5877635"/>
              <a:ext cx="118872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20 21 22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A024503-239B-9510-4FA1-D4795A98A8D3}"/>
                </a:ext>
              </a:extLst>
            </p:cNvPr>
            <p:cNvSpPr/>
            <p:nvPr/>
          </p:nvSpPr>
          <p:spPr>
            <a:xfrm>
              <a:off x="6886449" y="5877635"/>
              <a:ext cx="8955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25 27 29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E8729F2-8DF5-1E6E-1CAE-C8F64ABADF50}"/>
                </a:ext>
              </a:extLst>
            </p:cNvPr>
            <p:cNvSpPr/>
            <p:nvPr/>
          </p:nvSpPr>
          <p:spPr>
            <a:xfrm>
              <a:off x="7831188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30 31 33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8DF247E-19A1-77E0-9EFB-DBB5070F42C2}"/>
                </a:ext>
              </a:extLst>
            </p:cNvPr>
            <p:cNvSpPr/>
            <p:nvPr/>
          </p:nvSpPr>
          <p:spPr>
            <a:xfrm>
              <a:off x="8900625" y="5877635"/>
              <a:ext cx="1233548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35 50 55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DA38232-8C48-EFB6-E8D5-19E452AC3F06}"/>
                </a:ext>
              </a:extLst>
            </p:cNvPr>
            <p:cNvSpPr/>
            <p:nvPr/>
          </p:nvSpPr>
          <p:spPr>
            <a:xfrm>
              <a:off x="10266315" y="5877635"/>
              <a:ext cx="783475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60 65 66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FF90ACD-C483-C472-6801-D9199A1F233F}"/>
                </a:ext>
              </a:extLst>
            </p:cNvPr>
            <p:cNvSpPr/>
            <p:nvPr/>
          </p:nvSpPr>
          <p:spPr>
            <a:xfrm>
              <a:off x="11098947" y="5877636"/>
              <a:ext cx="82296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70 71 72</a:t>
              </a:r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5F7AE3B-AE68-00E5-189B-A245F4A632E1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8147339" y="4146368"/>
            <a:ext cx="1046996" cy="109141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EE85D80-0F88-9BA7-F143-B188938A0DAA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9355310" y="4148499"/>
            <a:ext cx="346394" cy="1089279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C54ED61-730E-09E4-3BE5-CAD1D201E884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9908286" y="4141716"/>
            <a:ext cx="587678" cy="1096062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5BEE63C-C853-9BFC-AD3E-0E57D7E3525E}"/>
              </a:ext>
            </a:extLst>
          </p:cNvPr>
          <p:cNvCxnSpPr>
            <a:cxnSpLocks/>
          </p:cNvCxnSpPr>
          <p:nvPr/>
        </p:nvCxnSpPr>
        <p:spPr>
          <a:xfrm>
            <a:off x="10295223" y="4148499"/>
            <a:ext cx="914692" cy="1082496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32042-4164-3E1B-097E-D5713581E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B174488-E823-D6EA-8F01-4A0AC23C745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7F5671A2-AA50-B08D-0F5E-B4AADCB3E8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44" descr="Logo COP3530">
              <a:extLst>
                <a:ext uri="{FF2B5EF4-FFF2-40B4-BE49-F238E27FC236}">
                  <a16:creationId xmlns:a16="http://schemas.microsoft.com/office/drawing/2014/main" id="{727940CB-219F-2C0B-8079-9D098E5EF5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1FCBBD3-FCB9-31F9-5DE5-1346A74F4BA3}"/>
              </a:ext>
            </a:extLst>
          </p:cNvPr>
          <p:cNvSpPr txBox="1"/>
          <p:nvPr/>
        </p:nvSpPr>
        <p:spPr>
          <a:xfrm>
            <a:off x="8619492" y="2440881"/>
            <a:ext cx="3125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 40</a:t>
            </a:r>
          </a:p>
        </p:txBody>
      </p:sp>
    </p:spTree>
    <p:extLst>
      <p:ext uri="{BB962C8B-B14F-4D97-AF65-F5344CB8AC3E}">
        <p14:creationId xmlns:p14="http://schemas.microsoft.com/office/powerpoint/2010/main" val="668188614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82B0C-C46C-055A-9583-F72237F16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61692-0C79-76B5-5D2B-67F894459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B+ Tree Insertion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292060-6589-E566-EE39-EE1E6335CF12}"/>
              </a:ext>
            </a:extLst>
          </p:cNvPr>
          <p:cNvSpPr txBox="1"/>
          <p:nvPr/>
        </p:nvSpPr>
        <p:spPr>
          <a:xfrm>
            <a:off x="1097598" y="1626248"/>
            <a:ext cx="7467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 = </a:t>
            </a:r>
            <a:r>
              <a:rPr lang="en-US" dirty="0">
                <a:solidFill>
                  <a:srgbClr val="EB6E19"/>
                </a:solidFill>
                <a:latin typeface="Consolas" panose="020B0609020204030204" pitchFamily="49" charset="0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(at most 4 children and 3 keys),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5501F9-F95D-23BF-788D-2C07EEBBFDA0}"/>
              </a:ext>
            </a:extLst>
          </p:cNvPr>
          <p:cNvSpPr/>
          <p:nvPr/>
        </p:nvSpPr>
        <p:spPr>
          <a:xfrm>
            <a:off x="5158383" y="2440881"/>
            <a:ext cx="1353889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10  20  30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028AC6-D875-596F-E34B-02CD27F8B4B6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1667740" y="2745293"/>
            <a:ext cx="3480148" cy="107886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D68FADE-0137-7C32-FC57-3A3895E1973F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3685148" y="2734796"/>
            <a:ext cx="1924534" cy="108936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B81DB50-3656-48DA-C5D1-B508069983F5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6039985" y="2734796"/>
            <a:ext cx="247115" cy="1118581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AF3E617-8C19-3DCE-453E-F5B8F5201A00}"/>
              </a:ext>
            </a:extLst>
          </p:cNvPr>
          <p:cNvCxnSpPr>
            <a:cxnSpLocks/>
          </p:cNvCxnSpPr>
          <p:nvPr/>
        </p:nvCxnSpPr>
        <p:spPr>
          <a:xfrm>
            <a:off x="6512272" y="2713802"/>
            <a:ext cx="3051178" cy="113652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110D92B-B7EC-3027-71DC-19170089BDEC}"/>
              </a:ext>
            </a:extLst>
          </p:cNvPr>
          <p:cNvSpPr/>
          <p:nvPr/>
        </p:nvSpPr>
        <p:spPr>
          <a:xfrm>
            <a:off x="1195453" y="3824156"/>
            <a:ext cx="944574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2AB5AF-17A5-09ED-E00B-5719ECB08731}"/>
              </a:ext>
            </a:extLst>
          </p:cNvPr>
          <p:cNvSpPr/>
          <p:nvPr/>
        </p:nvSpPr>
        <p:spPr>
          <a:xfrm>
            <a:off x="3199632" y="3824156"/>
            <a:ext cx="971031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13 17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3D100E-765B-A815-C90C-D572FBE5B22D}"/>
              </a:ext>
            </a:extLst>
          </p:cNvPr>
          <p:cNvSpPr/>
          <p:nvPr/>
        </p:nvSpPr>
        <p:spPr>
          <a:xfrm>
            <a:off x="5610155" y="3853377"/>
            <a:ext cx="1353889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25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3A4C10-BEF9-11FB-1F74-FBF9460A4B1C}"/>
              </a:ext>
            </a:extLst>
          </p:cNvPr>
          <p:cNvSpPr/>
          <p:nvPr/>
        </p:nvSpPr>
        <p:spPr>
          <a:xfrm>
            <a:off x="9127341" y="3852453"/>
            <a:ext cx="1274518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35 60 70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36B7D10-DEFD-9142-51B1-B34FD7D9356F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604112" y="4118071"/>
            <a:ext cx="585364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A925C72-F42B-E5B4-B425-7C0AB70BBE27}"/>
              </a:ext>
            </a:extLst>
          </p:cNvPr>
          <p:cNvCxnSpPr>
            <a:cxnSpLocks/>
            <a:stCxn id="29" idx="2"/>
            <a:endCxn id="44" idx="0"/>
          </p:cNvCxnSpPr>
          <p:nvPr/>
        </p:nvCxnSpPr>
        <p:spPr>
          <a:xfrm flipH="1">
            <a:off x="1404289" y="4118071"/>
            <a:ext cx="263451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2F04EB1-9B89-90B8-3FB9-3241BEDD14E8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1901662" y="4118071"/>
            <a:ext cx="232483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DD18EF8-4CB3-F34E-76F4-CC994619A19E}"/>
              </a:ext>
            </a:extLst>
          </p:cNvPr>
          <p:cNvCxnSpPr>
            <a:cxnSpLocks/>
          </p:cNvCxnSpPr>
          <p:nvPr/>
        </p:nvCxnSpPr>
        <p:spPr>
          <a:xfrm flipH="1">
            <a:off x="2852522" y="4118071"/>
            <a:ext cx="548065" cy="1112924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A945A5D-AD48-C001-C36F-4477919657E3}"/>
              </a:ext>
            </a:extLst>
          </p:cNvPr>
          <p:cNvCxnSpPr>
            <a:cxnSpLocks/>
          </p:cNvCxnSpPr>
          <p:nvPr/>
        </p:nvCxnSpPr>
        <p:spPr>
          <a:xfrm>
            <a:off x="3696483" y="4111288"/>
            <a:ext cx="1867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32E80ED-B4F6-697A-398B-4B1C8DA289E6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4083652" y="4118071"/>
            <a:ext cx="87542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E06FCC2-68B1-7F59-AA08-BFC88352032E}"/>
              </a:ext>
            </a:extLst>
          </p:cNvPr>
          <p:cNvCxnSpPr>
            <a:cxnSpLocks/>
          </p:cNvCxnSpPr>
          <p:nvPr/>
        </p:nvCxnSpPr>
        <p:spPr>
          <a:xfrm flipH="1">
            <a:off x="5752510" y="4147292"/>
            <a:ext cx="245414" cy="108370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8F6228A-6D90-2D0C-6BB5-BF8774A8C9F9}"/>
              </a:ext>
            </a:extLst>
          </p:cNvPr>
          <p:cNvCxnSpPr>
            <a:cxnSpLocks/>
          </p:cNvCxnSpPr>
          <p:nvPr/>
        </p:nvCxnSpPr>
        <p:spPr>
          <a:xfrm>
            <a:off x="6595975" y="4147292"/>
            <a:ext cx="531525" cy="109420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7B740D9B-F3C4-DA7B-17D6-F77837E78E72}"/>
              </a:ext>
            </a:extLst>
          </p:cNvPr>
          <p:cNvGrpSpPr/>
          <p:nvPr/>
        </p:nvGrpSpPr>
        <p:grpSpPr>
          <a:xfrm>
            <a:off x="236029" y="5237778"/>
            <a:ext cx="11523789" cy="262799"/>
            <a:chOff x="398118" y="5877635"/>
            <a:chExt cx="11523789" cy="26279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2B87554-9338-6744-53F3-2CC379494969}"/>
                </a:ext>
              </a:extLst>
            </p:cNvPr>
            <p:cNvSpPr/>
            <p:nvPr/>
          </p:nvSpPr>
          <p:spPr>
            <a:xfrm>
              <a:off x="398118" y="5877635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1 2 3 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91C8F94-A037-B908-ABAC-B444F47DB79D}"/>
                </a:ext>
              </a:extLst>
            </p:cNvPr>
            <p:cNvSpPr/>
            <p:nvPr/>
          </p:nvSpPr>
          <p:spPr>
            <a:xfrm>
              <a:off x="1198295" y="5877636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4 5 6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5F3A78C-3519-A913-9B29-69A4B357901A}"/>
                </a:ext>
              </a:extLst>
            </p:cNvPr>
            <p:cNvSpPr/>
            <p:nvPr/>
          </p:nvSpPr>
          <p:spPr>
            <a:xfrm>
              <a:off x="1983621" y="5877636"/>
              <a:ext cx="62522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7 8 9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2870A0C-86DE-7C11-BFDB-F861D2055739}"/>
                </a:ext>
              </a:extLst>
            </p:cNvPr>
            <p:cNvSpPr/>
            <p:nvPr/>
          </p:nvSpPr>
          <p:spPr>
            <a:xfrm>
              <a:off x="2658007" y="5877636"/>
              <a:ext cx="822225" cy="262797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10 11 12 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EBFB640-87FF-8B21-B4D8-1634EF9072C5}"/>
                </a:ext>
              </a:extLst>
            </p:cNvPr>
            <p:cNvSpPr/>
            <p:nvPr/>
          </p:nvSpPr>
          <p:spPr>
            <a:xfrm>
              <a:off x="3529392" y="5877635"/>
              <a:ext cx="1064378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13 14 15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EF133F1-3DEC-827F-BEF9-151176FF7DE4}"/>
                </a:ext>
              </a:extLst>
            </p:cNvPr>
            <p:cNvSpPr/>
            <p:nvPr/>
          </p:nvSpPr>
          <p:spPr>
            <a:xfrm>
              <a:off x="4642930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17 18 19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A62ABF8-A6B2-1646-6B0E-D50D57EBFE1C}"/>
                </a:ext>
              </a:extLst>
            </p:cNvPr>
            <p:cNvSpPr/>
            <p:nvPr/>
          </p:nvSpPr>
          <p:spPr>
            <a:xfrm>
              <a:off x="5648569" y="5877635"/>
              <a:ext cx="118872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20 21 22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9C64BEF-FAD4-69F0-6372-336B3B82A9BB}"/>
                </a:ext>
              </a:extLst>
            </p:cNvPr>
            <p:cNvSpPr/>
            <p:nvPr/>
          </p:nvSpPr>
          <p:spPr>
            <a:xfrm>
              <a:off x="6886449" y="5877635"/>
              <a:ext cx="8955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25 27 29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480A36E-061D-8A0B-0260-1ED43893E510}"/>
                </a:ext>
              </a:extLst>
            </p:cNvPr>
            <p:cNvSpPr/>
            <p:nvPr/>
          </p:nvSpPr>
          <p:spPr>
            <a:xfrm>
              <a:off x="7831188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30 31 33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A05BA48-99B7-A5E1-71B5-F74AC53F9C15}"/>
                </a:ext>
              </a:extLst>
            </p:cNvPr>
            <p:cNvSpPr/>
            <p:nvPr/>
          </p:nvSpPr>
          <p:spPr>
            <a:xfrm>
              <a:off x="8900625" y="5877635"/>
              <a:ext cx="1233548" cy="26279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35 40 50 55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63C1F16-B03F-5645-F530-6F8B6CA502F8}"/>
                </a:ext>
              </a:extLst>
            </p:cNvPr>
            <p:cNvSpPr/>
            <p:nvPr/>
          </p:nvSpPr>
          <p:spPr>
            <a:xfrm>
              <a:off x="10266315" y="5877635"/>
              <a:ext cx="783475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60 65 66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E96DE4B-818C-FC6A-E567-7C589CC5653E}"/>
                </a:ext>
              </a:extLst>
            </p:cNvPr>
            <p:cNvSpPr/>
            <p:nvPr/>
          </p:nvSpPr>
          <p:spPr>
            <a:xfrm>
              <a:off x="11098947" y="5877636"/>
              <a:ext cx="82296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70 71 72</a:t>
              </a:r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C17925D-7100-E3DB-DDD5-DA593ADBB69C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8147339" y="4146368"/>
            <a:ext cx="1046996" cy="109141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527246F-0BF1-479A-F081-E0F6C8EFEC0F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9355310" y="4148499"/>
            <a:ext cx="346394" cy="1089279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F7E304E-28C6-B6E0-DBA9-3223F131454A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9908286" y="4141716"/>
            <a:ext cx="587678" cy="1096062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12F6FC6-A2EA-914C-049C-63DA9C365129}"/>
              </a:ext>
            </a:extLst>
          </p:cNvPr>
          <p:cNvCxnSpPr>
            <a:cxnSpLocks/>
          </p:cNvCxnSpPr>
          <p:nvPr/>
        </p:nvCxnSpPr>
        <p:spPr>
          <a:xfrm>
            <a:off x="10295223" y="4148499"/>
            <a:ext cx="914692" cy="1082496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B3D42-D8CE-69BF-03D1-78CB86FE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28A65A5-156A-37FB-1731-4FC8BE2CCE7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14AB22E4-EDCE-3365-1CFE-5BB8A55D35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44" descr="Logo COP3530">
              <a:extLst>
                <a:ext uri="{FF2B5EF4-FFF2-40B4-BE49-F238E27FC236}">
                  <a16:creationId xmlns:a16="http://schemas.microsoft.com/office/drawing/2014/main" id="{72E6657B-A17A-E0C7-5B89-0EB06BFF35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6A4E842-5806-4666-8269-75184C2ED1E5}"/>
              </a:ext>
            </a:extLst>
          </p:cNvPr>
          <p:cNvSpPr txBox="1"/>
          <p:nvPr/>
        </p:nvSpPr>
        <p:spPr>
          <a:xfrm>
            <a:off x="8619492" y="2440881"/>
            <a:ext cx="3125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 40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Leaf node has more than 3 Keys!</a:t>
            </a:r>
          </a:p>
        </p:txBody>
      </p:sp>
    </p:spTree>
    <p:extLst>
      <p:ext uri="{BB962C8B-B14F-4D97-AF65-F5344CB8AC3E}">
        <p14:creationId xmlns:p14="http://schemas.microsoft.com/office/powerpoint/2010/main" val="412555634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FF21F1-6EF3-2B1A-2437-8C3CA28F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B349-CB6C-4C0F-2736-B2A37C249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B+ Tree Insertion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D29067-121F-E44B-175B-BCE47F6AD27B}"/>
              </a:ext>
            </a:extLst>
          </p:cNvPr>
          <p:cNvSpPr txBox="1"/>
          <p:nvPr/>
        </p:nvSpPr>
        <p:spPr>
          <a:xfrm>
            <a:off x="1097598" y="1626248"/>
            <a:ext cx="7467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 = </a:t>
            </a:r>
            <a:r>
              <a:rPr lang="en-US" dirty="0">
                <a:solidFill>
                  <a:srgbClr val="EB6E19"/>
                </a:solidFill>
                <a:latin typeface="Consolas" panose="020B0609020204030204" pitchFamily="49" charset="0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(at most 4 children and 3 keys),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201A19-0161-406E-89A2-73D6D7D76E21}"/>
              </a:ext>
            </a:extLst>
          </p:cNvPr>
          <p:cNvSpPr/>
          <p:nvPr/>
        </p:nvSpPr>
        <p:spPr>
          <a:xfrm>
            <a:off x="5158383" y="2440881"/>
            <a:ext cx="1353889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10  20  30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D042C9-B3CD-96B8-0A5A-CE6BEEE08513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1667740" y="2745293"/>
            <a:ext cx="3480148" cy="107886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D7D627-B73F-0002-4B4A-950001C53F5A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3685148" y="2734796"/>
            <a:ext cx="1924534" cy="108936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AF2CBD3-BFFC-F620-B554-376C59DD37C6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6039985" y="2734796"/>
            <a:ext cx="247115" cy="1118581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EAC847C-64AD-D053-22D6-85D52BFAC1D2}"/>
              </a:ext>
            </a:extLst>
          </p:cNvPr>
          <p:cNvCxnSpPr>
            <a:cxnSpLocks/>
          </p:cNvCxnSpPr>
          <p:nvPr/>
        </p:nvCxnSpPr>
        <p:spPr>
          <a:xfrm>
            <a:off x="6512272" y="2713802"/>
            <a:ext cx="3051178" cy="113652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5D82600-809C-DEA0-9E18-100F42804C88}"/>
              </a:ext>
            </a:extLst>
          </p:cNvPr>
          <p:cNvSpPr/>
          <p:nvPr/>
        </p:nvSpPr>
        <p:spPr>
          <a:xfrm>
            <a:off x="1195453" y="3824156"/>
            <a:ext cx="944574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3C6A43-8E4F-C0D7-BE17-17B22BE73F46}"/>
              </a:ext>
            </a:extLst>
          </p:cNvPr>
          <p:cNvSpPr/>
          <p:nvPr/>
        </p:nvSpPr>
        <p:spPr>
          <a:xfrm>
            <a:off x="3199632" y="3824156"/>
            <a:ext cx="971031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13 17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A124B52-5461-CCB4-D72E-2A9133CCB34D}"/>
              </a:ext>
            </a:extLst>
          </p:cNvPr>
          <p:cNvSpPr/>
          <p:nvPr/>
        </p:nvSpPr>
        <p:spPr>
          <a:xfrm>
            <a:off x="5610155" y="3853377"/>
            <a:ext cx="1353889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25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3F0A87-9519-C3EE-5850-FBDD39FFFA4B}"/>
              </a:ext>
            </a:extLst>
          </p:cNvPr>
          <p:cNvSpPr/>
          <p:nvPr/>
        </p:nvSpPr>
        <p:spPr>
          <a:xfrm>
            <a:off x="9127341" y="3852453"/>
            <a:ext cx="1274518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35 50 60 70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98C9AC3-189F-839D-F8BC-4389D8A5F749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604112" y="4118071"/>
            <a:ext cx="585364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349717A-307C-EFC4-7BD9-D58FCA83A2FA}"/>
              </a:ext>
            </a:extLst>
          </p:cNvPr>
          <p:cNvCxnSpPr>
            <a:cxnSpLocks/>
            <a:stCxn id="29" idx="2"/>
            <a:endCxn id="44" idx="0"/>
          </p:cNvCxnSpPr>
          <p:nvPr/>
        </p:nvCxnSpPr>
        <p:spPr>
          <a:xfrm flipH="1">
            <a:off x="1404289" y="4118071"/>
            <a:ext cx="263451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E3E020A-3152-0454-03EA-C06D62AC5133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1901662" y="4118071"/>
            <a:ext cx="232483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1AC72BF-4F02-9019-51BD-2369F533A965}"/>
              </a:ext>
            </a:extLst>
          </p:cNvPr>
          <p:cNvCxnSpPr>
            <a:cxnSpLocks/>
          </p:cNvCxnSpPr>
          <p:nvPr/>
        </p:nvCxnSpPr>
        <p:spPr>
          <a:xfrm flipH="1">
            <a:off x="2852522" y="4118071"/>
            <a:ext cx="548065" cy="1112924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00ED911-0B59-3F35-91D7-68EE24FFD5E5}"/>
              </a:ext>
            </a:extLst>
          </p:cNvPr>
          <p:cNvCxnSpPr>
            <a:cxnSpLocks/>
          </p:cNvCxnSpPr>
          <p:nvPr/>
        </p:nvCxnSpPr>
        <p:spPr>
          <a:xfrm>
            <a:off x="3696483" y="4111288"/>
            <a:ext cx="1867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CB37C33-E6F4-78B7-80BB-9D3F5FE8922D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4083652" y="4118071"/>
            <a:ext cx="87542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573A7E8-116D-F263-398F-C6CA83E0384A}"/>
              </a:ext>
            </a:extLst>
          </p:cNvPr>
          <p:cNvCxnSpPr>
            <a:cxnSpLocks/>
          </p:cNvCxnSpPr>
          <p:nvPr/>
        </p:nvCxnSpPr>
        <p:spPr>
          <a:xfrm flipH="1">
            <a:off x="5752510" y="4147292"/>
            <a:ext cx="245414" cy="108370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8A28E60-CE1D-CF98-970A-25FDADD47B31}"/>
              </a:ext>
            </a:extLst>
          </p:cNvPr>
          <p:cNvCxnSpPr>
            <a:cxnSpLocks/>
          </p:cNvCxnSpPr>
          <p:nvPr/>
        </p:nvCxnSpPr>
        <p:spPr>
          <a:xfrm>
            <a:off x="6595975" y="4147292"/>
            <a:ext cx="531525" cy="109420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5B51BA31-85D0-2284-A0E9-438559B1514F}"/>
              </a:ext>
            </a:extLst>
          </p:cNvPr>
          <p:cNvGrpSpPr/>
          <p:nvPr/>
        </p:nvGrpSpPr>
        <p:grpSpPr>
          <a:xfrm>
            <a:off x="236029" y="5237778"/>
            <a:ext cx="11523789" cy="262799"/>
            <a:chOff x="398118" y="5877635"/>
            <a:chExt cx="11523789" cy="26279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2BE3626-7B3A-4C20-BFFA-37610378FEB5}"/>
                </a:ext>
              </a:extLst>
            </p:cNvPr>
            <p:cNvSpPr/>
            <p:nvPr/>
          </p:nvSpPr>
          <p:spPr>
            <a:xfrm>
              <a:off x="398118" y="5877635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1 2 3 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F6A2690-7D25-798C-C3FD-D919A18D0722}"/>
                </a:ext>
              </a:extLst>
            </p:cNvPr>
            <p:cNvSpPr/>
            <p:nvPr/>
          </p:nvSpPr>
          <p:spPr>
            <a:xfrm>
              <a:off x="1198295" y="5877636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4 5 6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A1426E3-263D-ADF7-4114-6FE60A99BCE3}"/>
                </a:ext>
              </a:extLst>
            </p:cNvPr>
            <p:cNvSpPr/>
            <p:nvPr/>
          </p:nvSpPr>
          <p:spPr>
            <a:xfrm>
              <a:off x="1983621" y="5877636"/>
              <a:ext cx="62522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7 8 9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31A16B4-7A24-AD42-A6CF-B4ADD4EC196E}"/>
                </a:ext>
              </a:extLst>
            </p:cNvPr>
            <p:cNvSpPr/>
            <p:nvPr/>
          </p:nvSpPr>
          <p:spPr>
            <a:xfrm>
              <a:off x="2658007" y="5877636"/>
              <a:ext cx="822225" cy="262797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10 11 12 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5F96507-2B99-17C9-0F1D-9AD690B5BEB9}"/>
                </a:ext>
              </a:extLst>
            </p:cNvPr>
            <p:cNvSpPr/>
            <p:nvPr/>
          </p:nvSpPr>
          <p:spPr>
            <a:xfrm>
              <a:off x="3529392" y="5877635"/>
              <a:ext cx="1064378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13 14 15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A4B92FD-039E-6F4D-2BE4-FE9664BCABD4}"/>
                </a:ext>
              </a:extLst>
            </p:cNvPr>
            <p:cNvSpPr/>
            <p:nvPr/>
          </p:nvSpPr>
          <p:spPr>
            <a:xfrm>
              <a:off x="4642930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17 18 19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5FF2023-0C78-D020-0E70-A37456C4A482}"/>
                </a:ext>
              </a:extLst>
            </p:cNvPr>
            <p:cNvSpPr/>
            <p:nvPr/>
          </p:nvSpPr>
          <p:spPr>
            <a:xfrm>
              <a:off x="5648569" y="5877635"/>
              <a:ext cx="118872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20 21 22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718223A-91E8-FA31-6025-9A0AA890AC94}"/>
                </a:ext>
              </a:extLst>
            </p:cNvPr>
            <p:cNvSpPr/>
            <p:nvPr/>
          </p:nvSpPr>
          <p:spPr>
            <a:xfrm>
              <a:off x="6886449" y="5877635"/>
              <a:ext cx="8955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25 27 29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6411A46-415C-06DA-47C2-9B98F013D65B}"/>
                </a:ext>
              </a:extLst>
            </p:cNvPr>
            <p:cNvSpPr/>
            <p:nvPr/>
          </p:nvSpPr>
          <p:spPr>
            <a:xfrm>
              <a:off x="7831188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30 31 33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CF05836-ED3C-D2D3-43B2-ACED3C2BCEC1}"/>
                </a:ext>
              </a:extLst>
            </p:cNvPr>
            <p:cNvSpPr/>
            <p:nvPr/>
          </p:nvSpPr>
          <p:spPr>
            <a:xfrm>
              <a:off x="8900625" y="5877635"/>
              <a:ext cx="651739" cy="262798"/>
            </a:xfrm>
            <a:prstGeom prst="rect">
              <a:avLst/>
            </a:prstGeom>
            <a:noFill/>
            <a:ln>
              <a:solidFill>
                <a:srgbClr val="00DA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35 40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3841FFC-A243-AF47-1DFA-1FEFF75CE9CA}"/>
                </a:ext>
              </a:extLst>
            </p:cNvPr>
            <p:cNvSpPr/>
            <p:nvPr/>
          </p:nvSpPr>
          <p:spPr>
            <a:xfrm>
              <a:off x="10266315" y="5877635"/>
              <a:ext cx="783475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60 65 66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E5AF7B7-C10E-A0AB-EAC1-79D7E092AD61}"/>
                </a:ext>
              </a:extLst>
            </p:cNvPr>
            <p:cNvSpPr/>
            <p:nvPr/>
          </p:nvSpPr>
          <p:spPr>
            <a:xfrm>
              <a:off x="11098947" y="5877636"/>
              <a:ext cx="82296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70 71 72</a:t>
              </a:r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A09331F-4179-BC04-4503-25E6379A4F2E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8147339" y="4146368"/>
            <a:ext cx="1046996" cy="109141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E4A6876-2A02-B95D-B4B0-22FDD11F8E6A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9064406" y="4148499"/>
            <a:ext cx="438827" cy="1089279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DDF26AB-8020-D909-B439-5575CD3A60D7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9908286" y="4141716"/>
            <a:ext cx="587678" cy="1096062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197F770-749B-FE14-C8AA-E3F1AA1C453D}"/>
              </a:ext>
            </a:extLst>
          </p:cNvPr>
          <p:cNvCxnSpPr>
            <a:cxnSpLocks/>
          </p:cNvCxnSpPr>
          <p:nvPr/>
        </p:nvCxnSpPr>
        <p:spPr>
          <a:xfrm>
            <a:off x="10295223" y="4148499"/>
            <a:ext cx="914692" cy="1082496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95340-D2CC-0AFA-3482-D95FE174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33A729F-234E-3522-44ED-C7C520DBD3F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BB6D2FE0-CAC5-F8FE-C951-36A05E0EE7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44" descr="Logo COP3530">
              <a:extLst>
                <a:ext uri="{FF2B5EF4-FFF2-40B4-BE49-F238E27FC236}">
                  <a16:creationId xmlns:a16="http://schemas.microsoft.com/office/drawing/2014/main" id="{E6A2B9CA-95E2-5844-0C33-9C51CE8EBC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6D54CB7-DF7C-DE60-B081-5F93BB0329C8}"/>
              </a:ext>
            </a:extLst>
          </p:cNvPr>
          <p:cNvSpPr txBox="1"/>
          <p:nvPr/>
        </p:nvSpPr>
        <p:spPr>
          <a:xfrm>
            <a:off x="8619492" y="2440881"/>
            <a:ext cx="312547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 40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Split node and move central element to top. If leaf, keep a copy in leaf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482298-05AD-0BF3-065C-710F2A29883F}"/>
              </a:ext>
            </a:extLst>
          </p:cNvPr>
          <p:cNvSpPr/>
          <p:nvPr/>
        </p:nvSpPr>
        <p:spPr>
          <a:xfrm>
            <a:off x="9448699" y="5244561"/>
            <a:ext cx="587678" cy="262798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50 55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6716C4-D2B9-53AB-8F70-BDA8B2547EB5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9742538" y="4120748"/>
            <a:ext cx="22062" cy="112381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95891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5ABA9-D389-953A-435A-7F0895591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F7711-905F-2366-8500-F19259A7E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B+ Tree Insertion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609A9B-136F-6C74-00C5-F178E0F2355B}"/>
              </a:ext>
            </a:extLst>
          </p:cNvPr>
          <p:cNvSpPr txBox="1"/>
          <p:nvPr/>
        </p:nvSpPr>
        <p:spPr>
          <a:xfrm>
            <a:off x="1097598" y="1626248"/>
            <a:ext cx="7467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 = </a:t>
            </a:r>
            <a:r>
              <a:rPr lang="en-US" dirty="0">
                <a:solidFill>
                  <a:srgbClr val="EB6E19"/>
                </a:solidFill>
                <a:latin typeface="Consolas" panose="020B0609020204030204" pitchFamily="49" charset="0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(at most 4 children and 3 keys),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65093A-4F60-DC4C-36B0-C8F8AA46875E}"/>
              </a:ext>
            </a:extLst>
          </p:cNvPr>
          <p:cNvSpPr/>
          <p:nvPr/>
        </p:nvSpPr>
        <p:spPr>
          <a:xfrm>
            <a:off x="5158383" y="2440881"/>
            <a:ext cx="1353889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10  20  30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71916A-7818-4A11-09C8-0C3070B6C6AD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1667740" y="2745293"/>
            <a:ext cx="3480148" cy="107886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29C6FC-2298-BCBC-7FA0-0186A529C6A7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3685148" y="2734796"/>
            <a:ext cx="1924534" cy="108936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74A254-AF23-BE2E-B727-D8055D0CD343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6039985" y="2734796"/>
            <a:ext cx="247115" cy="1118581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E61CAE5-7DB9-664E-B2B5-C0EE1C3A01F5}"/>
              </a:ext>
            </a:extLst>
          </p:cNvPr>
          <p:cNvCxnSpPr>
            <a:cxnSpLocks/>
          </p:cNvCxnSpPr>
          <p:nvPr/>
        </p:nvCxnSpPr>
        <p:spPr>
          <a:xfrm>
            <a:off x="6512272" y="2713802"/>
            <a:ext cx="3051178" cy="113652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F4CA0D6-AF75-2823-5B91-5423FBEFF1AB}"/>
              </a:ext>
            </a:extLst>
          </p:cNvPr>
          <p:cNvSpPr/>
          <p:nvPr/>
        </p:nvSpPr>
        <p:spPr>
          <a:xfrm>
            <a:off x="1195453" y="3824156"/>
            <a:ext cx="944574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C36BFD-8630-B410-43A1-95DE7CF55494}"/>
              </a:ext>
            </a:extLst>
          </p:cNvPr>
          <p:cNvSpPr/>
          <p:nvPr/>
        </p:nvSpPr>
        <p:spPr>
          <a:xfrm>
            <a:off x="3199632" y="3824156"/>
            <a:ext cx="971031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13 17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0C9471-7F26-0819-A6E9-AF311CF49322}"/>
              </a:ext>
            </a:extLst>
          </p:cNvPr>
          <p:cNvSpPr/>
          <p:nvPr/>
        </p:nvSpPr>
        <p:spPr>
          <a:xfrm>
            <a:off x="5610155" y="3853377"/>
            <a:ext cx="1353889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25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125F82D-EE31-DCAA-CFD2-A4937B0361F7}"/>
              </a:ext>
            </a:extLst>
          </p:cNvPr>
          <p:cNvSpPr/>
          <p:nvPr/>
        </p:nvSpPr>
        <p:spPr>
          <a:xfrm>
            <a:off x="9127341" y="3852453"/>
            <a:ext cx="1274518" cy="2939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35 50 60 70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510902C-AD9F-61BD-E776-D2076BCFFA6C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604112" y="4118071"/>
            <a:ext cx="585364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948CA44-173F-ED4D-6668-E7B7BE5603CF}"/>
              </a:ext>
            </a:extLst>
          </p:cNvPr>
          <p:cNvCxnSpPr>
            <a:cxnSpLocks/>
            <a:stCxn id="29" idx="2"/>
            <a:endCxn id="44" idx="0"/>
          </p:cNvCxnSpPr>
          <p:nvPr/>
        </p:nvCxnSpPr>
        <p:spPr>
          <a:xfrm flipH="1">
            <a:off x="1404289" y="4118071"/>
            <a:ext cx="263451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232742E-F95E-9597-1824-326EA827DF52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1901662" y="4118071"/>
            <a:ext cx="232483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AB3BBA3-DEE3-28F8-09A3-AF8ECEB6B3A2}"/>
              </a:ext>
            </a:extLst>
          </p:cNvPr>
          <p:cNvCxnSpPr>
            <a:cxnSpLocks/>
          </p:cNvCxnSpPr>
          <p:nvPr/>
        </p:nvCxnSpPr>
        <p:spPr>
          <a:xfrm flipH="1">
            <a:off x="2852522" y="4118071"/>
            <a:ext cx="548065" cy="1112924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E277A0C-388C-7B6C-872A-C604234B26B7}"/>
              </a:ext>
            </a:extLst>
          </p:cNvPr>
          <p:cNvCxnSpPr>
            <a:cxnSpLocks/>
          </p:cNvCxnSpPr>
          <p:nvPr/>
        </p:nvCxnSpPr>
        <p:spPr>
          <a:xfrm>
            <a:off x="3696483" y="4111288"/>
            <a:ext cx="1867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F5C8D4F-19DB-38BB-E4E1-E98AB438294B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4083652" y="4118071"/>
            <a:ext cx="87542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F93BC9-731B-4DCC-DC3C-DB65BB704DE6}"/>
              </a:ext>
            </a:extLst>
          </p:cNvPr>
          <p:cNvCxnSpPr>
            <a:cxnSpLocks/>
          </p:cNvCxnSpPr>
          <p:nvPr/>
        </p:nvCxnSpPr>
        <p:spPr>
          <a:xfrm flipH="1">
            <a:off x="5752510" y="4147292"/>
            <a:ext cx="245414" cy="108370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D1F69A3-FE9E-A0CE-124D-84AE2E4274D9}"/>
              </a:ext>
            </a:extLst>
          </p:cNvPr>
          <p:cNvCxnSpPr>
            <a:cxnSpLocks/>
          </p:cNvCxnSpPr>
          <p:nvPr/>
        </p:nvCxnSpPr>
        <p:spPr>
          <a:xfrm>
            <a:off x="6595975" y="4147292"/>
            <a:ext cx="531525" cy="109420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485B080B-AABC-3548-DC7B-7D9EAB387195}"/>
              </a:ext>
            </a:extLst>
          </p:cNvPr>
          <p:cNvGrpSpPr/>
          <p:nvPr/>
        </p:nvGrpSpPr>
        <p:grpSpPr>
          <a:xfrm>
            <a:off x="236029" y="5237778"/>
            <a:ext cx="11523789" cy="262799"/>
            <a:chOff x="398118" y="5877635"/>
            <a:chExt cx="11523789" cy="26279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6352767-563D-2A06-7474-6F8D437A3B32}"/>
                </a:ext>
              </a:extLst>
            </p:cNvPr>
            <p:cNvSpPr/>
            <p:nvPr/>
          </p:nvSpPr>
          <p:spPr>
            <a:xfrm>
              <a:off x="398118" y="5877635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1 2 3 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CCD7725-554C-3573-9216-508B82E9BD43}"/>
                </a:ext>
              </a:extLst>
            </p:cNvPr>
            <p:cNvSpPr/>
            <p:nvPr/>
          </p:nvSpPr>
          <p:spPr>
            <a:xfrm>
              <a:off x="1198295" y="5877636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4 5 6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C3D79F3-A48D-BBCC-22D8-478727531271}"/>
                </a:ext>
              </a:extLst>
            </p:cNvPr>
            <p:cNvSpPr/>
            <p:nvPr/>
          </p:nvSpPr>
          <p:spPr>
            <a:xfrm>
              <a:off x="1983621" y="5877636"/>
              <a:ext cx="62522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7 8 9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4270E18-C4B8-CE56-287A-27F9F96C81A4}"/>
                </a:ext>
              </a:extLst>
            </p:cNvPr>
            <p:cNvSpPr/>
            <p:nvPr/>
          </p:nvSpPr>
          <p:spPr>
            <a:xfrm>
              <a:off x="2658007" y="5877636"/>
              <a:ext cx="822225" cy="262797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10 11 12 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8D1EACD-CAE4-8EAD-6AE5-C349E4A6BE5A}"/>
                </a:ext>
              </a:extLst>
            </p:cNvPr>
            <p:cNvSpPr/>
            <p:nvPr/>
          </p:nvSpPr>
          <p:spPr>
            <a:xfrm>
              <a:off x="3529392" y="5877635"/>
              <a:ext cx="1064378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13 14 15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6CC4299-BB24-72F3-2C3D-586D365279E8}"/>
                </a:ext>
              </a:extLst>
            </p:cNvPr>
            <p:cNvSpPr/>
            <p:nvPr/>
          </p:nvSpPr>
          <p:spPr>
            <a:xfrm>
              <a:off x="4642930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17 18 19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9AD5729-E7C7-BEBC-7BEC-984F860A74A5}"/>
                </a:ext>
              </a:extLst>
            </p:cNvPr>
            <p:cNvSpPr/>
            <p:nvPr/>
          </p:nvSpPr>
          <p:spPr>
            <a:xfrm>
              <a:off x="5648569" y="5877635"/>
              <a:ext cx="118872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20 21 22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387A300-1762-4BE7-F578-DDCEBCA223DA}"/>
                </a:ext>
              </a:extLst>
            </p:cNvPr>
            <p:cNvSpPr/>
            <p:nvPr/>
          </p:nvSpPr>
          <p:spPr>
            <a:xfrm>
              <a:off x="6886449" y="5877635"/>
              <a:ext cx="8955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25 27 29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D5ABC04-EEDC-C580-84A3-60DCA69889A1}"/>
                </a:ext>
              </a:extLst>
            </p:cNvPr>
            <p:cNvSpPr/>
            <p:nvPr/>
          </p:nvSpPr>
          <p:spPr>
            <a:xfrm>
              <a:off x="7831188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30 31 33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51C21E2-1605-6E56-CE94-EBC0F389588B}"/>
                </a:ext>
              </a:extLst>
            </p:cNvPr>
            <p:cNvSpPr/>
            <p:nvPr/>
          </p:nvSpPr>
          <p:spPr>
            <a:xfrm>
              <a:off x="8900625" y="5877635"/>
              <a:ext cx="651739" cy="262798"/>
            </a:xfrm>
            <a:prstGeom prst="rect">
              <a:avLst/>
            </a:prstGeom>
            <a:noFill/>
            <a:ln>
              <a:solidFill>
                <a:srgbClr val="00DA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35 40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8CE6086-0094-BFEE-53B1-5EC81F180488}"/>
                </a:ext>
              </a:extLst>
            </p:cNvPr>
            <p:cNvSpPr/>
            <p:nvPr/>
          </p:nvSpPr>
          <p:spPr>
            <a:xfrm>
              <a:off x="10266315" y="5877635"/>
              <a:ext cx="783475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60 65 66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1B9B3D9-82C2-2E45-BF9F-198202295276}"/>
                </a:ext>
              </a:extLst>
            </p:cNvPr>
            <p:cNvSpPr/>
            <p:nvPr/>
          </p:nvSpPr>
          <p:spPr>
            <a:xfrm>
              <a:off x="11098947" y="5877636"/>
              <a:ext cx="82296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70 71 72</a:t>
              </a:r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59A12C2-4B78-A216-AB15-58C22F4F2CEF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8147339" y="4146368"/>
            <a:ext cx="1046996" cy="109141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BACDB33-5438-AA62-0EA3-E5E4AAFC9007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9064406" y="4148499"/>
            <a:ext cx="438827" cy="1089279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55FA31D-D1A3-944A-74BC-968B6D9D28E7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9908286" y="4141716"/>
            <a:ext cx="587678" cy="1096062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8BF4500-8B17-6601-081E-FF66AD32B9C1}"/>
              </a:ext>
            </a:extLst>
          </p:cNvPr>
          <p:cNvCxnSpPr>
            <a:cxnSpLocks/>
          </p:cNvCxnSpPr>
          <p:nvPr/>
        </p:nvCxnSpPr>
        <p:spPr>
          <a:xfrm>
            <a:off x="10295223" y="4148499"/>
            <a:ext cx="914692" cy="1082496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ECBFD-26AE-DE1B-0B38-E2FF3FDB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D98DE4B-BC62-671D-0E11-6AC42B2477BD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D2BE2164-545B-64D1-1004-2C1F101D1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44" descr="Logo COP3530">
              <a:extLst>
                <a:ext uri="{FF2B5EF4-FFF2-40B4-BE49-F238E27FC236}">
                  <a16:creationId xmlns:a16="http://schemas.microsoft.com/office/drawing/2014/main" id="{D0D289E2-3C74-3D43-DEA4-AC33D34637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9A03FC-11E7-4ED5-F635-1FF520793098}"/>
              </a:ext>
            </a:extLst>
          </p:cNvPr>
          <p:cNvSpPr/>
          <p:nvPr/>
        </p:nvSpPr>
        <p:spPr>
          <a:xfrm>
            <a:off x="9448699" y="5244561"/>
            <a:ext cx="587678" cy="262798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50 55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0E9BC6-05D2-BA73-8DEC-C0BB3E6E6F70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9742538" y="4120748"/>
            <a:ext cx="22062" cy="112381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BDE8903-582E-415F-B7A3-946B8A0B8FEA}"/>
              </a:ext>
            </a:extLst>
          </p:cNvPr>
          <p:cNvSpPr txBox="1"/>
          <p:nvPr/>
        </p:nvSpPr>
        <p:spPr>
          <a:xfrm>
            <a:off x="8619492" y="2440881"/>
            <a:ext cx="3472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 40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Violation at internal node &gt;4 children</a:t>
            </a:r>
          </a:p>
        </p:txBody>
      </p:sp>
    </p:spTree>
    <p:extLst>
      <p:ext uri="{BB962C8B-B14F-4D97-AF65-F5344CB8AC3E}">
        <p14:creationId xmlns:p14="http://schemas.microsoft.com/office/powerpoint/2010/main" val="483005435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495E4-1BA8-4D5F-94E1-B51562683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11FBE-8DF8-2506-B143-DC18C9AA5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B+ Tree Insertion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6369A-E17A-144E-94CE-77618EB62331}"/>
              </a:ext>
            </a:extLst>
          </p:cNvPr>
          <p:cNvSpPr txBox="1"/>
          <p:nvPr/>
        </p:nvSpPr>
        <p:spPr>
          <a:xfrm>
            <a:off x="1097598" y="1626248"/>
            <a:ext cx="7467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 = </a:t>
            </a:r>
            <a:r>
              <a:rPr lang="en-US" dirty="0">
                <a:solidFill>
                  <a:srgbClr val="EB6E19"/>
                </a:solidFill>
                <a:latin typeface="Consolas" panose="020B0609020204030204" pitchFamily="49" charset="0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(at most 4 children and 3 keys),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980DB0-820E-732E-8C07-302800C998D6}"/>
              </a:ext>
            </a:extLst>
          </p:cNvPr>
          <p:cNvSpPr/>
          <p:nvPr/>
        </p:nvSpPr>
        <p:spPr>
          <a:xfrm>
            <a:off x="5158383" y="2440881"/>
            <a:ext cx="1353889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10  20  30 60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EE1B4A-70C8-E1E6-BAAE-5AF172089BC7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1667740" y="2745293"/>
            <a:ext cx="3480148" cy="107886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46CEF8-518B-DBA3-7B5C-BFB262A75464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3685148" y="2734796"/>
            <a:ext cx="1924534" cy="108936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4D2106F-2320-CAA8-D443-E4B6A32A989E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6039985" y="2734796"/>
            <a:ext cx="247115" cy="1118581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994A74-567C-8A43-16AE-C69F196D4F17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6512272" y="2713802"/>
            <a:ext cx="3983691" cy="1147565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6A94BD9-0B0C-5DD7-8A0B-FB1F3DD4ECAF}"/>
              </a:ext>
            </a:extLst>
          </p:cNvPr>
          <p:cNvSpPr/>
          <p:nvPr/>
        </p:nvSpPr>
        <p:spPr>
          <a:xfrm>
            <a:off x="1195453" y="3824156"/>
            <a:ext cx="944574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B255FC-72CC-2683-C83F-F88B513CE845}"/>
              </a:ext>
            </a:extLst>
          </p:cNvPr>
          <p:cNvSpPr/>
          <p:nvPr/>
        </p:nvSpPr>
        <p:spPr>
          <a:xfrm>
            <a:off x="3199632" y="3824156"/>
            <a:ext cx="971031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13 17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F6BB29-0E58-2B2A-8594-6A8B53EC8395}"/>
              </a:ext>
            </a:extLst>
          </p:cNvPr>
          <p:cNvSpPr/>
          <p:nvPr/>
        </p:nvSpPr>
        <p:spPr>
          <a:xfrm>
            <a:off x="5610155" y="3853377"/>
            <a:ext cx="1353889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25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E22F9D0-2916-9A56-A708-E8D8686F79DE}"/>
              </a:ext>
            </a:extLst>
          </p:cNvPr>
          <p:cNvSpPr/>
          <p:nvPr/>
        </p:nvSpPr>
        <p:spPr>
          <a:xfrm>
            <a:off x="10248947" y="3861367"/>
            <a:ext cx="494031" cy="293915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70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2F78132-33AD-2CB7-39D6-2987EB017DA7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604112" y="4118071"/>
            <a:ext cx="585364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B2892F7-041E-C8E9-693B-8BC5E8E3C35D}"/>
              </a:ext>
            </a:extLst>
          </p:cNvPr>
          <p:cNvCxnSpPr>
            <a:cxnSpLocks/>
            <a:stCxn id="29" idx="2"/>
            <a:endCxn id="44" idx="0"/>
          </p:cNvCxnSpPr>
          <p:nvPr/>
        </p:nvCxnSpPr>
        <p:spPr>
          <a:xfrm flipH="1">
            <a:off x="1404289" y="4118071"/>
            <a:ext cx="263451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895F702-6D82-C6E6-61DA-A48591BCB10D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1901662" y="4118071"/>
            <a:ext cx="232483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7D865D2-D4DA-CCBA-9A5E-DDD53457B8D4}"/>
              </a:ext>
            </a:extLst>
          </p:cNvPr>
          <p:cNvCxnSpPr>
            <a:cxnSpLocks/>
          </p:cNvCxnSpPr>
          <p:nvPr/>
        </p:nvCxnSpPr>
        <p:spPr>
          <a:xfrm flipH="1">
            <a:off x="2852522" y="4118071"/>
            <a:ext cx="548065" cy="1112924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3644EDD-12F9-A2DA-25FB-4CAE82200410}"/>
              </a:ext>
            </a:extLst>
          </p:cNvPr>
          <p:cNvCxnSpPr>
            <a:cxnSpLocks/>
          </p:cNvCxnSpPr>
          <p:nvPr/>
        </p:nvCxnSpPr>
        <p:spPr>
          <a:xfrm>
            <a:off x="3696483" y="4111288"/>
            <a:ext cx="1867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5506F34-1336-6954-D462-0059CF5661C5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4083652" y="4118071"/>
            <a:ext cx="87542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B047D6F-DEEA-7CD1-9434-095A3A21C2D9}"/>
              </a:ext>
            </a:extLst>
          </p:cNvPr>
          <p:cNvCxnSpPr>
            <a:cxnSpLocks/>
          </p:cNvCxnSpPr>
          <p:nvPr/>
        </p:nvCxnSpPr>
        <p:spPr>
          <a:xfrm flipH="1">
            <a:off x="5752510" y="4147292"/>
            <a:ext cx="245414" cy="108370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25E6BF-EF10-DCBA-17D7-4756916F0FA7}"/>
              </a:ext>
            </a:extLst>
          </p:cNvPr>
          <p:cNvCxnSpPr>
            <a:cxnSpLocks/>
          </p:cNvCxnSpPr>
          <p:nvPr/>
        </p:nvCxnSpPr>
        <p:spPr>
          <a:xfrm>
            <a:off x="6595975" y="4147292"/>
            <a:ext cx="531525" cy="109420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19FBA48-8F48-EAD2-7C5A-BBF9CB9706FD}"/>
              </a:ext>
            </a:extLst>
          </p:cNvPr>
          <p:cNvGrpSpPr/>
          <p:nvPr/>
        </p:nvGrpSpPr>
        <p:grpSpPr>
          <a:xfrm>
            <a:off x="236029" y="5237778"/>
            <a:ext cx="11523789" cy="262799"/>
            <a:chOff x="398118" y="5877635"/>
            <a:chExt cx="11523789" cy="26279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FF0F876-3D23-7092-F021-64BCA1CB54AA}"/>
                </a:ext>
              </a:extLst>
            </p:cNvPr>
            <p:cNvSpPr/>
            <p:nvPr/>
          </p:nvSpPr>
          <p:spPr>
            <a:xfrm>
              <a:off x="398118" y="5877635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1 2 3 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553837F-24A7-CC6D-F4AB-84348587E807}"/>
                </a:ext>
              </a:extLst>
            </p:cNvPr>
            <p:cNvSpPr/>
            <p:nvPr/>
          </p:nvSpPr>
          <p:spPr>
            <a:xfrm>
              <a:off x="1198295" y="5877636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4 5 6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EC95152-A5C5-0227-5DCA-660453CB3C74}"/>
                </a:ext>
              </a:extLst>
            </p:cNvPr>
            <p:cNvSpPr/>
            <p:nvPr/>
          </p:nvSpPr>
          <p:spPr>
            <a:xfrm>
              <a:off x="1983621" y="5877636"/>
              <a:ext cx="62522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7 8 9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4AA2551-7046-2556-CEFD-4879943A1287}"/>
                </a:ext>
              </a:extLst>
            </p:cNvPr>
            <p:cNvSpPr/>
            <p:nvPr/>
          </p:nvSpPr>
          <p:spPr>
            <a:xfrm>
              <a:off x="2658007" y="5877636"/>
              <a:ext cx="822225" cy="262797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10 11 12 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919CE7F-6868-BE35-E250-986E3F09773C}"/>
                </a:ext>
              </a:extLst>
            </p:cNvPr>
            <p:cNvSpPr/>
            <p:nvPr/>
          </p:nvSpPr>
          <p:spPr>
            <a:xfrm>
              <a:off x="3529392" y="5877635"/>
              <a:ext cx="1064378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13 14 15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ABCD965-0049-4837-A8F3-4B7789FCF266}"/>
                </a:ext>
              </a:extLst>
            </p:cNvPr>
            <p:cNvSpPr/>
            <p:nvPr/>
          </p:nvSpPr>
          <p:spPr>
            <a:xfrm>
              <a:off x="4642930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17 18 19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1B7B7DB-5907-E673-80E0-3EF02C5CD5DA}"/>
                </a:ext>
              </a:extLst>
            </p:cNvPr>
            <p:cNvSpPr/>
            <p:nvPr/>
          </p:nvSpPr>
          <p:spPr>
            <a:xfrm>
              <a:off x="5648569" y="5877635"/>
              <a:ext cx="118872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20 21 22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D7B8D8B-4DC5-54AE-EF66-A35D416E89A8}"/>
                </a:ext>
              </a:extLst>
            </p:cNvPr>
            <p:cNvSpPr/>
            <p:nvPr/>
          </p:nvSpPr>
          <p:spPr>
            <a:xfrm>
              <a:off x="6886449" y="5877635"/>
              <a:ext cx="8955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25 27 29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0A55C00-08E6-A0AE-7CF7-C6A3543BDD47}"/>
                </a:ext>
              </a:extLst>
            </p:cNvPr>
            <p:cNvSpPr/>
            <p:nvPr/>
          </p:nvSpPr>
          <p:spPr>
            <a:xfrm>
              <a:off x="7831188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30 31 33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6A1D0A0-795B-0BEA-064A-1170C18D849C}"/>
                </a:ext>
              </a:extLst>
            </p:cNvPr>
            <p:cNvSpPr/>
            <p:nvPr/>
          </p:nvSpPr>
          <p:spPr>
            <a:xfrm>
              <a:off x="8900625" y="5877635"/>
              <a:ext cx="651739" cy="262798"/>
            </a:xfrm>
            <a:prstGeom prst="rect">
              <a:avLst/>
            </a:prstGeom>
            <a:noFill/>
            <a:ln>
              <a:solidFill>
                <a:srgbClr val="00DA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35 40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5110C70-BC38-1E5C-8F75-4EF67C27A37A}"/>
                </a:ext>
              </a:extLst>
            </p:cNvPr>
            <p:cNvSpPr/>
            <p:nvPr/>
          </p:nvSpPr>
          <p:spPr>
            <a:xfrm>
              <a:off x="10266315" y="5877635"/>
              <a:ext cx="783475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60 65 66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943368C-5E6B-3E8E-6336-AC5721C19DCA}"/>
                </a:ext>
              </a:extLst>
            </p:cNvPr>
            <p:cNvSpPr/>
            <p:nvPr/>
          </p:nvSpPr>
          <p:spPr>
            <a:xfrm>
              <a:off x="11098947" y="5877636"/>
              <a:ext cx="82296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70 71 72</a:t>
              </a:r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FBFCAF-5674-425F-8F10-FD12F51498EA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8147339" y="4148499"/>
            <a:ext cx="424628" cy="1089279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1955F56-F875-DAA5-AFA0-88E3B4FA8F9D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840432" y="4120631"/>
            <a:ext cx="71161" cy="1110364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D5BE27E-0C8E-55C1-9AB0-6DD7DD857286}"/>
              </a:ext>
            </a:extLst>
          </p:cNvPr>
          <p:cNvCxnSpPr>
            <a:cxnSpLocks/>
          </p:cNvCxnSpPr>
          <p:nvPr/>
        </p:nvCxnSpPr>
        <p:spPr>
          <a:xfrm flipH="1">
            <a:off x="10198337" y="4158674"/>
            <a:ext cx="112958" cy="1072321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6ABEDC7-0D5F-03CA-224E-EF269F5385A4}"/>
              </a:ext>
            </a:extLst>
          </p:cNvPr>
          <p:cNvCxnSpPr>
            <a:cxnSpLocks/>
          </p:cNvCxnSpPr>
          <p:nvPr/>
        </p:nvCxnSpPr>
        <p:spPr>
          <a:xfrm>
            <a:off x="10696894" y="4162065"/>
            <a:ext cx="513021" cy="106893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F9F8A-6605-FA38-5520-B0D76404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B4F4EA5-BB43-20D9-3369-A186C7119E73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A7788755-39E8-9508-3F61-9CA85D6DC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44" descr="Logo COP3530">
              <a:extLst>
                <a:ext uri="{FF2B5EF4-FFF2-40B4-BE49-F238E27FC236}">
                  <a16:creationId xmlns:a16="http://schemas.microsoft.com/office/drawing/2014/main" id="{E9227DDC-C508-7FE5-58F7-7F8102A7DA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FA7D5FD-E000-F768-1B34-3D0DD3D8C889}"/>
              </a:ext>
            </a:extLst>
          </p:cNvPr>
          <p:cNvSpPr/>
          <p:nvPr/>
        </p:nvSpPr>
        <p:spPr>
          <a:xfrm>
            <a:off x="9448699" y="5244561"/>
            <a:ext cx="587678" cy="262798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50 55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130D56-5BF1-0E72-FF97-EC33CC5FEF2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9194335" y="4118071"/>
            <a:ext cx="548203" cy="112649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E83D9F0-504D-17D8-0A7F-F35CD0081752}"/>
              </a:ext>
            </a:extLst>
          </p:cNvPr>
          <p:cNvSpPr/>
          <p:nvPr/>
        </p:nvSpPr>
        <p:spPr>
          <a:xfrm>
            <a:off x="8386273" y="3826716"/>
            <a:ext cx="908318" cy="293915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35 50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B6B459B-05BB-2807-742E-9D32355B8025}"/>
              </a:ext>
            </a:extLst>
          </p:cNvPr>
          <p:cNvCxnSpPr>
            <a:cxnSpLocks/>
          </p:cNvCxnSpPr>
          <p:nvPr/>
        </p:nvCxnSpPr>
        <p:spPr>
          <a:xfrm>
            <a:off x="6188071" y="2717572"/>
            <a:ext cx="2328160" cy="1112914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2806FE8-4A4A-4C75-ABDA-CFFC5D58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619492" y="2440881"/>
            <a:ext cx="3125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 40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Split internal node and move central element to top</a:t>
            </a:r>
          </a:p>
        </p:txBody>
      </p:sp>
    </p:spTree>
    <p:extLst>
      <p:ext uri="{BB962C8B-B14F-4D97-AF65-F5344CB8AC3E}">
        <p14:creationId xmlns:p14="http://schemas.microsoft.com/office/powerpoint/2010/main" val="298039023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69E65D-E7A1-5153-ACA5-DF4A01D09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5CE67-241A-A2F2-F043-72BB071D8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B+ Tree Insertion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99EDC-95E9-1AF3-8A8B-E77D9DEBB2B6}"/>
              </a:ext>
            </a:extLst>
          </p:cNvPr>
          <p:cNvSpPr txBox="1"/>
          <p:nvPr/>
        </p:nvSpPr>
        <p:spPr>
          <a:xfrm>
            <a:off x="1097598" y="1626248"/>
            <a:ext cx="7467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 = </a:t>
            </a:r>
            <a:r>
              <a:rPr lang="en-US" dirty="0">
                <a:solidFill>
                  <a:srgbClr val="EB6E19"/>
                </a:solidFill>
                <a:latin typeface="Consolas" panose="020B0609020204030204" pitchFamily="49" charset="0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(at most 4 children and 3 keys),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FEBE08-7A0A-0F82-4F17-E278F593FF27}"/>
              </a:ext>
            </a:extLst>
          </p:cNvPr>
          <p:cNvSpPr/>
          <p:nvPr/>
        </p:nvSpPr>
        <p:spPr>
          <a:xfrm>
            <a:off x="5158383" y="2440881"/>
            <a:ext cx="1353889" cy="2939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10  20  30 60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72B51B5-BC9D-01B9-D0A4-2117A30AEBE0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1667740" y="2745293"/>
            <a:ext cx="3480148" cy="107886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D30276-4855-4A2F-2C65-9C77D0DD0DAD}"/>
              </a:ext>
            </a:extLst>
          </p:cNvPr>
          <p:cNvCxnSpPr>
            <a:cxnSpLocks/>
            <a:endCxn id="33" idx="0"/>
          </p:cNvCxnSpPr>
          <p:nvPr/>
        </p:nvCxnSpPr>
        <p:spPr>
          <a:xfrm flipH="1">
            <a:off x="3685148" y="2734796"/>
            <a:ext cx="1924534" cy="108936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A74C262-B3C5-C588-1DFC-224B450CF626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6039985" y="2734796"/>
            <a:ext cx="247115" cy="1118581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81A710B-895F-297E-E270-1D508B9FCB23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6512272" y="2713802"/>
            <a:ext cx="3983691" cy="1147565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585E41A-022A-85B2-A4BE-B2A7399FA759}"/>
              </a:ext>
            </a:extLst>
          </p:cNvPr>
          <p:cNvSpPr/>
          <p:nvPr/>
        </p:nvSpPr>
        <p:spPr>
          <a:xfrm>
            <a:off x="1195453" y="3824156"/>
            <a:ext cx="944574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D3EE18-30D7-0642-DF3A-EBE41D0D298E}"/>
              </a:ext>
            </a:extLst>
          </p:cNvPr>
          <p:cNvSpPr/>
          <p:nvPr/>
        </p:nvSpPr>
        <p:spPr>
          <a:xfrm>
            <a:off x="3199632" y="3824156"/>
            <a:ext cx="971031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13 17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7DAB6B-5D27-DB98-C0FB-F3CD0E262BCA}"/>
              </a:ext>
            </a:extLst>
          </p:cNvPr>
          <p:cNvSpPr/>
          <p:nvPr/>
        </p:nvSpPr>
        <p:spPr>
          <a:xfrm>
            <a:off x="5610155" y="3853377"/>
            <a:ext cx="1353889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25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2985C8-A3FA-219E-AEFF-AA5AC2F126DB}"/>
              </a:ext>
            </a:extLst>
          </p:cNvPr>
          <p:cNvSpPr/>
          <p:nvPr/>
        </p:nvSpPr>
        <p:spPr>
          <a:xfrm>
            <a:off x="10248947" y="3861367"/>
            <a:ext cx="494031" cy="293915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70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F198C74-80A8-E42C-CC3A-1891EAA74CE5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604112" y="4118071"/>
            <a:ext cx="585364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56AFFE6-596E-1D59-03ED-76A7388E15A8}"/>
              </a:ext>
            </a:extLst>
          </p:cNvPr>
          <p:cNvCxnSpPr>
            <a:cxnSpLocks/>
            <a:stCxn id="29" idx="2"/>
            <a:endCxn id="44" idx="0"/>
          </p:cNvCxnSpPr>
          <p:nvPr/>
        </p:nvCxnSpPr>
        <p:spPr>
          <a:xfrm flipH="1">
            <a:off x="1404289" y="4118071"/>
            <a:ext cx="263451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98BF835-14B8-2975-A5F1-7474B83EF8C6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1901662" y="4118071"/>
            <a:ext cx="232483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32CA16E-80FB-CB93-CAEB-A648BD75F018}"/>
              </a:ext>
            </a:extLst>
          </p:cNvPr>
          <p:cNvCxnSpPr>
            <a:cxnSpLocks/>
          </p:cNvCxnSpPr>
          <p:nvPr/>
        </p:nvCxnSpPr>
        <p:spPr>
          <a:xfrm flipH="1">
            <a:off x="2852522" y="4118071"/>
            <a:ext cx="548065" cy="1112924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90F892E-4BC6-1F5D-CBEE-28752DE37616}"/>
              </a:ext>
            </a:extLst>
          </p:cNvPr>
          <p:cNvCxnSpPr>
            <a:cxnSpLocks/>
          </p:cNvCxnSpPr>
          <p:nvPr/>
        </p:nvCxnSpPr>
        <p:spPr>
          <a:xfrm>
            <a:off x="3696483" y="4111288"/>
            <a:ext cx="1867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F528AA3-E0C8-D8F7-A010-87CC611ED8BA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4083652" y="4118071"/>
            <a:ext cx="87542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9E763A2-F0E3-BFEC-667E-16237E16C1B6}"/>
              </a:ext>
            </a:extLst>
          </p:cNvPr>
          <p:cNvCxnSpPr>
            <a:cxnSpLocks/>
          </p:cNvCxnSpPr>
          <p:nvPr/>
        </p:nvCxnSpPr>
        <p:spPr>
          <a:xfrm flipH="1">
            <a:off x="5752510" y="4147292"/>
            <a:ext cx="245414" cy="108370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9010987-1485-EBD0-6604-CFF794000CF4}"/>
              </a:ext>
            </a:extLst>
          </p:cNvPr>
          <p:cNvCxnSpPr>
            <a:cxnSpLocks/>
          </p:cNvCxnSpPr>
          <p:nvPr/>
        </p:nvCxnSpPr>
        <p:spPr>
          <a:xfrm>
            <a:off x="6595975" y="4147292"/>
            <a:ext cx="531525" cy="109420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FC5DF695-E22A-D8C5-195F-E1E4F9DB3CC0}"/>
              </a:ext>
            </a:extLst>
          </p:cNvPr>
          <p:cNvGrpSpPr/>
          <p:nvPr/>
        </p:nvGrpSpPr>
        <p:grpSpPr>
          <a:xfrm>
            <a:off x="236029" y="5237778"/>
            <a:ext cx="11523789" cy="262799"/>
            <a:chOff x="398118" y="5877635"/>
            <a:chExt cx="11523789" cy="26279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E1A79FE-17E4-F613-E511-73536CA0B742}"/>
                </a:ext>
              </a:extLst>
            </p:cNvPr>
            <p:cNvSpPr/>
            <p:nvPr/>
          </p:nvSpPr>
          <p:spPr>
            <a:xfrm>
              <a:off x="398118" y="5877635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1 2 3 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2029DD1-98E0-1C9F-943E-C33DB6F0E97E}"/>
                </a:ext>
              </a:extLst>
            </p:cNvPr>
            <p:cNvSpPr/>
            <p:nvPr/>
          </p:nvSpPr>
          <p:spPr>
            <a:xfrm>
              <a:off x="1198295" y="5877636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4 5 6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C37A548-AAB6-EC05-F3B1-1746B6AB0B8C}"/>
                </a:ext>
              </a:extLst>
            </p:cNvPr>
            <p:cNvSpPr/>
            <p:nvPr/>
          </p:nvSpPr>
          <p:spPr>
            <a:xfrm>
              <a:off x="1983621" y="5877636"/>
              <a:ext cx="62522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7 8 9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7A3E786-0ECA-46D3-280C-1B2529DC54BB}"/>
                </a:ext>
              </a:extLst>
            </p:cNvPr>
            <p:cNvSpPr/>
            <p:nvPr/>
          </p:nvSpPr>
          <p:spPr>
            <a:xfrm>
              <a:off x="2658007" y="5877636"/>
              <a:ext cx="822225" cy="262797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10 11 12 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24FC028-2BBA-BE70-8554-F791678433AD}"/>
                </a:ext>
              </a:extLst>
            </p:cNvPr>
            <p:cNvSpPr/>
            <p:nvPr/>
          </p:nvSpPr>
          <p:spPr>
            <a:xfrm>
              <a:off x="3529392" y="5877635"/>
              <a:ext cx="1064378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13 14 15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98D1570-150B-C12A-671D-2AF5201D79C7}"/>
                </a:ext>
              </a:extLst>
            </p:cNvPr>
            <p:cNvSpPr/>
            <p:nvPr/>
          </p:nvSpPr>
          <p:spPr>
            <a:xfrm>
              <a:off x="4642930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17 18 19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77916B5-D57C-0CCB-5171-3987512F7EE4}"/>
                </a:ext>
              </a:extLst>
            </p:cNvPr>
            <p:cNvSpPr/>
            <p:nvPr/>
          </p:nvSpPr>
          <p:spPr>
            <a:xfrm>
              <a:off x="5648569" y="5877635"/>
              <a:ext cx="118872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20 21 22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48144E2-97C8-3A59-5A90-4DF4A0B653E3}"/>
                </a:ext>
              </a:extLst>
            </p:cNvPr>
            <p:cNvSpPr/>
            <p:nvPr/>
          </p:nvSpPr>
          <p:spPr>
            <a:xfrm>
              <a:off x="6886449" y="5877635"/>
              <a:ext cx="8955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25 27 29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6D8B2F2-B56E-8E36-2A93-001868B0C9C6}"/>
                </a:ext>
              </a:extLst>
            </p:cNvPr>
            <p:cNvSpPr/>
            <p:nvPr/>
          </p:nvSpPr>
          <p:spPr>
            <a:xfrm>
              <a:off x="7831188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30 31 33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B5296B9-97B5-E074-8F5C-2C3E49B48CD8}"/>
                </a:ext>
              </a:extLst>
            </p:cNvPr>
            <p:cNvSpPr/>
            <p:nvPr/>
          </p:nvSpPr>
          <p:spPr>
            <a:xfrm>
              <a:off x="8900625" y="5877635"/>
              <a:ext cx="651739" cy="262798"/>
            </a:xfrm>
            <a:prstGeom prst="rect">
              <a:avLst/>
            </a:prstGeom>
            <a:noFill/>
            <a:ln>
              <a:solidFill>
                <a:srgbClr val="00DA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35 40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CE82BB4-B5BF-F00D-A888-D033150BD460}"/>
                </a:ext>
              </a:extLst>
            </p:cNvPr>
            <p:cNvSpPr/>
            <p:nvPr/>
          </p:nvSpPr>
          <p:spPr>
            <a:xfrm>
              <a:off x="10266315" y="5877635"/>
              <a:ext cx="783475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60 65 66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475FA68-DCC3-0B3C-B273-B5DFAABBAAF1}"/>
                </a:ext>
              </a:extLst>
            </p:cNvPr>
            <p:cNvSpPr/>
            <p:nvPr/>
          </p:nvSpPr>
          <p:spPr>
            <a:xfrm>
              <a:off x="11098947" y="5877636"/>
              <a:ext cx="82296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70 71 72</a:t>
              </a:r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FC25404-9EAC-3B93-0977-C3AA2D96AB3B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8147339" y="4148499"/>
            <a:ext cx="424628" cy="1089279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9EB249A-8D31-1A6E-4C84-1F6EEE28B5CF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840432" y="4120631"/>
            <a:ext cx="71161" cy="1110364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B168686-20CE-C75A-4239-41C43D02BE52}"/>
              </a:ext>
            </a:extLst>
          </p:cNvPr>
          <p:cNvCxnSpPr>
            <a:cxnSpLocks/>
          </p:cNvCxnSpPr>
          <p:nvPr/>
        </p:nvCxnSpPr>
        <p:spPr>
          <a:xfrm flipH="1">
            <a:off x="10198337" y="4158674"/>
            <a:ext cx="112958" cy="1072321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2000617-78F2-F8B7-427F-FD91321A361C}"/>
              </a:ext>
            </a:extLst>
          </p:cNvPr>
          <p:cNvCxnSpPr>
            <a:cxnSpLocks/>
          </p:cNvCxnSpPr>
          <p:nvPr/>
        </p:nvCxnSpPr>
        <p:spPr>
          <a:xfrm>
            <a:off x="10696894" y="4162065"/>
            <a:ext cx="513021" cy="106893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67426-BC17-D974-74ED-3C806B356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398C3F8-5C8D-9B59-5C20-C0CABB1ED1BD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19F9FA3B-D918-9B4C-7872-3940A2E4FD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44" descr="Logo COP3530">
              <a:extLst>
                <a:ext uri="{FF2B5EF4-FFF2-40B4-BE49-F238E27FC236}">
                  <a16:creationId xmlns:a16="http://schemas.microsoft.com/office/drawing/2014/main" id="{2A233E61-6261-4E5C-D2E0-39FB0AB753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0B47DA-11CC-2D63-FEF5-28BA170C84BD}"/>
              </a:ext>
            </a:extLst>
          </p:cNvPr>
          <p:cNvSpPr/>
          <p:nvPr/>
        </p:nvSpPr>
        <p:spPr>
          <a:xfrm>
            <a:off x="9448699" y="5244561"/>
            <a:ext cx="587678" cy="262798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50 55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7C43EB-995A-CCBA-252D-AFBCF3AA9D57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9194335" y="4118071"/>
            <a:ext cx="548203" cy="112649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A5BE3BF-6463-13B8-5658-4567253B8642}"/>
              </a:ext>
            </a:extLst>
          </p:cNvPr>
          <p:cNvSpPr/>
          <p:nvPr/>
        </p:nvSpPr>
        <p:spPr>
          <a:xfrm>
            <a:off x="8386273" y="3826716"/>
            <a:ext cx="908318" cy="293915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35 50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A6A4061-4250-0283-8CAA-BE6E295D18A6}"/>
              </a:ext>
            </a:extLst>
          </p:cNvPr>
          <p:cNvCxnSpPr>
            <a:cxnSpLocks/>
          </p:cNvCxnSpPr>
          <p:nvPr/>
        </p:nvCxnSpPr>
        <p:spPr>
          <a:xfrm>
            <a:off x="6188071" y="2717572"/>
            <a:ext cx="2328160" cy="1112914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3A1AED6-804A-4EEE-AB77-A2B1808D6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619492" y="2440881"/>
            <a:ext cx="3125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 40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Violation at internal node &gt;4 children</a:t>
            </a:r>
          </a:p>
        </p:txBody>
      </p:sp>
    </p:spTree>
    <p:extLst>
      <p:ext uri="{BB962C8B-B14F-4D97-AF65-F5344CB8AC3E}">
        <p14:creationId xmlns:p14="http://schemas.microsoft.com/office/powerpoint/2010/main" val="1057782544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380DA-C9F2-80C0-BD9F-D9F9C9D63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080DB-BEA0-2A58-FE96-CCF648DCF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B+ Tree Insertion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185C9C-0D27-18A6-E639-C4DEBC0D4D4D}"/>
              </a:ext>
            </a:extLst>
          </p:cNvPr>
          <p:cNvSpPr/>
          <p:nvPr/>
        </p:nvSpPr>
        <p:spPr>
          <a:xfrm>
            <a:off x="3493718" y="2410534"/>
            <a:ext cx="780161" cy="293915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10  20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FCAC72D-3C9D-6C55-7CAF-30167A433D1F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1667740" y="2724871"/>
            <a:ext cx="1809107" cy="1099285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EFF8A59-C1CC-4196-3071-15B3FB3110AB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flipH="1">
            <a:off x="3685148" y="2704449"/>
            <a:ext cx="198651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C27CCC-DF39-5994-393E-64309F414F13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4247247" y="2724871"/>
            <a:ext cx="2039853" cy="1128506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50584D-BC2F-CC27-0D23-0AD5CCB4E5B0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7619939" y="2625182"/>
            <a:ext cx="2876024" cy="1236185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CE2FC93-FC64-EB83-D795-E9D150F17D84}"/>
              </a:ext>
            </a:extLst>
          </p:cNvPr>
          <p:cNvSpPr/>
          <p:nvPr/>
        </p:nvSpPr>
        <p:spPr>
          <a:xfrm>
            <a:off x="1195453" y="3824156"/>
            <a:ext cx="944574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4  7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9699ED-8C1A-305C-F17E-1060A796CEC2}"/>
              </a:ext>
            </a:extLst>
          </p:cNvPr>
          <p:cNvSpPr/>
          <p:nvPr/>
        </p:nvSpPr>
        <p:spPr>
          <a:xfrm>
            <a:off x="3199632" y="3824156"/>
            <a:ext cx="971031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13 17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7E9465-14EE-B930-933E-6F4CC2C189E0}"/>
              </a:ext>
            </a:extLst>
          </p:cNvPr>
          <p:cNvSpPr/>
          <p:nvPr/>
        </p:nvSpPr>
        <p:spPr>
          <a:xfrm>
            <a:off x="5610155" y="3853377"/>
            <a:ext cx="1353889" cy="293915"/>
          </a:xfrm>
          <a:prstGeom prst="rect">
            <a:avLst/>
          </a:prstGeom>
          <a:noFill/>
          <a:ln>
            <a:solidFill>
              <a:srgbClr val="008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25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721B10-3234-A0EF-5370-4BA0BE91A799}"/>
              </a:ext>
            </a:extLst>
          </p:cNvPr>
          <p:cNvSpPr/>
          <p:nvPr/>
        </p:nvSpPr>
        <p:spPr>
          <a:xfrm>
            <a:off x="10248947" y="3861367"/>
            <a:ext cx="494031" cy="293915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70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E62CCC2-287D-242B-3B4A-812CFDF47159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604112" y="4118071"/>
            <a:ext cx="585364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408A0FD-B731-FF0C-1F5A-F082EF809174}"/>
              </a:ext>
            </a:extLst>
          </p:cNvPr>
          <p:cNvCxnSpPr>
            <a:cxnSpLocks/>
            <a:stCxn id="29" idx="2"/>
            <a:endCxn id="44" idx="0"/>
          </p:cNvCxnSpPr>
          <p:nvPr/>
        </p:nvCxnSpPr>
        <p:spPr>
          <a:xfrm flipH="1">
            <a:off x="1404289" y="4118071"/>
            <a:ext cx="263451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086500E-01EA-1C52-0E2E-BE7E32FA3A51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1901662" y="4118071"/>
            <a:ext cx="232483" cy="1119708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323ADED-AE64-2A47-9EFC-1DFF005DDFE6}"/>
              </a:ext>
            </a:extLst>
          </p:cNvPr>
          <p:cNvCxnSpPr>
            <a:cxnSpLocks/>
          </p:cNvCxnSpPr>
          <p:nvPr/>
        </p:nvCxnSpPr>
        <p:spPr>
          <a:xfrm flipH="1">
            <a:off x="2852522" y="4118071"/>
            <a:ext cx="548065" cy="1112924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52560F3-9CC6-A3F5-197C-C096C2F924A5}"/>
              </a:ext>
            </a:extLst>
          </p:cNvPr>
          <p:cNvCxnSpPr>
            <a:cxnSpLocks/>
          </p:cNvCxnSpPr>
          <p:nvPr/>
        </p:nvCxnSpPr>
        <p:spPr>
          <a:xfrm>
            <a:off x="3696483" y="4111288"/>
            <a:ext cx="1867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0EF2DF-DDBF-63D2-F368-F1C83D9A33E3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4083652" y="4118071"/>
            <a:ext cx="875429" cy="1119707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323BB07-F883-7EA7-FD47-1E8516F27225}"/>
              </a:ext>
            </a:extLst>
          </p:cNvPr>
          <p:cNvCxnSpPr>
            <a:cxnSpLocks/>
          </p:cNvCxnSpPr>
          <p:nvPr/>
        </p:nvCxnSpPr>
        <p:spPr>
          <a:xfrm flipH="1">
            <a:off x="5752510" y="4147292"/>
            <a:ext cx="245414" cy="1083703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509F74B-4B6C-9F75-1408-585441717D4D}"/>
              </a:ext>
            </a:extLst>
          </p:cNvPr>
          <p:cNvCxnSpPr>
            <a:cxnSpLocks/>
          </p:cNvCxnSpPr>
          <p:nvPr/>
        </p:nvCxnSpPr>
        <p:spPr>
          <a:xfrm>
            <a:off x="6595975" y="4147292"/>
            <a:ext cx="531525" cy="109420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FC294036-2C1D-4718-4168-DBF6684CFB34}"/>
              </a:ext>
            </a:extLst>
          </p:cNvPr>
          <p:cNvGrpSpPr/>
          <p:nvPr/>
        </p:nvGrpSpPr>
        <p:grpSpPr>
          <a:xfrm>
            <a:off x="236029" y="5237778"/>
            <a:ext cx="11523789" cy="262799"/>
            <a:chOff x="398118" y="5877635"/>
            <a:chExt cx="11523789" cy="26279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C6F0424-CF7F-E79E-D669-39FDA27E9632}"/>
                </a:ext>
              </a:extLst>
            </p:cNvPr>
            <p:cNvSpPr/>
            <p:nvPr/>
          </p:nvSpPr>
          <p:spPr>
            <a:xfrm>
              <a:off x="398118" y="5877635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1 2 3 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247398E-854D-9210-82F2-C8354FBD8866}"/>
                </a:ext>
              </a:extLst>
            </p:cNvPr>
            <p:cNvSpPr/>
            <p:nvPr/>
          </p:nvSpPr>
          <p:spPr>
            <a:xfrm>
              <a:off x="1198295" y="5877636"/>
              <a:ext cx="73616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4 5 6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7D1959A-CECD-8D5C-F55D-3CC841F14AA3}"/>
                </a:ext>
              </a:extLst>
            </p:cNvPr>
            <p:cNvSpPr/>
            <p:nvPr/>
          </p:nvSpPr>
          <p:spPr>
            <a:xfrm>
              <a:off x="1983621" y="5877636"/>
              <a:ext cx="625226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7 8 9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AFDD481-7D43-A492-A244-17426424DE49}"/>
                </a:ext>
              </a:extLst>
            </p:cNvPr>
            <p:cNvSpPr/>
            <p:nvPr/>
          </p:nvSpPr>
          <p:spPr>
            <a:xfrm>
              <a:off x="2658007" y="5877636"/>
              <a:ext cx="822225" cy="262797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10 11 12 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5DA62A3-BF83-AFF2-6384-ACCBF86AEDBE}"/>
                </a:ext>
              </a:extLst>
            </p:cNvPr>
            <p:cNvSpPr/>
            <p:nvPr/>
          </p:nvSpPr>
          <p:spPr>
            <a:xfrm>
              <a:off x="3529392" y="5877635"/>
              <a:ext cx="1064378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13 14 15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6794162-06B4-665E-78CF-BE800B486123}"/>
                </a:ext>
              </a:extLst>
            </p:cNvPr>
            <p:cNvSpPr/>
            <p:nvPr/>
          </p:nvSpPr>
          <p:spPr>
            <a:xfrm>
              <a:off x="4642930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17 18 19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7ED449F-C1D7-7E4D-4CF2-6EA6EF238302}"/>
                </a:ext>
              </a:extLst>
            </p:cNvPr>
            <p:cNvSpPr/>
            <p:nvPr/>
          </p:nvSpPr>
          <p:spPr>
            <a:xfrm>
              <a:off x="5648569" y="5877635"/>
              <a:ext cx="118872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20 21 22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72DF948-7815-BEC4-08AE-113DBFF56A37}"/>
                </a:ext>
              </a:extLst>
            </p:cNvPr>
            <p:cNvSpPr/>
            <p:nvPr/>
          </p:nvSpPr>
          <p:spPr>
            <a:xfrm>
              <a:off x="6886449" y="5877635"/>
              <a:ext cx="8955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25 27 29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D39865A-1C86-21D1-877D-34BFFDEEA638}"/>
                </a:ext>
              </a:extLst>
            </p:cNvPr>
            <p:cNvSpPr/>
            <p:nvPr/>
          </p:nvSpPr>
          <p:spPr>
            <a:xfrm>
              <a:off x="7831188" y="5877635"/>
              <a:ext cx="956479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30 31 33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1A17330-2888-FAC2-B4F5-231A1F998A39}"/>
                </a:ext>
              </a:extLst>
            </p:cNvPr>
            <p:cNvSpPr/>
            <p:nvPr/>
          </p:nvSpPr>
          <p:spPr>
            <a:xfrm>
              <a:off x="8900625" y="5877635"/>
              <a:ext cx="651739" cy="262798"/>
            </a:xfrm>
            <a:prstGeom prst="rect">
              <a:avLst/>
            </a:prstGeom>
            <a:noFill/>
            <a:ln>
              <a:solidFill>
                <a:srgbClr val="00DA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35 40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0E41196-7560-6211-098D-D394CCA421C8}"/>
                </a:ext>
              </a:extLst>
            </p:cNvPr>
            <p:cNvSpPr/>
            <p:nvPr/>
          </p:nvSpPr>
          <p:spPr>
            <a:xfrm>
              <a:off x="10266315" y="5877635"/>
              <a:ext cx="783475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60 65 66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7F81131-02B9-FB30-ED24-1C03E0C09B43}"/>
                </a:ext>
              </a:extLst>
            </p:cNvPr>
            <p:cNvSpPr/>
            <p:nvPr/>
          </p:nvSpPr>
          <p:spPr>
            <a:xfrm>
              <a:off x="11098947" y="5877636"/>
              <a:ext cx="822960" cy="262798"/>
            </a:xfrm>
            <a:prstGeom prst="rect">
              <a:avLst/>
            </a:prstGeom>
            <a:noFill/>
            <a:ln>
              <a:solidFill>
                <a:srgbClr val="0081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B6E19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70 71 72</a:t>
              </a:r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CD7A644-CAD0-602E-B3FD-A83645460BF2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8147339" y="4148499"/>
            <a:ext cx="424628" cy="1089279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2E5945A-5DBC-0ECC-482B-562DD7F1C08D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840432" y="4120631"/>
            <a:ext cx="71161" cy="1110364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4C3F994-BAEA-ABB6-D444-A95B9B36C0F5}"/>
              </a:ext>
            </a:extLst>
          </p:cNvPr>
          <p:cNvCxnSpPr>
            <a:cxnSpLocks/>
          </p:cNvCxnSpPr>
          <p:nvPr/>
        </p:nvCxnSpPr>
        <p:spPr>
          <a:xfrm flipH="1">
            <a:off x="10198337" y="4158674"/>
            <a:ext cx="112958" cy="1072321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F78A773-E70F-1305-0A5B-37E855EB11CF}"/>
              </a:ext>
            </a:extLst>
          </p:cNvPr>
          <p:cNvCxnSpPr>
            <a:cxnSpLocks/>
          </p:cNvCxnSpPr>
          <p:nvPr/>
        </p:nvCxnSpPr>
        <p:spPr>
          <a:xfrm>
            <a:off x="10696894" y="4162065"/>
            <a:ext cx="513021" cy="106893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045EF-1A2E-21EA-FFFA-E2EEEFA6E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CE0ADC6-E126-0E27-43F7-0D0F1DB00A53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41328D82-9E3F-E93B-6023-96B46B04DF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44" descr="Logo COP3530">
              <a:extLst>
                <a:ext uri="{FF2B5EF4-FFF2-40B4-BE49-F238E27FC236}">
                  <a16:creationId xmlns:a16="http://schemas.microsoft.com/office/drawing/2014/main" id="{C33EB168-3996-D164-286D-7AE9B64418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6C9CC78-3D3E-B19D-93B8-1269E0FE9FC0}"/>
              </a:ext>
            </a:extLst>
          </p:cNvPr>
          <p:cNvSpPr/>
          <p:nvPr/>
        </p:nvSpPr>
        <p:spPr>
          <a:xfrm>
            <a:off x="9448699" y="5244561"/>
            <a:ext cx="587678" cy="262798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50 55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61D330-4202-8A70-C0D7-FA3DA5F39204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9194335" y="4118071"/>
            <a:ext cx="548203" cy="1126490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8108D86-3C53-D464-D59C-1CC8FA2C68A5}"/>
              </a:ext>
            </a:extLst>
          </p:cNvPr>
          <p:cNvSpPr/>
          <p:nvPr/>
        </p:nvSpPr>
        <p:spPr>
          <a:xfrm>
            <a:off x="8386273" y="3826716"/>
            <a:ext cx="908318" cy="293915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35 50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E86E4F8-D422-6E73-6624-65D8367AD38E}"/>
              </a:ext>
            </a:extLst>
          </p:cNvPr>
          <p:cNvCxnSpPr>
            <a:cxnSpLocks/>
          </p:cNvCxnSpPr>
          <p:nvPr/>
        </p:nvCxnSpPr>
        <p:spPr>
          <a:xfrm>
            <a:off x="6964044" y="2697694"/>
            <a:ext cx="1552187" cy="1132792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B907EF7-C29B-F6B4-7AEA-A16BCF331BDE}"/>
              </a:ext>
            </a:extLst>
          </p:cNvPr>
          <p:cNvSpPr/>
          <p:nvPr/>
        </p:nvSpPr>
        <p:spPr>
          <a:xfrm>
            <a:off x="6888938" y="2396996"/>
            <a:ext cx="780161" cy="293915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828F12-CDEE-A748-AD81-89037D0C2BB7}"/>
              </a:ext>
            </a:extLst>
          </p:cNvPr>
          <p:cNvSpPr/>
          <p:nvPr/>
        </p:nvSpPr>
        <p:spPr>
          <a:xfrm>
            <a:off x="5160201" y="1587113"/>
            <a:ext cx="554237" cy="293915"/>
          </a:xfrm>
          <a:prstGeom prst="rect">
            <a:avLst/>
          </a:prstGeom>
          <a:noFill/>
          <a:ln>
            <a:solidFill>
              <a:srgbClr val="00D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C691D2-4E06-8662-BA90-5A293604250A}"/>
              </a:ext>
            </a:extLst>
          </p:cNvPr>
          <p:cNvCxnSpPr>
            <a:cxnSpLocks/>
          </p:cNvCxnSpPr>
          <p:nvPr/>
        </p:nvCxnSpPr>
        <p:spPr>
          <a:xfrm>
            <a:off x="5695943" y="1870209"/>
            <a:ext cx="1268101" cy="540325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41DC9A-4DFA-DE43-D1FF-502200ED694A}"/>
              </a:ext>
            </a:extLst>
          </p:cNvPr>
          <p:cNvCxnSpPr>
            <a:cxnSpLocks/>
          </p:cNvCxnSpPr>
          <p:nvPr/>
        </p:nvCxnSpPr>
        <p:spPr>
          <a:xfrm flipH="1">
            <a:off x="3944869" y="1881028"/>
            <a:ext cx="1215332" cy="542961"/>
          </a:xfrm>
          <a:prstGeom prst="straightConnector1">
            <a:avLst/>
          </a:prstGeom>
          <a:ln>
            <a:solidFill>
              <a:srgbClr val="0081E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3F11936-7BDB-453B-9943-84ED9AD565CB}"/>
              </a:ext>
            </a:extLst>
          </p:cNvPr>
          <p:cNvSpPr txBox="1"/>
          <p:nvPr/>
        </p:nvSpPr>
        <p:spPr>
          <a:xfrm>
            <a:off x="8619492" y="2440881"/>
            <a:ext cx="3125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 40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40000"/>
                    <a:lumOff val="60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Split internal node and move central element to top</a:t>
            </a:r>
          </a:p>
        </p:txBody>
      </p:sp>
    </p:spTree>
    <p:extLst>
      <p:ext uri="{BB962C8B-B14F-4D97-AF65-F5344CB8AC3E}">
        <p14:creationId xmlns:p14="http://schemas.microsoft.com/office/powerpoint/2010/main" val="3695647319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B+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E40A8D-05B7-4C72-A1CE-7161CB242AD9}"/>
              </a:ext>
            </a:extLst>
          </p:cNvPr>
          <p:cNvSpPr/>
          <p:nvPr/>
        </p:nvSpPr>
        <p:spPr>
          <a:xfrm>
            <a:off x="1211510" y="1889269"/>
            <a:ext cx="101422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completely full B+ Tree with N=3 and height = 2 (has level 0, 1, 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has how many unique values?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582F8-BD97-4692-9900-E2A13F16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6BD1191-22EE-43C2-B7F3-2F3FB243F96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1BC1D32E-346F-40B8-8177-C7E9B7A640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E0AD6B54-27F5-4F73-BB19-1B64A7FE55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9004300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B+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E40A8D-05B7-4C72-A1CE-7161CB242AD9}"/>
              </a:ext>
            </a:extLst>
          </p:cNvPr>
          <p:cNvSpPr/>
          <p:nvPr/>
        </p:nvSpPr>
        <p:spPr>
          <a:xfrm>
            <a:off x="1211510" y="1889269"/>
            <a:ext cx="101422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completely full B+ Tree with N=3 and height = 2 (has level 0, 1, 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has how many unique values?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2E870-C08E-4546-B8EA-45D2E055A628}"/>
              </a:ext>
            </a:extLst>
          </p:cNvPr>
          <p:cNvSpPr txBox="1"/>
          <p:nvPr/>
        </p:nvSpPr>
        <p:spPr>
          <a:xfrm>
            <a:off x="1354123" y="3011180"/>
            <a:ext cx="96186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Level 0 - 2 values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Level 1 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 nodes, each with 2 values = 6 values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Level 2 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3*3 = 9 nodes, each with 2 values = 18 values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18 values as we only count last level which is unique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582F8-BD97-4692-9900-E2A13F16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6BD1191-22EE-43C2-B7F3-2F3FB243F96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1BC1D32E-346F-40B8-8177-C7E9B7A640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E0AD6B54-27F5-4F73-BB19-1B64A7FE55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636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CDCD7-8E7A-AAEA-0EE7-3EB4888C5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95DF-FF3A-F941-813F-83E8B274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D0FC42-7E65-6024-8998-943B22B3743D}"/>
              </a:ext>
            </a:extLst>
          </p:cNvPr>
          <p:cNvSpPr/>
          <p:nvPr/>
        </p:nvSpPr>
        <p:spPr>
          <a:xfrm>
            <a:off x="1211510" y="1889269"/>
            <a:ext cx="101422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completely full B Tree with N=3 and height = 2 (has level 0, 1, 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has how many unique values?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9F5F7-7C8E-F4BA-E236-08357FBB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66D1AAD-4835-7628-5F71-F58B2C6E5BEC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57168504-89CE-1F64-F4C6-F73CEF34F9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65398C46-AD1D-BF02-D806-FB9DEC5A2A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7869627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B8E69-6219-D277-923D-86B82CCF9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E1E8-C7ED-2CAE-3D78-1ECF9DF1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 Tree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A739D4-BDD7-9BCB-0E58-1FD2584310EF}"/>
              </a:ext>
            </a:extLst>
          </p:cNvPr>
          <p:cNvSpPr/>
          <p:nvPr/>
        </p:nvSpPr>
        <p:spPr>
          <a:xfrm>
            <a:off x="1211510" y="1889269"/>
            <a:ext cx="101422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 completely full B Tree with N=3 and height = 2 (has level 0, 1, 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has how many unique values?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CF29BB-43AB-3B4C-3858-146A9319F5E2}"/>
              </a:ext>
            </a:extLst>
          </p:cNvPr>
          <p:cNvSpPr txBox="1"/>
          <p:nvPr/>
        </p:nvSpPr>
        <p:spPr>
          <a:xfrm>
            <a:off x="1354123" y="3011180"/>
            <a:ext cx="96186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Level 0 - 2 values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Level 1 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 nodes, each with 2 values = 6 values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Level 2 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Mangal" panose="02040503050203030202" pitchFamily="18" charset="0"/>
              </a:rPr>
              <a:t>–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3*3 = 9 nodes, each with 2 values = 18 values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26 values as we only count last level which is unique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61638-4F1F-AE9A-31E1-E6B3624BA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EFA81A7-1603-C85D-914B-5385548372D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FDDC7E5F-D2E8-B672-A8BE-5E18183F0F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75163A35-578C-5FD8-15B1-87E8D46D3B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239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Use Case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690315-1707-4AD5-8859-99D7FEE7815A}"/>
              </a:ext>
            </a:extLst>
          </p:cNvPr>
          <p:cNvSpPr/>
          <p:nvPr/>
        </p:nvSpPr>
        <p:spPr>
          <a:xfrm>
            <a:off x="1596436" y="1933969"/>
            <a:ext cx="8299938" cy="2243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Hard Drives, Databases, Filesystems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Indexing Example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Tracks, Sectors and Blocks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84AB3-CF84-4F2F-BA42-CAD76D5B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AA899E-D1A2-472F-BA7E-CB5E17681965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5AF05AFC-B9CB-413B-9A13-41D516565B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B150D1E7-B5FA-4CF1-9603-02A2FE91AE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9115293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Performance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690315-1707-4AD5-8859-99D7FEE7815A}"/>
              </a:ext>
            </a:extLst>
          </p:cNvPr>
          <p:cNvSpPr/>
          <p:nvPr/>
        </p:nvSpPr>
        <p:spPr>
          <a:xfrm>
            <a:off x="1596436" y="1933969"/>
            <a:ext cx="8299938" cy="3885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Height: Between ~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log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l+1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(n)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and ~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log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(n)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Largest possible height is all non-leaf nodes have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l/2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items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Smallest possible height is all nodes have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items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Overall height is therefore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O(log n)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Search Time: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O(hl)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~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O(l log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(n))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, where 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h is height of tree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n is maximum number of children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l is maximum number of keys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Search Time: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O(log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(n))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Gotham Bold" pitchFamily="50" charset="0"/>
                <a:ea typeface="+mn-ea"/>
                <a:cs typeface="+mn-cs"/>
              </a:rPr>
              <a:t>, as l is a constant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D14D2-3AAE-45EE-AB1D-B883E0850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7D88503-BA8C-4592-BA15-7CBBF412868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25841DC3-F848-4E6A-80E3-DD74F2FBF7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91593870-2BCF-4874-92E9-7588D5B204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9179343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19F21B-A88B-A3A3-6554-8B9B27489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ADD89-A361-A0FD-3F35-FDD2DA2A9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Tries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E712F-946F-3600-B617-B25B1609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8948E6-8B10-4E7A-90F7-18E72CFBA53E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9C5C1631-BD9E-AAE1-C27C-3602FCDB62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6A67FCC1-C83F-A07A-494C-668F2724CA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DDCCE3C-5367-85A2-0D85-1EA777041A9D}"/>
              </a:ext>
            </a:extLst>
          </p:cNvPr>
          <p:cNvSpPr txBox="1"/>
          <p:nvPr/>
        </p:nvSpPr>
        <p:spPr>
          <a:xfrm>
            <a:off x="1268224" y="1690688"/>
            <a:ext cx="101567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B6E19"/>
                </a:solidFill>
              </a:rPr>
              <a:t>A </a:t>
            </a:r>
            <a:r>
              <a:rPr lang="en-US" dirty="0" err="1">
                <a:solidFill>
                  <a:srgbClr val="0081E2"/>
                </a:solidFill>
              </a:rPr>
              <a:t>trie</a:t>
            </a:r>
            <a:r>
              <a:rPr lang="en-US" dirty="0">
                <a:solidFill>
                  <a:srgbClr val="EB6E19"/>
                </a:solidFill>
              </a:rPr>
              <a:t> (pronounced "try") is an N-</a:t>
            </a:r>
            <a:r>
              <a:rPr lang="en-US" dirty="0" err="1">
                <a:solidFill>
                  <a:srgbClr val="EB6E19"/>
                </a:solidFill>
              </a:rPr>
              <a:t>ary</a:t>
            </a:r>
            <a:r>
              <a:rPr lang="en-US" dirty="0">
                <a:solidFill>
                  <a:srgbClr val="EB6E19"/>
                </a:solidFill>
              </a:rPr>
              <a:t> tree primarily used for string storage and retrieval. Unlike binary search trees where the node's key dictates its position, in a </a:t>
            </a:r>
            <a:r>
              <a:rPr lang="en-US" dirty="0" err="1">
                <a:solidFill>
                  <a:srgbClr val="EB6E19"/>
                </a:solidFill>
              </a:rPr>
              <a:t>trie</a:t>
            </a:r>
            <a:r>
              <a:rPr lang="en-US" dirty="0">
                <a:solidFill>
                  <a:srgbClr val="EB6E19"/>
                </a:solidFill>
              </a:rPr>
              <a:t>, the position of the node dictates its key. Additionally, connections between nodes are defined by individual characters rather than the key.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740665-9F89-5B88-91EF-57446FE57C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696" y="2906657"/>
            <a:ext cx="3736569" cy="374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27384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32A6-B99F-94C2-A6FD-8F1780AC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4DF0-6A2D-99A2-0167-496FC8571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Tries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E6A1D-EE2E-AB30-6557-14365568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D008CB5-C7F5-B232-087B-2662A237297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8D76D4CD-D07E-C1D2-1396-BAF2DF8643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60117563-2F0D-F9D4-E6B0-8DC59368F1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E9F585A-1C50-D316-E1CE-D6584A822C9F}"/>
              </a:ext>
            </a:extLst>
          </p:cNvPr>
          <p:cNvSpPr txBox="1"/>
          <p:nvPr/>
        </p:nvSpPr>
        <p:spPr>
          <a:xfrm>
            <a:off x="2629191" y="1510881"/>
            <a:ext cx="8891477" cy="521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TrieNode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array&lt;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TrieNode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*,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children;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26 letters a-z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isWord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TrieNode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 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isWord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children.fill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2025"/>
              </a:lnSpc>
              <a:buNone/>
            </a:pP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Trie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TrieNode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 root;</a:t>
            </a:r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ts val="2025"/>
              </a:lnSpc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ts val="2025"/>
              </a:lnSpc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Trie(): root(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TrieNode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{}</a:t>
            </a:r>
          </a:p>
          <a:p>
            <a:pPr lvl="1">
              <a:lnSpc>
                <a:spcPts val="2025"/>
              </a:lnSpc>
            </a:pPr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ts val="2025"/>
              </a:lnSpc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insert(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string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target);</a:t>
            </a:r>
          </a:p>
          <a:p>
            <a:pPr lvl="1">
              <a:lnSpc>
                <a:spcPts val="2025"/>
              </a:lnSpc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search(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string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target);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439021718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660BE-56A8-4BA8-1514-1A700BC4C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99F5-3F25-EC80-6FAC-2600BE01F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Tries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9ED16-4B26-E1B9-0899-526BC8F99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239203-EB65-3775-BD84-6ABB735DFEF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E8111C87-0E0A-D11B-C557-672C2A848E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63B72FF9-2F99-0CBA-DF33-71487268B6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7FE4C17-28FE-3570-E7A0-F0C84F38B132}"/>
              </a:ext>
            </a:extLst>
          </p:cNvPr>
          <p:cNvSpPr txBox="1"/>
          <p:nvPr/>
        </p:nvSpPr>
        <p:spPr>
          <a:xfrm>
            <a:off x="1082500" y="3442770"/>
            <a:ext cx="8891477" cy="2902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Trie::search(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string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target)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TrieNode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 current =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-&gt;root;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 : target)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index = c -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(current-&gt;children[index] == 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current = current-&gt;children[index];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current-&gt;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isWord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919A9E0-3A37-3C50-3215-D450B68A2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127" y="1115595"/>
            <a:ext cx="5189117" cy="2902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35316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7E2B0A-9B46-4E56-5FE6-AA3A207E8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B2CB-FB30-862A-59AC-A628471BE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Tries Insertion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7731C-8A56-DC57-C70B-5035DE6D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64059B6-8B6D-6712-8C04-08A2833961B1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079DEF4D-3446-FB80-BC1D-8C5A10783D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E887C14D-27F8-5F13-8DA6-85D3C2910E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7422A5-762B-0F61-B1B5-16C4DA9ABEBB}"/>
              </a:ext>
            </a:extLst>
          </p:cNvPr>
          <p:cNvSpPr txBox="1"/>
          <p:nvPr/>
        </p:nvSpPr>
        <p:spPr>
          <a:xfrm>
            <a:off x="1082500" y="3442770"/>
            <a:ext cx="8891477" cy="3415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Trie::insert(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string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target)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TrieNode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 current =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-&gt;root;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 : target)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index = c -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(current-&gt;children[index] == 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current-&gt;children[index] =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TrieNode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current = current-&gt;children[index];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current-&gt;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isWord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025"/>
              </a:lnSpc>
              <a:buNone/>
            </a:pPr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6719B2-9FAC-D91C-A7FA-C95719EF2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873" y="1031563"/>
            <a:ext cx="5520371" cy="308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6335053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2A7FD-BB93-FE72-89E0-BD8448E86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D3CD-9B33-5F8B-3731-FC2D619CD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Tries Performance and Use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906F8-A403-17BC-CF83-9AF52E0BD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E04506-A283-B277-A000-43D10CCA9039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F864F353-50E7-4FCF-FD1E-5316E94F38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A99179A8-8F9B-CBCE-9FE2-7AEF0E566A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6340ED5-6CE1-3747-6C4A-8F549FCF6AEB}"/>
              </a:ext>
            </a:extLst>
          </p:cNvPr>
          <p:cNvSpPr txBox="1"/>
          <p:nvPr/>
        </p:nvSpPr>
        <p:spPr>
          <a:xfrm>
            <a:off x="1268224" y="1690688"/>
            <a:ext cx="1015675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B6E19"/>
                </a:solidFill>
              </a:rPr>
              <a:t>Worst Case Time Complexity, where n is length of string - </a:t>
            </a:r>
          </a:p>
          <a:p>
            <a:endParaRPr lang="en-US" dirty="0">
              <a:solidFill>
                <a:srgbClr val="EB6E19"/>
              </a:solidFill>
            </a:endParaRPr>
          </a:p>
          <a:p>
            <a:pPr lvl="1"/>
            <a:r>
              <a:rPr lang="en-US" dirty="0">
                <a:solidFill>
                  <a:srgbClr val="0081E2"/>
                </a:solidFill>
              </a:rPr>
              <a:t>-    Insertion: O(n) 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rgbClr val="0081E2"/>
                </a:solidFill>
              </a:rPr>
              <a:t>Search: O(n)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rgbClr val="0081E2"/>
                </a:solidFill>
              </a:rPr>
              <a:t>Deletion: O(n)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rgbClr val="EB6E19"/>
              </a:solidFill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rgbClr val="EB6E19"/>
              </a:solidFill>
            </a:endParaRPr>
          </a:p>
          <a:p>
            <a:r>
              <a:rPr lang="en-US" dirty="0">
                <a:solidFill>
                  <a:srgbClr val="EB6E19"/>
                </a:solidFill>
              </a:rPr>
              <a:t>Use Cases:</a:t>
            </a:r>
          </a:p>
          <a:p>
            <a:endParaRPr lang="en-US" dirty="0">
              <a:solidFill>
                <a:srgbClr val="EB6E19"/>
              </a:solidFill>
            </a:endParaRP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rgbClr val="0081E2"/>
                </a:solidFill>
              </a:rPr>
              <a:t>Prefix searches </a:t>
            </a:r>
          </a:p>
          <a:p>
            <a:pPr marL="742950" lvl="1" indent="-285750">
              <a:buFontTx/>
              <a:buChar char="-"/>
            </a:pPr>
            <a:r>
              <a:rPr lang="en-US" dirty="0">
                <a:solidFill>
                  <a:srgbClr val="0081E2"/>
                </a:solidFill>
              </a:rPr>
              <a:t>Auto-completion</a:t>
            </a:r>
          </a:p>
        </p:txBody>
      </p:sp>
    </p:spTree>
    <p:extLst>
      <p:ext uri="{BB962C8B-B14F-4D97-AF65-F5344CB8AC3E}">
        <p14:creationId xmlns:p14="http://schemas.microsoft.com/office/powerpoint/2010/main" val="819242081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Balanced Trees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F14B06-20C1-4AAC-88E3-F5A594ED1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36619" y="2047758"/>
            <a:ext cx="626165" cy="57647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15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EA1F07-02D6-4D91-9D08-8A35BDFDA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3947" y="3015167"/>
            <a:ext cx="626165" cy="57647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8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B6DFFD-0543-4560-A45A-CFDB233EC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62449" y="3015167"/>
            <a:ext cx="626165" cy="57647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368C346-B74E-43D1-B51C-1E9A7F335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" idx="3"/>
            <a:endCxn id="4" idx="7"/>
          </p:cNvCxnSpPr>
          <p:nvPr/>
        </p:nvCxnSpPr>
        <p:spPr>
          <a:xfrm flipH="1">
            <a:off x="3138412" y="2539806"/>
            <a:ext cx="889907" cy="559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FD733F-4941-4EF2-9A86-A66E8DD66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" idx="5"/>
            <a:endCxn id="5" idx="1"/>
          </p:cNvCxnSpPr>
          <p:nvPr/>
        </p:nvCxnSpPr>
        <p:spPr>
          <a:xfrm>
            <a:off x="4471084" y="2539806"/>
            <a:ext cx="783065" cy="559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E3FC5A6-3C54-4732-BFF3-DF6CD14AF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1802" y="4282396"/>
            <a:ext cx="626165" cy="57647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37C94D-C514-449D-9DDA-3C59C9512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123393" y="3591637"/>
            <a:ext cx="663840" cy="706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C2A2F20-6AD0-4ED5-AC49-61174A123D37}"/>
              </a:ext>
            </a:extLst>
          </p:cNvPr>
          <p:cNvSpPr txBox="1"/>
          <p:nvPr/>
        </p:nvSpPr>
        <p:spPr>
          <a:xfrm>
            <a:off x="7374795" y="2047758"/>
            <a:ext cx="38669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 this an AVL Tree?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it is not AVL Tree, how we should rotate the tree to make it balance?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4CE4CB-7349-4775-B20E-5B685EFBC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75531" y="4274193"/>
            <a:ext cx="626165" cy="57647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26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1AB422E-6A08-4722-BCED-7C32905FA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484122" y="3591637"/>
            <a:ext cx="304492" cy="682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226C68D-E341-4B06-BB1D-67F358F76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93831" y="5495110"/>
            <a:ext cx="626165" cy="57647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B5A21B-D8FD-472C-85A3-37F13750A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302422" y="4812554"/>
            <a:ext cx="304492" cy="682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19ABD9D-D29E-4ED0-A2CC-C56BCB4B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6A3AB25-E007-4288-BEFD-1A1E0786C07D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72CA6AE3-4381-4101-99FE-CEC33EAC19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OP3530">
              <a:extLst>
                <a:ext uri="{FF2B5EF4-FFF2-40B4-BE49-F238E27FC236}">
                  <a16:creationId xmlns:a16="http://schemas.microsoft.com/office/drawing/2014/main" id="{2A733E5A-EA4B-4AB7-BDFD-9F319A7093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933002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Mentimeter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62C95-9211-4677-B0B3-B529A6D2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EB7468-FF06-4194-840F-C323CB952B70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A35F579-7E19-4231-B862-43C0BD41DA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Logo COP3530">
              <a:extLst>
                <a:ext uri="{FF2B5EF4-FFF2-40B4-BE49-F238E27FC236}">
                  <a16:creationId xmlns:a16="http://schemas.microsoft.com/office/drawing/2014/main" id="{6354623E-157E-41DE-A89A-62D61B150B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7385690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F186FA-AE27-38FE-E268-46B41A544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5120-6F45-136F-DA5F-69CE074E1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Mentimeter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483E8A-6829-2266-6F8B-E5F4F7A35FCD}"/>
              </a:ext>
            </a:extLst>
          </p:cNvPr>
          <p:cNvSpPr txBox="1"/>
          <p:nvPr/>
        </p:nvSpPr>
        <p:spPr>
          <a:xfrm>
            <a:off x="1205050" y="2034681"/>
            <a:ext cx="103033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will be the value of root node if we insert 4 into this Splay Tree?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4811F0B-CA6B-5650-1FDA-A6998AEAD03E}"/>
              </a:ext>
            </a:extLst>
          </p:cNvPr>
          <p:cNvSpPr/>
          <p:nvPr/>
        </p:nvSpPr>
        <p:spPr>
          <a:xfrm>
            <a:off x="5081452" y="3618411"/>
            <a:ext cx="600891" cy="587829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39F240-70C7-7AB0-4D18-ED99A433C248}"/>
              </a:ext>
            </a:extLst>
          </p:cNvPr>
          <p:cNvSpPr/>
          <p:nvPr/>
        </p:nvSpPr>
        <p:spPr>
          <a:xfrm>
            <a:off x="5925640" y="4450080"/>
            <a:ext cx="600891" cy="587829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63FCCA-CEB5-1807-56E1-FBC2A277EC94}"/>
              </a:ext>
            </a:extLst>
          </p:cNvPr>
          <p:cNvSpPr/>
          <p:nvPr/>
        </p:nvSpPr>
        <p:spPr>
          <a:xfrm>
            <a:off x="5081452" y="5360125"/>
            <a:ext cx="600891" cy="587829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597017-14EA-A3D9-C63D-A40A4C83B077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>
          <a:xfrm>
            <a:off x="5594345" y="4120154"/>
            <a:ext cx="419293" cy="416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A3E76E-987C-621E-E6CC-CF26C4478CBC}"/>
              </a:ext>
            </a:extLst>
          </p:cNvPr>
          <p:cNvCxnSpPr>
            <a:stCxn id="5" idx="4"/>
            <a:endCxn id="6" idx="7"/>
          </p:cNvCxnSpPr>
          <p:nvPr/>
        </p:nvCxnSpPr>
        <p:spPr>
          <a:xfrm flipH="1">
            <a:off x="5594345" y="5037909"/>
            <a:ext cx="631741" cy="4083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2B8E64-AF5C-40A9-4B5E-031FAE2B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7692BC-0748-7480-9443-F723365215C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B7C3F431-C001-2E20-6702-F2E3845888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Logo COP3530">
              <a:extLst>
                <a:ext uri="{FF2B5EF4-FFF2-40B4-BE49-F238E27FC236}">
                  <a16:creationId xmlns:a16="http://schemas.microsoft.com/office/drawing/2014/main" id="{F511E89C-71A4-58A6-6B31-F919E57B96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977898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Mentimeter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0F4E7-E649-4778-B8A5-689E744B20B3}"/>
              </a:ext>
            </a:extLst>
          </p:cNvPr>
          <p:cNvSpPr txBox="1"/>
          <p:nvPr/>
        </p:nvSpPr>
        <p:spPr>
          <a:xfrm>
            <a:off x="1205050" y="2034681"/>
            <a:ext cx="103033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will be the value of root node if we insert 4 into this Splay Tree?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E87B93-09A2-44F5-B249-F49A8F544008}"/>
              </a:ext>
            </a:extLst>
          </p:cNvPr>
          <p:cNvGrpSpPr/>
          <p:nvPr/>
        </p:nvGrpSpPr>
        <p:grpSpPr>
          <a:xfrm>
            <a:off x="720270" y="4079937"/>
            <a:ext cx="3130654" cy="2329543"/>
            <a:chOff x="2625634" y="4271554"/>
            <a:chExt cx="3130654" cy="232954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1128B97-79C6-48F5-8FAE-9F0A48E39475}"/>
                </a:ext>
              </a:extLst>
            </p:cNvPr>
            <p:cNvSpPr/>
            <p:nvPr/>
          </p:nvSpPr>
          <p:spPr>
            <a:xfrm>
              <a:off x="2625634" y="4271554"/>
              <a:ext cx="600891" cy="587829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97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972042-307C-4064-9989-C15ACD211E03}"/>
                </a:ext>
              </a:extLst>
            </p:cNvPr>
            <p:cNvSpPr/>
            <p:nvPr/>
          </p:nvSpPr>
          <p:spPr>
            <a:xfrm>
              <a:off x="3469822" y="5103223"/>
              <a:ext cx="600891" cy="587829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97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0201793-2154-4BE2-99E6-DA21E7BDE631}"/>
                </a:ext>
              </a:extLst>
            </p:cNvPr>
            <p:cNvSpPr/>
            <p:nvPr/>
          </p:nvSpPr>
          <p:spPr>
            <a:xfrm>
              <a:off x="2625634" y="6013268"/>
              <a:ext cx="600891" cy="587829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97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03421DF-F441-4FB7-9D70-8FA8EF3015C8}"/>
                </a:ext>
              </a:extLst>
            </p:cNvPr>
            <p:cNvCxnSpPr>
              <a:cxnSpLocks/>
              <a:stCxn id="4" idx="5"/>
              <a:endCxn id="5" idx="1"/>
            </p:cNvCxnSpPr>
            <p:nvPr/>
          </p:nvCxnSpPr>
          <p:spPr>
            <a:xfrm>
              <a:off x="3138527" y="4773297"/>
              <a:ext cx="419293" cy="4160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3A67123-34F7-4121-9A9F-CE192E4A1DD5}"/>
                </a:ext>
              </a:extLst>
            </p:cNvPr>
            <p:cNvCxnSpPr>
              <a:stCxn id="5" idx="4"/>
              <a:endCxn id="6" idx="7"/>
            </p:cNvCxnSpPr>
            <p:nvPr/>
          </p:nvCxnSpPr>
          <p:spPr>
            <a:xfrm flipH="1">
              <a:off x="3138527" y="5691052"/>
              <a:ext cx="631741" cy="4083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BEF8D-EF8B-4511-ADC1-0DFB29B794A3}"/>
                </a:ext>
              </a:extLst>
            </p:cNvPr>
            <p:cNvCxnSpPr>
              <a:cxnSpLocks/>
            </p:cNvCxnSpPr>
            <p:nvPr/>
          </p:nvCxnSpPr>
          <p:spPr>
            <a:xfrm>
              <a:off x="3891916" y="5682842"/>
              <a:ext cx="419293" cy="4160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E003EFF-E212-4DE1-AD21-BCD0458E526A}"/>
                </a:ext>
              </a:extLst>
            </p:cNvPr>
            <p:cNvSpPr/>
            <p:nvPr/>
          </p:nvSpPr>
          <p:spPr>
            <a:xfrm>
              <a:off x="4192362" y="6013267"/>
              <a:ext cx="600891" cy="587829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97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1ED687-49E8-44FA-A661-CB5479CCC594}"/>
                </a:ext>
              </a:extLst>
            </p:cNvPr>
            <p:cNvSpPr txBox="1"/>
            <p:nvPr/>
          </p:nvSpPr>
          <p:spPr>
            <a:xfrm>
              <a:off x="4402008" y="5521516"/>
              <a:ext cx="1354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97FF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Splay(4)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8200EF-6155-4534-A291-EA4074486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536223" y="5088653"/>
            <a:ext cx="1198486" cy="0"/>
          </a:xfrm>
          <a:prstGeom prst="straightConnector1">
            <a:avLst/>
          </a:prstGeom>
          <a:ln>
            <a:solidFill>
              <a:srgbClr val="EB6E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1077537-20EB-4A2F-813F-8947ABB70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86005" y="4510422"/>
            <a:ext cx="2044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Zig-Zig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C8A31B0-5F34-4DDA-80CB-2879BAAEBB96}"/>
              </a:ext>
            </a:extLst>
          </p:cNvPr>
          <p:cNvGrpSpPr/>
          <p:nvPr/>
        </p:nvGrpSpPr>
        <p:grpSpPr>
          <a:xfrm>
            <a:off x="5069606" y="4037278"/>
            <a:ext cx="2630275" cy="2579769"/>
            <a:chOff x="6322880" y="3550920"/>
            <a:chExt cx="2630275" cy="2579769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A6AA767-6FB9-49AF-9967-AB8B3AB2E49A}"/>
                </a:ext>
              </a:extLst>
            </p:cNvPr>
            <p:cNvSpPr/>
            <p:nvPr/>
          </p:nvSpPr>
          <p:spPr>
            <a:xfrm>
              <a:off x="6757488" y="5542860"/>
              <a:ext cx="600891" cy="587829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97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106420B-E305-467D-9847-41D91CD04422}"/>
                </a:ext>
              </a:extLst>
            </p:cNvPr>
            <p:cNvSpPr/>
            <p:nvPr/>
          </p:nvSpPr>
          <p:spPr>
            <a:xfrm>
              <a:off x="7167068" y="3550920"/>
              <a:ext cx="600891" cy="587829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97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BC26568-B7E3-41FB-9F05-C0895F75415C}"/>
                </a:ext>
              </a:extLst>
            </p:cNvPr>
            <p:cNvSpPr/>
            <p:nvPr/>
          </p:nvSpPr>
          <p:spPr>
            <a:xfrm>
              <a:off x="6322880" y="4460965"/>
              <a:ext cx="600891" cy="587829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97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6D1C31B-88D3-4647-AF94-C23B6EF6182F}"/>
                </a:ext>
              </a:extLst>
            </p:cNvPr>
            <p:cNvCxnSpPr>
              <a:cxnSpLocks/>
              <a:stCxn id="16" idx="0"/>
              <a:endCxn id="18" idx="4"/>
            </p:cNvCxnSpPr>
            <p:nvPr/>
          </p:nvCxnSpPr>
          <p:spPr>
            <a:xfrm flipH="1" flipV="1">
              <a:off x="6623326" y="5048794"/>
              <a:ext cx="434608" cy="4940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52CF7FC-9310-43BE-9BDC-7B81075585CB}"/>
                </a:ext>
              </a:extLst>
            </p:cNvPr>
            <p:cNvCxnSpPr>
              <a:stCxn id="17" idx="4"/>
              <a:endCxn id="18" idx="7"/>
            </p:cNvCxnSpPr>
            <p:nvPr/>
          </p:nvCxnSpPr>
          <p:spPr>
            <a:xfrm flipH="1">
              <a:off x="6835773" y="4138749"/>
              <a:ext cx="631741" cy="4083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8AB2F62-EC97-46AF-AE37-E97B7D129747}"/>
                </a:ext>
              </a:extLst>
            </p:cNvPr>
            <p:cNvCxnSpPr>
              <a:cxnSpLocks/>
            </p:cNvCxnSpPr>
            <p:nvPr/>
          </p:nvCxnSpPr>
          <p:spPr>
            <a:xfrm>
              <a:off x="7589162" y="4130539"/>
              <a:ext cx="419293" cy="4160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CC20B8A-9BC0-48A4-9B7A-1595950EC0C8}"/>
                </a:ext>
              </a:extLst>
            </p:cNvPr>
            <p:cNvSpPr/>
            <p:nvPr/>
          </p:nvSpPr>
          <p:spPr>
            <a:xfrm>
              <a:off x="7889608" y="4460964"/>
              <a:ext cx="600891" cy="587829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97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9FDC6A-2A79-4DCE-83D5-A77D0A225F2B}"/>
                </a:ext>
              </a:extLst>
            </p:cNvPr>
            <p:cNvSpPr txBox="1"/>
            <p:nvPr/>
          </p:nvSpPr>
          <p:spPr>
            <a:xfrm>
              <a:off x="7598875" y="5204365"/>
              <a:ext cx="1354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97FF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Splay(4)</a:t>
              </a:r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EA64104-CD10-4C54-9FE1-11BE2F7DE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497130" y="5177150"/>
            <a:ext cx="1198486" cy="0"/>
          </a:xfrm>
          <a:prstGeom prst="straightConnector1">
            <a:avLst/>
          </a:prstGeom>
          <a:ln>
            <a:solidFill>
              <a:srgbClr val="EB6E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3AEFF3F-D7DE-4AEC-BD39-28EB65A20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46912" y="4598919"/>
            <a:ext cx="2044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Zig-Zig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44BD09F-35F8-4C6E-8609-C76811896D11}"/>
              </a:ext>
            </a:extLst>
          </p:cNvPr>
          <p:cNvGrpSpPr/>
          <p:nvPr/>
        </p:nvGrpSpPr>
        <p:grpSpPr>
          <a:xfrm>
            <a:off x="8938053" y="3022462"/>
            <a:ext cx="3083218" cy="3594585"/>
            <a:chOff x="8634704" y="3220537"/>
            <a:chExt cx="3083218" cy="359458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3AD6E4A-F6DA-4C20-B90A-6A66C1A8A813}"/>
                </a:ext>
              </a:extLst>
            </p:cNvPr>
            <p:cNvGrpSpPr/>
            <p:nvPr/>
          </p:nvGrpSpPr>
          <p:grpSpPr>
            <a:xfrm>
              <a:off x="8634704" y="3220537"/>
              <a:ext cx="3083218" cy="2633444"/>
              <a:chOff x="5869937" y="3550920"/>
              <a:chExt cx="3083218" cy="2633444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073527E-95FF-44E5-BBE4-5A5A94957CD0}"/>
                  </a:ext>
                </a:extLst>
              </p:cNvPr>
              <p:cNvSpPr/>
              <p:nvPr/>
            </p:nvSpPr>
            <p:spPr>
              <a:xfrm>
                <a:off x="5869937" y="5596535"/>
                <a:ext cx="600891" cy="587829"/>
              </a:xfrm>
              <a:prstGeom prst="ellipse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97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E8C5970-6C3D-4F2F-8462-0B93ED70A251}"/>
                  </a:ext>
                </a:extLst>
              </p:cNvPr>
              <p:cNvSpPr/>
              <p:nvPr/>
            </p:nvSpPr>
            <p:spPr>
              <a:xfrm>
                <a:off x="7167068" y="3550920"/>
                <a:ext cx="600891" cy="587829"/>
              </a:xfrm>
              <a:prstGeom prst="ellipse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97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DD3707C9-3975-4DAB-908E-A6C1748FD7A2}"/>
                  </a:ext>
                </a:extLst>
              </p:cNvPr>
              <p:cNvSpPr/>
              <p:nvPr/>
            </p:nvSpPr>
            <p:spPr>
              <a:xfrm>
                <a:off x="6322880" y="4460965"/>
                <a:ext cx="600891" cy="587829"/>
              </a:xfrm>
              <a:prstGeom prst="ellipse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97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A29BE42-F787-40EA-8ECF-F1FBDE1D3435}"/>
                  </a:ext>
                </a:extLst>
              </p:cNvPr>
              <p:cNvCxnSpPr>
                <a:cxnSpLocks/>
                <a:endCxn id="36" idx="4"/>
              </p:cNvCxnSpPr>
              <p:nvPr/>
            </p:nvCxnSpPr>
            <p:spPr>
              <a:xfrm flipV="1">
                <a:off x="6140484" y="5048794"/>
                <a:ext cx="482842" cy="5249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8E4DB91-B9FD-43ED-839D-0F4F7A2585A3}"/>
                  </a:ext>
                </a:extLst>
              </p:cNvPr>
              <p:cNvCxnSpPr>
                <a:stCxn id="35" idx="4"/>
                <a:endCxn id="36" idx="7"/>
              </p:cNvCxnSpPr>
              <p:nvPr/>
            </p:nvCxnSpPr>
            <p:spPr>
              <a:xfrm flipH="1">
                <a:off x="6835773" y="4138749"/>
                <a:ext cx="631741" cy="40830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5FDA72A-A896-4057-AC3A-A592F6DB70D9}"/>
                  </a:ext>
                </a:extLst>
              </p:cNvPr>
              <p:cNvSpPr txBox="1"/>
              <p:nvPr/>
            </p:nvSpPr>
            <p:spPr>
              <a:xfrm>
                <a:off x="7598875" y="5204365"/>
                <a:ext cx="13542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D97FF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Splay(4)</a:t>
                </a:r>
              </a:p>
            </p:txBody>
          </p:sp>
        </p:grp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1A5DB47-8C04-4757-93D5-04D51721815B}"/>
                </a:ext>
              </a:extLst>
            </p:cNvPr>
            <p:cNvSpPr/>
            <p:nvPr/>
          </p:nvSpPr>
          <p:spPr>
            <a:xfrm>
              <a:off x="9540589" y="6227293"/>
              <a:ext cx="600891" cy="587829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D97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C611772-70D3-4E7C-BD05-94F1D34DF66B}"/>
                </a:ext>
              </a:extLst>
            </p:cNvPr>
            <p:cNvCxnSpPr>
              <a:cxnSpLocks/>
              <a:stCxn id="42" idx="1"/>
            </p:cNvCxnSpPr>
            <p:nvPr/>
          </p:nvCxnSpPr>
          <p:spPr>
            <a:xfrm flipH="1" flipV="1">
              <a:off x="9170789" y="5782185"/>
              <a:ext cx="457798" cy="5311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28FF24B-E7A2-460A-AEBA-DEE90D98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EC3E7A5-4D47-4A8C-967F-57CA078791F3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40" name="Picture 2">
              <a:extLst>
                <a:ext uri="{FF2B5EF4-FFF2-40B4-BE49-F238E27FC236}">
                  <a16:creationId xmlns:a16="http://schemas.microsoft.com/office/drawing/2014/main" id="{5458AE4F-8C8A-448D-B917-8266F00F16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43" descr="Logo COP3530">
              <a:extLst>
                <a:ext uri="{FF2B5EF4-FFF2-40B4-BE49-F238E27FC236}">
                  <a16:creationId xmlns:a16="http://schemas.microsoft.com/office/drawing/2014/main" id="{61738759-594B-4F20-8D26-54BA31025B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7914432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Tips for Proposal (3a): Recommended</a:t>
            </a: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br>
              <a:rPr lang="en-US" dirty="0">
                <a:solidFill>
                  <a:schemeClr val="bg1"/>
                </a:solidFill>
                <a:latin typeface="Gotham Bold" pitchFamily="50" charset="0"/>
              </a:rPr>
            </a:br>
            <a:endParaRPr lang="en-US" dirty="0">
              <a:solidFill>
                <a:schemeClr val="bg1"/>
              </a:solidFill>
              <a:latin typeface="Gotham Bold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681ECE-2602-4BFB-B297-488969F24B6C}"/>
              </a:ext>
            </a:extLst>
          </p:cNvPr>
          <p:cNvSpPr txBox="1">
            <a:spLocks/>
          </p:cNvSpPr>
          <p:nvPr/>
        </p:nvSpPr>
        <p:spPr>
          <a:xfrm>
            <a:off x="1008185" y="1472895"/>
            <a:ext cx="9904324" cy="47556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81E2"/>
              </a:solidFill>
              <a:effectLst/>
              <a:uLnTx/>
              <a:uFillTx/>
              <a:latin typeface="Gotham Bold" pitchFamily="50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910F2B-8D60-4991-8C89-BB31149884D0}"/>
              </a:ext>
            </a:extLst>
          </p:cNvPr>
          <p:cNvSpPr txBox="1"/>
          <p:nvPr/>
        </p:nvSpPr>
        <p:spPr>
          <a:xfrm>
            <a:off x="1507253" y="1718131"/>
            <a:ext cx="949485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All members of the teams should bring ideas before picking one. You can do a vote on which idea you like the most in your group and then propose it. Everyone should contribute!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Take ideas from Graduate Level Courses or from other domains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Treat this as a high-stakes personal project (more accountability)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Take risks, long term bets, scope the project well rather than playing safe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Have clear guidelines on who is doing what? Possible roles: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Lead the overall design of the code including interfaces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Implementing Algorithm/DS 1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Implementing Algorithm/DS 2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Testing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Design of User Interface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Creating a Video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Creating the Documentation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Analyzing Time Complexity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141479-AB22-452F-8AD7-5E3A2BC2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3359151-15B8-47B4-A80D-B88A1DE20AF8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787A104A-D527-4921-BE57-01B360B8A2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9DF5090B-DB36-4B19-97C1-B052C2FEA7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3765601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Balanced Trees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2A2F20-6AD0-4ED5-AC49-61174A123D37}"/>
              </a:ext>
            </a:extLst>
          </p:cNvPr>
          <p:cNvSpPr txBox="1"/>
          <p:nvPr/>
        </p:nvSpPr>
        <p:spPr>
          <a:xfrm>
            <a:off x="6701555" y="2017613"/>
            <a:ext cx="52459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Create a B Tree with the following nodes inserted in this order: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L, No. of Keys/Items =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N, No. of Children =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Non-Leaf nodes have 2 Keys or less.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0AB4C7-F977-4737-9594-6F16F6AF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EE064D-87DC-4D96-B909-0D0FFF53A66A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D933CF09-2A1F-43C9-BFA9-6BA8399B7B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A04B35B3-5020-4630-8ABD-6B8CA33A98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8743767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Balanced Trees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2A2F20-6AD0-4ED5-AC49-61174A123D37}"/>
              </a:ext>
            </a:extLst>
          </p:cNvPr>
          <p:cNvSpPr txBox="1"/>
          <p:nvPr/>
        </p:nvSpPr>
        <p:spPr>
          <a:xfrm>
            <a:off x="6701555" y="2017613"/>
            <a:ext cx="52459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Create a B+ Tree with the following nodes inserted in this order: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DA63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L, No. of Keys/Items =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N, No. of Children =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1E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Non-Leaf nodes have 2 Keys or less.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CB865B-83B6-4383-B41B-7F4C9FC2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4EB14ED-8FD1-418A-8208-AAB91AFB1B57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40CFA803-1E59-4539-92CA-D45FC4CE3C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Logo COP3530">
              <a:extLst>
                <a:ext uri="{FF2B5EF4-FFF2-40B4-BE49-F238E27FC236}">
                  <a16:creationId xmlns:a16="http://schemas.microsoft.com/office/drawing/2014/main" id="{55CB883A-76D0-49D8-AB10-ED696A51B6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1986999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Mentimeter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0F4E7-E649-4778-B8A5-689E744B20B3}"/>
              </a:ext>
            </a:extLst>
          </p:cNvPr>
          <p:cNvSpPr txBox="1"/>
          <p:nvPr/>
        </p:nvSpPr>
        <p:spPr>
          <a:xfrm>
            <a:off x="1205050" y="2034681"/>
            <a:ext cx="103033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the height of an AVL tree is 3 (Levels 0, 1, 2), the minimum number of nodes it can contain is?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4CD955-E1E7-4EA8-A1ED-7C43654F5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1894C3-02D7-4F64-ADAF-27BD0387BDD2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77399DDD-3A63-4E1A-B7F4-5FB04DBC5A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3D635C36-817B-4E18-B87E-22349D39EB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23350746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Mentimeter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0F4E7-E649-4778-B8A5-689E744B20B3}"/>
              </a:ext>
            </a:extLst>
          </p:cNvPr>
          <p:cNvSpPr txBox="1"/>
          <p:nvPr/>
        </p:nvSpPr>
        <p:spPr>
          <a:xfrm>
            <a:off x="1205050" y="2034681"/>
            <a:ext cx="103033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What is the computational complexity of searching an element in the AVL Tree in the worst case?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38DCA3-BABB-4BB7-80E7-20DB155C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E9ED70A-1608-478F-96AD-616467AC26E8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F0288B2E-1A86-4D99-AF6F-E4133DB659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59B65B56-6722-44F9-92CD-F4D27D601E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7922507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Mentimeter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0F4E7-E649-4778-B8A5-689E744B20B3}"/>
              </a:ext>
            </a:extLst>
          </p:cNvPr>
          <p:cNvSpPr txBox="1"/>
          <p:nvPr/>
        </p:nvSpPr>
        <p:spPr>
          <a:xfrm>
            <a:off x="1205050" y="2034681"/>
            <a:ext cx="103033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Which rotation we need to perform to make it balanced?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1E6FD84-D38B-4DE6-8AE5-4A39B25715FD}"/>
              </a:ext>
            </a:extLst>
          </p:cNvPr>
          <p:cNvSpPr/>
          <p:nvPr/>
        </p:nvSpPr>
        <p:spPr>
          <a:xfrm>
            <a:off x="4911635" y="3135085"/>
            <a:ext cx="600891" cy="587829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B25142-90B8-422A-8EFA-7C5D1106E8B9}"/>
              </a:ext>
            </a:extLst>
          </p:cNvPr>
          <p:cNvSpPr/>
          <p:nvPr/>
        </p:nvSpPr>
        <p:spPr>
          <a:xfrm>
            <a:off x="5755823" y="3966754"/>
            <a:ext cx="600891" cy="587829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56480E-F5A4-4711-9150-019F9E782698}"/>
              </a:ext>
            </a:extLst>
          </p:cNvPr>
          <p:cNvSpPr/>
          <p:nvPr/>
        </p:nvSpPr>
        <p:spPr>
          <a:xfrm>
            <a:off x="4911635" y="4876799"/>
            <a:ext cx="600891" cy="587829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AA8A23-231E-4050-BD75-E95EE4181D54}"/>
              </a:ext>
            </a:extLst>
          </p:cNvPr>
          <p:cNvCxnSpPr>
            <a:cxnSpLocks/>
            <a:stCxn id="3" idx="5"/>
            <a:endCxn id="5" idx="1"/>
          </p:cNvCxnSpPr>
          <p:nvPr/>
        </p:nvCxnSpPr>
        <p:spPr>
          <a:xfrm>
            <a:off x="5424528" y="3636828"/>
            <a:ext cx="419293" cy="416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B4E19E-3C35-4C22-B633-1CC742DFC464}"/>
              </a:ext>
            </a:extLst>
          </p:cNvPr>
          <p:cNvCxnSpPr>
            <a:stCxn id="5" idx="4"/>
            <a:endCxn id="6" idx="7"/>
          </p:cNvCxnSpPr>
          <p:nvPr/>
        </p:nvCxnSpPr>
        <p:spPr>
          <a:xfrm flipH="1">
            <a:off x="5424528" y="4554583"/>
            <a:ext cx="631741" cy="4083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F2744-FEF4-4253-86E3-71BFA8EC9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77E5E1-3227-4C3E-BDC1-413E6EB878F7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395F3B81-B13D-469A-86E5-93B52ECE08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Logo COP3530">
              <a:extLst>
                <a:ext uri="{FF2B5EF4-FFF2-40B4-BE49-F238E27FC236}">
                  <a16:creationId xmlns:a16="http://schemas.microsoft.com/office/drawing/2014/main" id="{6F50635B-A6CE-431A-8E74-C418FD5D51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9941394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Mentimeter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0F4E7-E649-4778-B8A5-689E744B20B3}"/>
              </a:ext>
            </a:extLst>
          </p:cNvPr>
          <p:cNvSpPr txBox="1"/>
          <p:nvPr/>
        </p:nvSpPr>
        <p:spPr>
          <a:xfrm>
            <a:off x="1205050" y="2034681"/>
            <a:ext cx="103033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the height of a B Tree is 3 (Levels 0, 1, 2,), the maximum number of unique keys it can contain is? N = 3, L =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88E122-B9BC-49F0-B689-1F9C425EA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77857A4-B4F9-44E5-9731-32E1068D76CB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5934CC0-D0A8-4D9B-9D6B-7BCC52872E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 COP3530">
              <a:extLst>
                <a:ext uri="{FF2B5EF4-FFF2-40B4-BE49-F238E27FC236}">
                  <a16:creationId xmlns:a16="http://schemas.microsoft.com/office/drawing/2014/main" id="{96A6B021-7D05-4CD9-99F8-C7431C9B63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338688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Gotham Bold" pitchFamily="50" charset="0"/>
              </a:rPr>
              <a:t>Balanced Trees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F14B06-20C1-4AAC-88E3-F5A594ED1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36619" y="2047758"/>
            <a:ext cx="626165" cy="57647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15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EA1F07-02D6-4D91-9D08-8A35BDFDA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3947" y="3015167"/>
            <a:ext cx="626165" cy="57647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8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B6DFFD-0543-4560-A45A-CFDB233EC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62449" y="3015167"/>
            <a:ext cx="626165" cy="57647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368C346-B74E-43D1-B51C-1E9A7F335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" idx="3"/>
            <a:endCxn id="4" idx="7"/>
          </p:cNvCxnSpPr>
          <p:nvPr/>
        </p:nvCxnSpPr>
        <p:spPr>
          <a:xfrm flipH="1">
            <a:off x="3138412" y="2539806"/>
            <a:ext cx="889907" cy="559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FD733F-4941-4EF2-9A86-A66E8DD66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" idx="5"/>
            <a:endCxn id="5" idx="1"/>
          </p:cNvCxnSpPr>
          <p:nvPr/>
        </p:nvCxnSpPr>
        <p:spPr>
          <a:xfrm>
            <a:off x="4471084" y="2539806"/>
            <a:ext cx="783065" cy="559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E3FC5A6-3C54-4732-BFF3-DF6CD14AF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1802" y="4282396"/>
            <a:ext cx="626165" cy="57647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37C94D-C514-449D-9DDA-3C59C9512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123393" y="3591637"/>
            <a:ext cx="663840" cy="706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C2A2F20-6AD0-4ED5-AC49-61174A123D37}"/>
              </a:ext>
            </a:extLst>
          </p:cNvPr>
          <p:cNvSpPr txBox="1"/>
          <p:nvPr/>
        </p:nvSpPr>
        <p:spPr>
          <a:xfrm>
            <a:off x="7374795" y="2047758"/>
            <a:ext cx="38669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 this an AVL Tree?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B6E19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it is not AVL Tree, how we should rotate the tree to make it balance?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4CE4CB-7349-4775-B20E-5B685EFBC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75531" y="4274193"/>
            <a:ext cx="626165" cy="57647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26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1AB422E-6A08-4722-BCED-7C32905FA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484122" y="3591637"/>
            <a:ext cx="304492" cy="682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226C68D-E341-4B06-BB1D-67F358F76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93831" y="5495110"/>
            <a:ext cx="626165" cy="57647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B6E1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B5A21B-D8FD-472C-85A3-37F13750A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302422" y="4812554"/>
            <a:ext cx="304492" cy="682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B8016EE-2839-4033-ADA5-24E12B237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D894333-DD22-46DA-AB4A-93D7B3411AD7}"/>
              </a:ext>
            </a:extLst>
          </p:cNvPr>
          <p:cNvGrpSpPr/>
          <p:nvPr/>
        </p:nvGrpSpPr>
        <p:grpSpPr>
          <a:xfrm>
            <a:off x="11337354" y="6025684"/>
            <a:ext cx="841781" cy="748032"/>
            <a:chOff x="11337354" y="6025684"/>
            <a:chExt cx="841781" cy="748032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8A5FBCAD-D615-46A3-8376-8318F201AB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24975" y="6538912"/>
              <a:ext cx="666541" cy="234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Logo COP3530">
              <a:extLst>
                <a:ext uri="{FF2B5EF4-FFF2-40B4-BE49-F238E27FC236}">
                  <a16:creationId xmlns:a16="http://schemas.microsoft.com/office/drawing/2014/main" id="{1EF51B04-646C-4E23-B8D3-5A60F6B5B5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b="20587"/>
            <a:stretch/>
          </p:blipFill>
          <p:spPr>
            <a:xfrm>
              <a:off x="11337354" y="6025684"/>
              <a:ext cx="841781" cy="465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4392762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DF2D-4C21-45B7-8CEE-41E2C22A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Gotham Bold" pitchFamily="50" charset="0"/>
              </a:rPr>
              <a:t>B Tree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0F4E7-E649-4778-B8A5-689E744B20B3}"/>
              </a:ext>
            </a:extLst>
          </p:cNvPr>
          <p:cNvSpPr txBox="1"/>
          <p:nvPr/>
        </p:nvSpPr>
        <p:spPr>
          <a:xfrm>
            <a:off x="1205050" y="2034681"/>
            <a:ext cx="1030332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D97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the height of a B Tree is 2 (Levels 0, 1), the minimum number of unique keys it can contain is? N = 3, L =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D97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D97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D97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D97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DA6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Answer: 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088B5F-DCE4-47A0-86EE-53BE7204D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7C28E0-2F8B-4999-AEA2-B3AA3AE899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86216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10500</TotalTime>
  <Words>21217</Words>
  <Application>Microsoft Office PowerPoint</Application>
  <PresentationFormat>Widescreen</PresentationFormat>
  <Paragraphs>4722</Paragraphs>
  <Slides>223</Slides>
  <Notes>221</Notes>
  <HiddenSlides>9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223</vt:i4>
      </vt:variant>
    </vt:vector>
  </HeadingPairs>
  <TitlesOfParts>
    <vt:vector size="234" baseType="lpstr">
      <vt:lpstr>Arial</vt:lpstr>
      <vt:lpstr>Calibri</vt:lpstr>
      <vt:lpstr>Calibri Light</vt:lpstr>
      <vt:lpstr>Consolas</vt:lpstr>
      <vt:lpstr>Courier New</vt:lpstr>
      <vt:lpstr>Gotham Bold</vt:lpstr>
      <vt:lpstr>Linux Biolinum</vt:lpstr>
      <vt:lpstr>Tw Cen MT</vt:lpstr>
      <vt:lpstr>Wingdings</vt:lpstr>
      <vt:lpstr>1_Office Theme</vt:lpstr>
      <vt:lpstr>2_Office Theme</vt:lpstr>
      <vt:lpstr>PowerPoint Presentation</vt:lpstr>
      <vt:lpstr>  Categories of Data Structures  </vt:lpstr>
      <vt:lpstr>   Recap   </vt:lpstr>
      <vt:lpstr>   Agenda   </vt:lpstr>
      <vt:lpstr>  How do we fix the Worst Case?  </vt:lpstr>
      <vt:lpstr>PowerPoint Presentation</vt:lpstr>
      <vt:lpstr>Rotations</vt:lpstr>
      <vt:lpstr>  BST Insertion: Inventing the Tool  </vt:lpstr>
      <vt:lpstr>  Goal  </vt:lpstr>
      <vt:lpstr>  Left Rotation: Right Right Case  </vt:lpstr>
      <vt:lpstr>  Left Rotation: Right Right Case  </vt:lpstr>
      <vt:lpstr>  Left Rotation: Right Right Case  </vt:lpstr>
      <vt:lpstr>  Left Rotation: Right Right Case  </vt:lpstr>
      <vt:lpstr>  Left Rotation: Right Right Case  </vt:lpstr>
      <vt:lpstr>  Right Rotation: Left Left Case  </vt:lpstr>
      <vt:lpstr>  Right Rotation: Left Left Case  </vt:lpstr>
      <vt:lpstr>  Right Left Rotation: Right Left Case  </vt:lpstr>
      <vt:lpstr>  Right Left Rotation: Right Left Case  </vt:lpstr>
      <vt:lpstr>  Left Right Rotation: Left Right Case  </vt:lpstr>
      <vt:lpstr>  Left Right Rotation: Left Right Case  </vt:lpstr>
      <vt:lpstr>  Tool Issue: Can Get Messy on a Prebuilt Tree  </vt:lpstr>
      <vt:lpstr>Fix for Messiness</vt:lpstr>
      <vt:lpstr>PowerPoint Presentation</vt:lpstr>
      <vt:lpstr>Adelson-Velsky and Landis Trees</vt:lpstr>
      <vt:lpstr>AVL Tree</vt:lpstr>
      <vt:lpstr>   AVL Tree : C++ Node Class   </vt:lpstr>
      <vt:lpstr>AVL Trees: Insertion/Deletion</vt:lpstr>
      <vt:lpstr>   AVL Tree : C++ Insert   </vt:lpstr>
      <vt:lpstr>  Left Rotation: Right Right Case  </vt:lpstr>
      <vt:lpstr>  Right Rotation: Left Left Case  </vt:lpstr>
      <vt:lpstr>  Right Left Rotation: Right Left Case  </vt:lpstr>
      <vt:lpstr>  Left Right Rotation: Left Right Case  </vt:lpstr>
      <vt:lpstr>  AVL Tree Rotations  </vt:lpstr>
      <vt:lpstr>   AVL Tree : C++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   AVL Tree : Insert   </vt:lpstr>
      <vt:lpstr>AVL Tree Deletion: After BST Delete</vt:lpstr>
      <vt:lpstr>AVL Tree Deletion: After BST Delete</vt:lpstr>
      <vt:lpstr>AVL Tree Deletion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  AVL Tree Rotations  </vt:lpstr>
      <vt:lpstr>Mentimeter</vt:lpstr>
      <vt:lpstr>AVL Tree</vt:lpstr>
      <vt:lpstr>AVL Tree</vt:lpstr>
      <vt:lpstr>AVL Tree</vt:lpstr>
      <vt:lpstr>AVL Tree</vt:lpstr>
      <vt:lpstr>AVL Tree</vt:lpstr>
      <vt:lpstr>AVL Tree</vt:lpstr>
      <vt:lpstr>AVL Tree</vt:lpstr>
      <vt:lpstr>AVL Tree</vt:lpstr>
      <vt:lpstr>AVL Tree</vt:lpstr>
      <vt:lpstr>AVL Tree</vt:lpstr>
      <vt:lpstr>AVL Tree</vt:lpstr>
      <vt:lpstr>AVL Tree</vt:lpstr>
      <vt:lpstr>AVL Tree</vt:lpstr>
      <vt:lpstr>AVL Tree</vt:lpstr>
      <vt:lpstr>  AVL Insert, Delete and Search  </vt:lpstr>
      <vt:lpstr>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Case</vt:lpstr>
      <vt:lpstr>Performance</vt:lpstr>
      <vt:lpstr>PowerPoint Presentation</vt:lpstr>
      <vt:lpstr>  Searching for Random Inputs  </vt:lpstr>
      <vt:lpstr>  Searching for Non-Random Inputs  </vt:lpstr>
      <vt:lpstr>Enter Splay Tree</vt:lpstr>
      <vt:lpstr>Enter Splay Tree</vt:lpstr>
      <vt:lpstr>PowerPoint Presentation</vt:lpstr>
      <vt:lpstr>Splay Tree: Zig Rotation</vt:lpstr>
      <vt:lpstr>Splay Tree: Zig Rotation</vt:lpstr>
      <vt:lpstr>Splay Tree: Zig Rotation</vt:lpstr>
      <vt:lpstr>Splay Tree: Zig Rotation</vt:lpstr>
      <vt:lpstr>Splay Tree: Zig Zig Rotation</vt:lpstr>
      <vt:lpstr>Splay Tree: Zig Zig Rotation</vt:lpstr>
      <vt:lpstr>Splay Tree: Zig Zag Rotation</vt:lpstr>
      <vt:lpstr>Splay Tree: Basic Idea</vt:lpstr>
      <vt:lpstr>Splay Tree: Insert/Search</vt:lpstr>
      <vt:lpstr>Splay Tree: Example</vt:lpstr>
      <vt:lpstr>Splay Tree: Example</vt:lpstr>
      <vt:lpstr>Splay Tree: Example</vt:lpstr>
      <vt:lpstr>Splay Tree: Example</vt:lpstr>
      <vt:lpstr>Splay Tree: Example</vt:lpstr>
      <vt:lpstr>Splay Tree: Example</vt:lpstr>
      <vt:lpstr>Splay Tree: Example</vt:lpstr>
      <vt:lpstr>Splay Tree: Example</vt:lpstr>
      <vt:lpstr>Splay Tree: Performance</vt:lpstr>
      <vt:lpstr>Resources</vt:lpstr>
      <vt:lpstr>  How do we fix the Worst Case in a BST?  </vt:lpstr>
      <vt:lpstr>Insertion in Non-Random Order</vt:lpstr>
      <vt:lpstr>Insertion in Non-Random Order</vt:lpstr>
      <vt:lpstr>Insertion in Non-Random Order</vt:lpstr>
      <vt:lpstr>Insertion in Non-Random Order</vt:lpstr>
      <vt:lpstr>Insertion in Non-Random Order</vt:lpstr>
      <vt:lpstr>PowerPoint Presentation</vt:lpstr>
      <vt:lpstr>Property #1</vt:lpstr>
      <vt:lpstr>Property #2</vt:lpstr>
      <vt:lpstr>Property #2</vt:lpstr>
      <vt:lpstr>Property #2</vt:lpstr>
      <vt:lpstr>Property #3</vt:lpstr>
      <vt:lpstr>Property #4</vt:lpstr>
      <vt:lpstr>Property #5</vt:lpstr>
      <vt:lpstr>Properties Summary</vt:lpstr>
      <vt:lpstr>Examples</vt:lpstr>
      <vt:lpstr>B Tree Insertion</vt:lpstr>
      <vt:lpstr>B Tree</vt:lpstr>
      <vt:lpstr>B Tree</vt:lpstr>
      <vt:lpstr>B Tree</vt:lpstr>
      <vt:lpstr>B+ Tree</vt:lpstr>
      <vt:lpstr>B+ Tree</vt:lpstr>
      <vt:lpstr>B+ Tree Insertion</vt:lpstr>
      <vt:lpstr>B+ Tree Insertion</vt:lpstr>
      <vt:lpstr>B+ Tree Insertion</vt:lpstr>
      <vt:lpstr>B+ Tree Insertion</vt:lpstr>
      <vt:lpstr>B+ Tree Insertion</vt:lpstr>
      <vt:lpstr>B+ Tree Insertion</vt:lpstr>
      <vt:lpstr>B+ Tree Insertion</vt:lpstr>
      <vt:lpstr>B+ Tree Insertion</vt:lpstr>
      <vt:lpstr>B+ Tree</vt:lpstr>
      <vt:lpstr>B+ Tree</vt:lpstr>
      <vt:lpstr>B Tree</vt:lpstr>
      <vt:lpstr>B Tree</vt:lpstr>
      <vt:lpstr>Use Case</vt:lpstr>
      <vt:lpstr>Performance</vt:lpstr>
      <vt:lpstr>Tries</vt:lpstr>
      <vt:lpstr>Tries Implementation</vt:lpstr>
      <vt:lpstr>Tries Search</vt:lpstr>
      <vt:lpstr>Tries Insertion</vt:lpstr>
      <vt:lpstr>Tries Performance and Use Cases</vt:lpstr>
      <vt:lpstr>Balanced Trees</vt:lpstr>
      <vt:lpstr>Mentimeter</vt:lpstr>
      <vt:lpstr>Mentimeter</vt:lpstr>
      <vt:lpstr>Mentimeter</vt:lpstr>
      <vt:lpstr>   Tips for Proposal (3a): Recommended   </vt:lpstr>
      <vt:lpstr>Balanced Trees</vt:lpstr>
      <vt:lpstr>Balanced Trees</vt:lpstr>
      <vt:lpstr>Mentimeter</vt:lpstr>
      <vt:lpstr>Mentimeter</vt:lpstr>
      <vt:lpstr>Mentimeter</vt:lpstr>
      <vt:lpstr>Mentimeter</vt:lpstr>
      <vt:lpstr>Balanced Trees</vt:lpstr>
      <vt:lpstr>B Tree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Amanpreet Kapoor Amanpreet Kapoor</dc:title>
  <dc:creator>amanpreet kapoor</dc:creator>
  <cp:lastModifiedBy>Kapoor,Amanpreet</cp:lastModifiedBy>
  <cp:revision>594</cp:revision>
  <dcterms:created xsi:type="dcterms:W3CDTF">2020-04-14T17:15:24Z</dcterms:created>
  <dcterms:modified xsi:type="dcterms:W3CDTF">2026-02-26T20:04:04Z</dcterms:modified>
</cp:coreProperties>
</file>